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jpeg" ContentType="image/jpeg"/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aveSubsetFonts="1">
  <p:sldMasterIdLst>
    <p:sldMasterId id="2147483912" r:id="rId4"/>
  </p:sldMasterIdLst>
  <p:notesMasterIdLst>
    <p:notesMasterId r:id="rId21"/>
  </p:notesMasterIdLst>
  <p:handoutMasterIdLst>
    <p:handoutMasterId r:id="rId22"/>
  </p:handoutMasterIdLst>
  <p:sldIdLst>
    <p:sldId id="1165" r:id="rId5"/>
    <p:sldId id="1166" r:id="rId6"/>
    <p:sldId id="1167" r:id="rId7"/>
    <p:sldId id="1172" r:id="rId8"/>
    <p:sldId id="1174" r:id="rId9"/>
    <p:sldId id="1175" r:id="rId10"/>
    <p:sldId id="1176" r:id="rId11"/>
    <p:sldId id="1177" r:id="rId12"/>
    <p:sldId id="1178" r:id="rId13"/>
    <p:sldId id="1179" r:id="rId14"/>
    <p:sldId id="1180" r:id="rId15"/>
    <p:sldId id="1181" r:id="rId16"/>
    <p:sldId id="1182" r:id="rId17"/>
    <p:sldId id="1183" r:id="rId18"/>
    <p:sldId id="1184" r:id="rId19"/>
    <p:sldId id="1160" r:id="rId20"/>
  </p:sldIdLst>
  <p:sldSz cx="9906000" cy="6858000" type="A4"/>
  <p:notesSz cx="6807200" cy="9939338"/>
  <p:defaultTextStyle>
    <a:defPPr>
      <a:defRPr lang="ko-KR"/>
    </a:defPPr>
    <a:lvl1pPr marL="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>
        <p15:guide id="1" orient="horz" pos="3129" userDrawn="1">
          <p15:clr>
            <a:srgbClr val="A4A3A4"/>
          </p15:clr>
        </p15:guide>
        <p15:guide id="2" pos="2145" userDrawn="1">
          <p15:clr>
            <a:srgbClr val="A4A3A4"/>
          </p15:clr>
        </p15:guide>
        <p15:guide id="3" orient="horz" pos="3132" userDrawn="1">
          <p15:clr>
            <a:srgbClr val="A4A3A4"/>
          </p15:clr>
        </p15:guide>
        <p15:guide id="4" pos="2144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5AB4"/>
    <a:srgbClr val="FF0066"/>
    <a:srgbClr val="33CCCC"/>
    <a:srgbClr val="144EA0"/>
    <a:srgbClr val="0050BE"/>
    <a:srgbClr val="2E75B6"/>
    <a:srgbClr val="466597"/>
    <a:srgbClr val="A9CCFF"/>
    <a:srgbClr val="00A7ED"/>
    <a:srgbClr val="E1093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3B4B98B0-60AC-42C2-AFA5-B58CD77FA1E5}" styleName="밝은 스타일 1 - 강조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EC20E35-A176-4012-BC5E-935CFFF8708E}" styleName="보통 스타일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7B26C5-4107-4FEC-AEDC-1716B250A1EF}" styleName="밝은 스타일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1093" autoAdjust="0"/>
    <p:restoredTop sz="96339" autoAdjust="0"/>
  </p:normalViewPr>
  <p:slideViewPr>
    <p:cSldViewPr snapToGrid="0">
      <p:cViewPr varScale="1">
        <p:scale>
          <a:sx n="203" d="100"/>
          <a:sy n="203" d="100"/>
        </p:scale>
        <p:origin x="1814" y="144"/>
      </p:cViewPr>
      <p:guideLst/>
    </p:cSldViewPr>
  </p:slideViewPr>
  <p:outlineViewPr>
    <p:cViewPr>
      <p:scale>
        <a:sx n="33" d="100"/>
        <a:sy n="33" d="100"/>
      </p:scale>
      <p:origin x="0" y="-20179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200" d="100"/>
        <a:sy n="200" d="100"/>
      </p:scale>
      <p:origin x="0" y="-11020"/>
    </p:cViewPr>
  </p:sorterViewPr>
  <p:notesViewPr>
    <p:cSldViewPr snapToGrid="0" showGuides="1">
      <p:cViewPr>
        <p:scale>
          <a:sx n="50" d="100"/>
          <a:sy n="50" d="100"/>
        </p:scale>
        <p:origin x="9198" y="2094"/>
      </p:cViewPr>
      <p:guideLst>
        <p:guide orient="horz" pos="3129"/>
        <p:guide pos="2145"/>
        <p:guide orient="horz" pos="3132"/>
        <p:guide pos="2144"/>
      </p:guideLst>
    </p:cSldViewPr>
  </p:notesViewPr>
  <p:gridSpacing cx="36004" cy="36004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tableStyles" Target="tableStyles.xml"/><Relationship Id="rId3" Type="http://schemas.openxmlformats.org/officeDocument/2006/relationships/customXml" Target="../customXml/item3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presProps" Target="presProp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handoutMaster" Target="handoutMasters/handoutMaster1.xml"/></Relationships>
</file>

<file path=ppt/drawings/_rels/vmlDrawing1.vml.rels><?xml version="1.0" encoding="UTF-8" standalone="yes"?>
<Relationships xmlns="http://schemas.openxmlformats.org/package/2006/relationships"><Relationship Id="rId2" Type="http://schemas.openxmlformats.org/officeDocument/2006/relationships/image" Target="../media/image26.wmf"/><Relationship Id="rId1" Type="http://schemas.openxmlformats.org/officeDocument/2006/relationships/image" Target="../media/image25.e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BBE509C9-7006-4EEF-AE0A-F60A68CFABC4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FB5D320A-A8AF-4B3E-BD67-EE5ADA87D3BF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990864253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5392" y="0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/>
          <a:lstStyle>
            <a:lvl1pPr algn="r">
              <a:defRPr sz="1200"/>
            </a:lvl1pPr>
          </a:lstStyle>
          <a:p>
            <a:fld id="{10D8B3E8-78D5-42AF-92B2-138AC5B36093}" type="datetimeFigureOut">
              <a:rPr lang="ko-KR" altLang="en-US" smtClean="0"/>
              <a:pPr/>
              <a:t>2025-04-11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711200" y="744538"/>
            <a:ext cx="5384800" cy="37274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815" tIns="45908" rIns="91815" bIns="45908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082" y="4721186"/>
            <a:ext cx="5447036" cy="4472702"/>
          </a:xfrm>
          <a:prstGeom prst="rect">
            <a:avLst/>
          </a:prstGeom>
        </p:spPr>
        <p:txBody>
          <a:bodyPr vert="horz" lIns="91815" tIns="45908" rIns="91815" bIns="45908" rtlCol="0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5392" y="9440779"/>
            <a:ext cx="2950212" cy="496967"/>
          </a:xfrm>
          <a:prstGeom prst="rect">
            <a:avLst/>
          </a:prstGeom>
        </p:spPr>
        <p:txBody>
          <a:bodyPr vert="horz" lIns="91815" tIns="45908" rIns="91815" bIns="45908" rtlCol="0" anchor="b"/>
          <a:lstStyle>
            <a:lvl1pPr algn="r">
              <a:defRPr sz="1200"/>
            </a:lvl1pPr>
          </a:lstStyle>
          <a:p>
            <a:fld id="{EFB921B9-838A-44D3-89D5-5DB0505CE71D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45052705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14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29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445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592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5740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2888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036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184" algn="l" defTabSz="914296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FB921B9-838A-44D3-89D5-5DB0505CE71D}" type="slidenum">
              <a:rPr lang="ko-KR" altLang="en-US" smtClean="0"/>
              <a:pPr/>
              <a:t>0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498746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표지_밝은배경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부제목 2"/>
          <p:cNvSpPr>
            <a:spLocks noGrp="1"/>
          </p:cNvSpPr>
          <p:nvPr>
            <p:ph type="subTitle" idx="1" hasCustomPrompt="1"/>
          </p:nvPr>
        </p:nvSpPr>
        <p:spPr>
          <a:xfrm>
            <a:off x="900000" y="4941168"/>
            <a:ext cx="3240000" cy="346959"/>
          </a:xfrm>
          <a:prstGeom prst="rect">
            <a:avLst/>
          </a:prstGeom>
        </p:spPr>
        <p:txBody>
          <a:bodyPr lIns="0" tIns="0" rIns="0" bIns="0">
            <a:normAutofit/>
          </a:bodyPr>
          <a:lstStyle>
            <a:lvl1pPr marL="0" indent="0" algn="l">
              <a:buNone/>
              <a:defRPr lang="ko-KR" altLang="en-US" sz="1600" b="0" kern="1200" dirty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ko-KR" altLang="en-US" dirty="0" smtClean="0"/>
              <a:t>일자</a:t>
            </a:r>
            <a:endParaRPr lang="en-US" altLang="ko-KR" dirty="0" smtClean="0"/>
          </a:p>
        </p:txBody>
      </p:sp>
      <p:sp>
        <p:nvSpPr>
          <p:cNvPr id="19" name="내용 개체 틀 25"/>
          <p:cNvSpPr>
            <a:spLocks noGrp="1"/>
          </p:cNvSpPr>
          <p:nvPr>
            <p:ph sz="quarter" idx="16" hasCustomPrompt="1"/>
          </p:nvPr>
        </p:nvSpPr>
        <p:spPr>
          <a:xfrm>
            <a:off x="900000" y="5301208"/>
            <a:ext cx="3240000" cy="889496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1500" b="0" baseline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>
              <a:defRPr>
                <a:solidFill>
                  <a:srgbClr val="7F7F7F"/>
                </a:solidFill>
              </a:defRPr>
            </a:lvl2pPr>
            <a:lvl3pPr>
              <a:defRPr>
                <a:solidFill>
                  <a:srgbClr val="7F7F7F"/>
                </a:solidFill>
              </a:defRPr>
            </a:lvl3pPr>
            <a:lvl4pPr>
              <a:defRPr>
                <a:solidFill>
                  <a:srgbClr val="7F7F7F"/>
                </a:solidFill>
              </a:defRPr>
            </a:lvl4pPr>
            <a:lvl5pPr>
              <a:defRPr>
                <a:solidFill>
                  <a:srgbClr val="7F7F7F"/>
                </a:solidFill>
              </a:defRPr>
            </a:lvl5pPr>
          </a:lstStyle>
          <a:p>
            <a:pPr lvl="0"/>
            <a:r>
              <a:rPr lang="ko-KR" altLang="en-US" dirty="0" smtClean="0"/>
              <a:t>부서명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34583" y="321809"/>
            <a:ext cx="6014335" cy="246221"/>
          </a:xfrm>
          <a:prstGeom prst="rect">
            <a:avLst/>
          </a:prstGeom>
        </p:spPr>
        <p:txBody>
          <a:bodyPr wrap="squar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l"/>
            <a:r>
              <a:rPr lang="en-US" altLang="ko-KR" sz="1600" b="1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6" name="내용 개체 틀 27"/>
          <p:cNvSpPr>
            <a:spLocks noGrp="1"/>
          </p:cNvSpPr>
          <p:nvPr>
            <p:ph sz="quarter" idx="14" hasCustomPrompt="1"/>
          </p:nvPr>
        </p:nvSpPr>
        <p:spPr>
          <a:xfrm>
            <a:off x="1080000" y="1952625"/>
            <a:ext cx="5133140" cy="126035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3200" b="1" baseline="0">
                <a:solidFill>
                  <a:schemeClr val="tx1"/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r>
              <a:rPr lang="en-US" altLang="ko-KR" dirty="0" smtClean="0"/>
              <a:t>Miracom </a:t>
            </a:r>
            <a:r>
              <a:rPr lang="ko-KR" altLang="en-US" dirty="0" err="1" smtClean="0"/>
              <a:t>표준문서</a:t>
            </a:r>
            <a:endParaRPr lang="ko-KR" altLang="en-US" dirty="0" smtClean="0"/>
          </a:p>
        </p:txBody>
      </p:sp>
      <p:grpSp>
        <p:nvGrpSpPr>
          <p:cNvPr id="49" name="그룹 48"/>
          <p:cNvGrpSpPr/>
          <p:nvPr userDrawn="1"/>
        </p:nvGrpSpPr>
        <p:grpSpPr>
          <a:xfrm>
            <a:off x="900000" y="1513268"/>
            <a:ext cx="5513500" cy="3239999"/>
            <a:chOff x="900000" y="1513268"/>
            <a:chExt cx="5513500" cy="3239999"/>
          </a:xfrm>
          <a:solidFill>
            <a:schemeClr val="accent1"/>
          </a:solidFill>
        </p:grpSpPr>
        <p:grpSp>
          <p:nvGrpSpPr>
            <p:cNvPr id="50" name="그룹 49"/>
            <p:cNvGrpSpPr/>
            <p:nvPr userDrawn="1"/>
          </p:nvGrpSpPr>
          <p:grpSpPr>
            <a:xfrm>
              <a:off x="900000" y="1513268"/>
              <a:ext cx="180000" cy="3239999"/>
              <a:chOff x="900000" y="1513268"/>
              <a:chExt cx="180000" cy="3239999"/>
            </a:xfrm>
            <a:grpFill/>
          </p:grpSpPr>
          <p:sp>
            <p:nvSpPr>
              <p:cNvPr id="57" name="직사각형 56"/>
              <p:cNvSpPr/>
              <p:nvPr userDrawn="1"/>
            </p:nvSpPr>
            <p:spPr>
              <a:xfrm>
                <a:off x="9000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58" name="직사각형 57"/>
              <p:cNvSpPr/>
              <p:nvPr userDrawn="1"/>
            </p:nvSpPr>
            <p:spPr>
              <a:xfrm rot="10800000">
                <a:off x="9000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51" name="그룹 50"/>
            <p:cNvGrpSpPr/>
            <p:nvPr userDrawn="1"/>
          </p:nvGrpSpPr>
          <p:grpSpPr>
            <a:xfrm>
              <a:off x="900000" y="1513268"/>
              <a:ext cx="5513500" cy="3239999"/>
              <a:chOff x="900000" y="1513268"/>
              <a:chExt cx="5513500" cy="3239999"/>
            </a:xfrm>
            <a:grpFill/>
          </p:grpSpPr>
          <p:sp>
            <p:nvSpPr>
              <p:cNvPr id="52" name="직사각형 51"/>
              <p:cNvSpPr/>
              <p:nvPr userDrawn="1"/>
            </p:nvSpPr>
            <p:spPr>
              <a:xfrm>
                <a:off x="6233500" y="1513268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>
                  <a:solidFill>
                    <a:srgbClr val="005AB4"/>
                  </a:solidFill>
                </a:endParaRPr>
              </a:p>
            </p:txBody>
          </p:sp>
          <p:grpSp>
            <p:nvGrpSpPr>
              <p:cNvPr id="53" name="그룹 52"/>
              <p:cNvGrpSpPr/>
              <p:nvPr userDrawn="1"/>
            </p:nvGrpSpPr>
            <p:grpSpPr>
              <a:xfrm>
                <a:off x="900000" y="1513269"/>
                <a:ext cx="5513500" cy="3239997"/>
                <a:chOff x="900000" y="1513269"/>
                <a:chExt cx="3240000" cy="3239997"/>
              </a:xfrm>
              <a:grpFill/>
            </p:grpSpPr>
            <p:sp>
              <p:nvSpPr>
                <p:cNvPr id="55" name="직사각형 54"/>
                <p:cNvSpPr/>
                <p:nvPr userDrawn="1"/>
              </p:nvSpPr>
              <p:spPr>
                <a:xfrm rot="16200000">
                  <a:off x="2430000" y="-16731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  <p:sp>
              <p:nvSpPr>
                <p:cNvPr id="56" name="직사각형 55"/>
                <p:cNvSpPr/>
                <p:nvPr userDrawn="1"/>
              </p:nvSpPr>
              <p:spPr>
                <a:xfrm rot="5400000">
                  <a:off x="2430000" y="3043266"/>
                  <a:ext cx="180000" cy="3240000"/>
                </a:xfrm>
                <a:prstGeom prst="rect">
                  <a:avLst/>
                </a:prstGeom>
                <a:grpFill/>
                <a:ln>
                  <a:noFill/>
                </a:ln>
              </p:spPr>
              <p:style>
                <a:lnRef idx="2">
                  <a:schemeClr val="accent1">
                    <a:shade val="50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ko-KR" altLang="en-US" dirty="0"/>
                </a:p>
              </p:txBody>
            </p:sp>
          </p:grpSp>
          <p:sp>
            <p:nvSpPr>
              <p:cNvPr id="54" name="직사각형 53"/>
              <p:cNvSpPr/>
              <p:nvPr userDrawn="1"/>
            </p:nvSpPr>
            <p:spPr>
              <a:xfrm rot="10800000">
                <a:off x="6233500" y="4393267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  <p:sp>
        <p:nvSpPr>
          <p:cNvPr id="21" name="내용 개체 틀 27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  <a:prstGeom prst="rect">
            <a:avLst/>
          </a:prstGeom>
        </p:spPr>
        <p:txBody>
          <a:bodyPr lIns="0" anchor="ctr">
            <a:noAutofit/>
          </a:bodyPr>
          <a:lstStyle>
            <a:lvl1pPr marL="0" indent="0">
              <a:spcBef>
                <a:spcPts val="0"/>
              </a:spcBef>
              <a:buNone/>
              <a:defRPr sz="2000" b="1" baseline="0">
                <a:solidFill>
                  <a:schemeClr val="tx1">
                    <a:lumMod val="50000"/>
                    <a:lumOff val="50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</a:lstStyle>
          <a:p>
            <a:pPr lvl="0"/>
            <a:endParaRPr lang="ko-KR" altLang="en-US" dirty="0" smtClean="0"/>
          </a:p>
        </p:txBody>
      </p:sp>
      <p:sp>
        <p:nvSpPr>
          <p:cNvPr id="22" name="Text Box 9"/>
          <p:cNvSpPr txBox="1">
            <a:spLocks noChangeArrowheads="1"/>
          </p:cNvSpPr>
          <p:nvPr userDrawn="1"/>
        </p:nvSpPr>
        <p:spPr bwMode="auto">
          <a:xfrm>
            <a:off x="8035119" y="6551183"/>
            <a:ext cx="1524455" cy="9233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lIns="0" tIns="0" rIns="0" bIns="0">
            <a:spAutoFit/>
          </a:bodyPr>
          <a:lstStyle/>
          <a:p>
            <a:pPr lvl="0" algn="r" eaLnBrk="0" hangingPunct="0"/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Copyright © </a:t>
            </a:r>
            <a:r>
              <a:rPr lang="en-US" altLang="ko-KR" sz="600" kern="1200" dirty="0" err="1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Miracom,Inc</a:t>
            </a:r>
            <a:r>
              <a:rPr lang="en-US" altLang="ko-KR" sz="600" kern="1200" dirty="0" smtClean="0">
                <a:solidFill>
                  <a:schemeClr val="tx1">
                    <a:lumMod val="50000"/>
                    <a:lumOff val="50000"/>
                  </a:schemeClr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rPr>
              <a:t>. All rights reserved.</a:t>
            </a:r>
          </a:p>
        </p:txBody>
      </p:sp>
      <p:grpSp>
        <p:nvGrpSpPr>
          <p:cNvPr id="30" name="그룹 29"/>
          <p:cNvGrpSpPr/>
          <p:nvPr userDrawn="1"/>
        </p:nvGrpSpPr>
        <p:grpSpPr>
          <a:xfrm>
            <a:off x="8185656" y="6278567"/>
            <a:ext cx="1373917" cy="226124"/>
            <a:chOff x="7132078" y="2394682"/>
            <a:chExt cx="2286000" cy="376237"/>
          </a:xfrm>
          <a:solidFill>
            <a:srgbClr val="005AB4"/>
          </a:solidFill>
        </p:grpSpPr>
        <p:sp>
          <p:nvSpPr>
            <p:cNvPr id="31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2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3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4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5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6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37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2126606605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pos="217" userDrawn="1">
          <p15:clr>
            <a:srgbClr val="FBAE40"/>
          </p15:clr>
        </p15:guide>
        <p15:guide id="2" pos="6023" userDrawn="1">
          <p15:clr>
            <a:srgbClr val="FBAE40"/>
          </p15:clr>
        </p15:guide>
      </p15:sldGuideLst>
    </p:ext>
  </p:extLs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_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내용 개체 틀 2"/>
          <p:cNvSpPr>
            <a:spLocks noGrp="1"/>
          </p:cNvSpPr>
          <p:nvPr>
            <p:ph idx="1" hasCustomPrompt="1"/>
          </p:nvPr>
        </p:nvSpPr>
        <p:spPr>
          <a:xfrm>
            <a:off x="3656856" y="1016733"/>
            <a:ext cx="5760640" cy="4525963"/>
          </a:xfrm>
          <a:prstGeom prst="rect">
            <a:avLst/>
          </a:prstGeom>
        </p:spPr>
        <p:txBody>
          <a:bodyPr>
            <a:normAutofit/>
          </a:bodyPr>
          <a:lstStyle>
            <a:lvl1pPr marL="449263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  <a:defRPr lang="en-US" altLang="ko-KR" sz="2000" b="1" kern="1200" spc="-20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Segoe UI" panose="020B0502040204020203" pitchFamily="34" charset="0"/>
              </a:defRPr>
            </a:lvl1pPr>
            <a:lvl2pPr marL="631825" indent="-273050">
              <a:buFont typeface="+mj-lt"/>
              <a:buAutoNum type="arabicPeriod"/>
              <a:defRPr sz="1600" b="0">
                <a:solidFill>
                  <a:srgbClr val="7F7F7F"/>
                </a:solidFill>
                <a:latin typeface="Segoe UI" panose="020B0502040204020203" pitchFamily="34" charset="0"/>
                <a:cs typeface="Segoe UI" panose="020B0502040204020203" pitchFamily="34" charset="0"/>
              </a:defRPr>
            </a:lvl2pPr>
            <a:lvl3pPr>
              <a:defRPr sz="1800" b="1">
                <a:solidFill>
                  <a:srgbClr val="00B0F0"/>
                </a:solidFill>
              </a:defRPr>
            </a:lvl3pPr>
            <a:lvl4pPr>
              <a:defRPr sz="1800" b="1">
                <a:solidFill>
                  <a:srgbClr val="00B0F0"/>
                </a:solidFill>
              </a:defRPr>
            </a:lvl4pPr>
            <a:lvl5pPr>
              <a:defRPr sz="1800" b="1">
                <a:solidFill>
                  <a:srgbClr val="00B0F0"/>
                </a:solidFill>
              </a:defRPr>
            </a:lvl5pPr>
          </a:lstStyle>
          <a:p>
            <a:pPr marL="449263" lvl="0" indent="-449263" algn="l" defTabSz="914400" rtl="0" eaLnBrk="1" latinLnBrk="1" hangingPunct="1">
              <a:lnSpc>
                <a:spcPct val="120000"/>
              </a:lnSpc>
              <a:spcBef>
                <a:spcPts val="0"/>
              </a:spcBef>
              <a:spcAft>
                <a:spcPts val="800"/>
              </a:spcAft>
              <a:buFont typeface="+mj-lt"/>
              <a:buAutoNum type="romanUcPeriod"/>
            </a:pPr>
            <a:r>
              <a:rPr lang="ko-KR" altLang="en-US" dirty="0" smtClean="0"/>
              <a:t>본문의 대 제목 </a:t>
            </a:r>
            <a:r>
              <a:rPr lang="en-US" altLang="ko-KR" dirty="0" smtClean="0"/>
              <a:t>01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02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03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04</a:t>
            </a:r>
          </a:p>
          <a:p>
            <a:pPr lvl="0"/>
            <a:r>
              <a:rPr lang="ko-KR" altLang="en-US" dirty="0" smtClean="0"/>
              <a:t>본문의 대 제목 </a:t>
            </a:r>
            <a:r>
              <a:rPr lang="en-US" altLang="ko-KR" dirty="0" smtClean="0"/>
              <a:t>05</a:t>
            </a:r>
          </a:p>
          <a:p>
            <a:pPr lvl="0"/>
            <a:r>
              <a:rPr lang="ko-KR" altLang="en-US" dirty="0" smtClean="0"/>
              <a:t>별첨자료</a:t>
            </a:r>
          </a:p>
        </p:txBody>
      </p:sp>
      <p:grpSp>
        <p:nvGrpSpPr>
          <p:cNvPr id="3" name="그룹 2"/>
          <p:cNvGrpSpPr/>
          <p:nvPr userDrawn="1"/>
        </p:nvGrpSpPr>
        <p:grpSpPr>
          <a:xfrm>
            <a:off x="884548" y="908722"/>
            <a:ext cx="1944217" cy="1944215"/>
            <a:chOff x="884548" y="908722"/>
            <a:chExt cx="1944217" cy="1944215"/>
          </a:xfrm>
        </p:grpSpPr>
        <p:sp>
          <p:nvSpPr>
            <p:cNvPr id="11" name="직사각형 10"/>
            <p:cNvSpPr/>
            <p:nvPr/>
          </p:nvSpPr>
          <p:spPr>
            <a:xfrm rot="16200000">
              <a:off x="1802651" y="-9381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/>
          </p:nvSpPr>
          <p:spPr>
            <a:xfrm rot="5400000">
              <a:off x="1802651" y="1826822"/>
              <a:ext cx="108012" cy="1944217"/>
            </a:xfrm>
            <a:prstGeom prst="rect">
              <a:avLst/>
            </a:prstGeom>
            <a:solidFill>
              <a:srgbClr val="005AB4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</p:grpSp>
      <p:sp>
        <p:nvSpPr>
          <p:cNvPr id="7" name="TextBox 6"/>
          <p:cNvSpPr txBox="1"/>
          <p:nvPr/>
        </p:nvSpPr>
        <p:spPr>
          <a:xfrm>
            <a:off x="901845" y="1618816"/>
            <a:ext cx="1909625" cy="541174"/>
          </a:xfrm>
          <a:prstGeom prst="rect">
            <a:avLst/>
          </a:prstGeom>
          <a:noFill/>
        </p:spPr>
        <p:txBody>
          <a:bodyPr wrap="none" rtlCol="0" anchor="ctr">
            <a:spAutoFit/>
          </a:bodyPr>
          <a:lstStyle>
            <a:defPPr>
              <a:defRPr lang="ko-KR"/>
            </a:defPPr>
            <a:lvl1pPr>
              <a:lnSpc>
                <a:spcPts val="3500"/>
              </a:lnSpc>
              <a:spcBef>
                <a:spcPts val="0"/>
              </a:spcBef>
              <a:defRPr sz="3200" spc="-2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164194"/>
                </a:solidFill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</a:lstStyle>
          <a:p>
            <a:pPr algn="ctr"/>
            <a:r>
              <a:rPr lang="en-US" altLang="ko-KR" b="1" dirty="0" smtClean="0">
                <a:solidFill>
                  <a:schemeClr val="accent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Contents</a:t>
            </a:r>
            <a:endParaRPr lang="en-US" altLang="ko-KR" b="1" dirty="0">
              <a:solidFill>
                <a:schemeClr val="accent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4" name="그룹 3"/>
          <p:cNvGrpSpPr/>
          <p:nvPr userDrawn="1"/>
        </p:nvGrpSpPr>
        <p:grpSpPr>
          <a:xfrm>
            <a:off x="884549" y="908721"/>
            <a:ext cx="1944217" cy="1944216"/>
            <a:chOff x="884549" y="908721"/>
            <a:chExt cx="1944217" cy="1944216"/>
          </a:xfrm>
          <a:solidFill>
            <a:schemeClr val="accent1"/>
          </a:solidFill>
        </p:grpSpPr>
        <p:grpSp>
          <p:nvGrpSpPr>
            <p:cNvPr id="10" name="그룹 9"/>
            <p:cNvGrpSpPr/>
            <p:nvPr/>
          </p:nvGrpSpPr>
          <p:grpSpPr>
            <a:xfrm>
              <a:off x="884549" y="908721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8" name="직사각형 17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9" name="직사각형 18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  <p:grpSp>
          <p:nvGrpSpPr>
            <p:cNvPr id="12" name="그룹 11"/>
            <p:cNvGrpSpPr/>
            <p:nvPr/>
          </p:nvGrpSpPr>
          <p:grpSpPr>
            <a:xfrm rot="10800000">
              <a:off x="884549" y="2636913"/>
              <a:ext cx="1944217" cy="216024"/>
              <a:chOff x="900000" y="998739"/>
              <a:chExt cx="3240000" cy="360000"/>
            </a:xfrm>
            <a:grpFill/>
          </p:grpSpPr>
          <p:sp>
            <p:nvSpPr>
              <p:cNvPr id="15" name="직사각형 14"/>
              <p:cNvSpPr/>
              <p:nvPr/>
            </p:nvSpPr>
            <p:spPr>
              <a:xfrm>
                <a:off x="396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  <p:sp>
            <p:nvSpPr>
              <p:cNvPr id="16" name="직사각형 15"/>
              <p:cNvSpPr/>
              <p:nvPr/>
            </p:nvSpPr>
            <p:spPr>
              <a:xfrm>
                <a:off x="900000" y="998739"/>
                <a:ext cx="180000" cy="360000"/>
              </a:xfrm>
              <a:prstGeom prst="rect">
                <a:avLst/>
              </a:prstGeom>
              <a:grpFill/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ko-KR" altLang="en-US" dirty="0"/>
              </a:p>
            </p:txBody>
          </p:sp>
        </p:grpSp>
      </p:grpSp>
    </p:spTree>
    <p:extLst>
      <p:ext uri="{BB962C8B-B14F-4D97-AF65-F5344CB8AC3E}">
        <p14:creationId xmlns:p14="http://schemas.microsoft.com/office/powerpoint/2010/main" val="3459761131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본문">
    <p:bg>
      <p:bgPr>
        <a:solidFill>
          <a:sysClr val="window" lastClr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Title 1"/>
          <p:cNvSpPr>
            <a:spLocks noGrp="1"/>
          </p:cNvSpPr>
          <p:nvPr userDrawn="1">
            <p:ph type="title" hasCustomPrompt="1"/>
          </p:nvPr>
        </p:nvSpPr>
        <p:spPr>
          <a:xfrm>
            <a:off x="380999" y="427042"/>
            <a:ext cx="9144001" cy="40011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 lIns="0" tIns="0" rIns="0" bIns="0" anchor="ctr">
            <a:spAutoFit/>
          </a:bodyPr>
          <a:lstStyle>
            <a:lvl1pPr algn="l">
              <a:defRPr kumimoji="1" lang="en-US" sz="2600" b="1" dirty="0">
                <a:ln>
                  <a:solidFill>
                    <a:prstClr val="white">
                      <a:alpha val="0"/>
                    </a:prstClr>
                  </a:solidFill>
                </a:ln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+mn-cs"/>
              </a:defRPr>
            </a:lvl1pPr>
          </a:lstStyle>
          <a:p>
            <a:pPr marL="0" lvl="0" defTabSz="457200" fontAlgn="t" latinLnBrk="0"/>
            <a:r>
              <a:rPr lang="ko-KR" altLang="en-US" dirty="0" smtClean="0"/>
              <a:t>페이지 제목 </a:t>
            </a:r>
            <a:r>
              <a:rPr lang="en-US" altLang="ko-KR" dirty="0" smtClean="0"/>
              <a:t>(</a:t>
            </a:r>
            <a:r>
              <a:rPr lang="ko-KR" altLang="en-US" dirty="0" smtClean="0"/>
              <a:t>맑은 고딕</a:t>
            </a:r>
            <a:r>
              <a:rPr lang="en-US" altLang="ko-KR" dirty="0" smtClean="0"/>
              <a:t>Bold 26pt)</a:t>
            </a:r>
            <a:endParaRPr lang="en-US" dirty="0"/>
          </a:p>
        </p:txBody>
      </p:sp>
      <p:sp>
        <p:nvSpPr>
          <p:cNvPr id="39" name="슬라이드 번호 개체 틀 5"/>
          <p:cNvSpPr txBox="1">
            <a:spLocks/>
          </p:cNvSpPr>
          <p:nvPr userDrawn="1"/>
        </p:nvSpPr>
        <p:spPr>
          <a:xfrm>
            <a:off x="3838575" y="6460617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ctr">
              <a:defRPr sz="8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lvl="0"/>
            <a:fld id="{D84941F0-AFF0-444F-9320-08D07B73C7AD}" type="slidenum">
              <a:rPr lang="ko-KR" altLang="en-US" smtClean="0"/>
              <a:pPr lvl="0"/>
              <a:t>‹#›</a:t>
            </a:fld>
            <a:r>
              <a:rPr lang="en-US" altLang="ko-KR" dirty="0" smtClean="0"/>
              <a:t>/</a:t>
            </a:r>
            <a:r>
              <a:rPr lang="ko-KR" altLang="en-US" dirty="0" smtClean="0"/>
              <a:t>총페이지수</a:t>
            </a:r>
            <a:endParaRPr lang="ko-KR" altLang="en-US" dirty="0"/>
          </a:p>
        </p:txBody>
      </p:sp>
      <p:sp>
        <p:nvSpPr>
          <p:cNvPr id="6" name="텍스트 개체 틀 5"/>
          <p:cNvSpPr>
            <a:spLocks noGrp="1"/>
          </p:cNvSpPr>
          <p:nvPr userDrawn="1">
            <p:ph type="body" sz="quarter" idx="14" hasCustomPrompt="1"/>
          </p:nvPr>
        </p:nvSpPr>
        <p:spPr>
          <a:xfrm>
            <a:off x="381000" y="899269"/>
            <a:ext cx="9144000" cy="246221"/>
          </a:xfrm>
          <a:prstGeom prst="rect">
            <a:avLst/>
          </a:prstGeom>
        </p:spPr>
        <p:txBody>
          <a:bodyPr lIns="0" tIns="0" rIns="0" bIns="0">
            <a:spAutoFit/>
          </a:bodyPr>
          <a:lstStyle>
            <a:lvl1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1pPr>
            <a:lvl2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2pPr>
            <a:lvl3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3pPr>
            <a:lvl4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 smtClean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4pPr>
            <a:lvl5pPr marL="0" indent="0" algn="l" defTabSz="914296" rtl="0" eaLnBrk="1" latinLnBrk="1" hangingPunct="1">
              <a:spcBef>
                <a:spcPts val="0"/>
              </a:spcBef>
              <a:buNone/>
              <a:defRPr lang="ko-KR" altLang="en-US" sz="1600" kern="1200" dirty="0">
                <a:solidFill>
                  <a:schemeClr val="tx1">
                    <a:lumMod val="65000"/>
                    <a:lumOff val="35000"/>
                  </a:schemeClr>
                </a:solidFill>
                <a:latin typeface="+mn-ea"/>
                <a:ea typeface="+mn-ea"/>
                <a:cs typeface="+mn-cs"/>
              </a:defRPr>
            </a:lvl5pPr>
          </a:lstStyle>
          <a:p>
            <a:pPr lvl="0"/>
            <a:r>
              <a:rPr lang="ko-KR" altLang="en-US" dirty="0" smtClean="0"/>
              <a:t>페이지 설명 </a:t>
            </a:r>
            <a:r>
              <a:rPr lang="en-US" altLang="ko-KR" dirty="0" smtClean="0"/>
              <a:t>(</a:t>
            </a:r>
            <a:r>
              <a:rPr lang="ko-KR" altLang="en-US" dirty="0" err="1" smtClean="0"/>
              <a:t>맑은고딕</a:t>
            </a:r>
            <a:r>
              <a:rPr lang="ko-KR" altLang="en-US" dirty="0" smtClean="0"/>
              <a:t> </a:t>
            </a:r>
            <a:r>
              <a:rPr lang="en-US" altLang="ko-KR" dirty="0" smtClean="0"/>
              <a:t>16pt)</a:t>
            </a:r>
          </a:p>
        </p:txBody>
      </p:sp>
      <p:grpSp>
        <p:nvGrpSpPr>
          <p:cNvPr id="10" name="그룹 9"/>
          <p:cNvGrpSpPr/>
          <p:nvPr userDrawn="1"/>
        </p:nvGrpSpPr>
        <p:grpSpPr>
          <a:xfrm>
            <a:off x="6922602" y="6587034"/>
            <a:ext cx="2602398" cy="126449"/>
            <a:chOff x="6922602" y="6587034"/>
            <a:chExt cx="2602398" cy="126449"/>
          </a:xfrm>
        </p:grpSpPr>
        <p:sp>
          <p:nvSpPr>
            <p:cNvPr id="29" name="Text Box 9"/>
            <p:cNvSpPr txBox="1">
              <a:spLocks noChangeArrowheads="1"/>
            </p:cNvSpPr>
            <p:nvPr userDrawn="1"/>
          </p:nvSpPr>
          <p:spPr bwMode="auto">
            <a:xfrm>
              <a:off x="6922602" y="6605761"/>
              <a:ext cx="1899751" cy="107722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 lIns="0" tIns="0" rIns="0" bIns="0" anchor="ctr" anchorCtr="0">
              <a:spAutoFit/>
            </a:bodyPr>
            <a:lstStyle/>
            <a:p>
              <a:pPr algn="r" defTabSz="957474" eaLnBrk="0" fontAlgn="base" hangingPunct="0">
                <a:spcBef>
                  <a:spcPct val="0"/>
                </a:spcBef>
                <a:spcAft>
                  <a:spcPct val="0"/>
                </a:spcAft>
              </a:pP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Copyright © </a:t>
              </a:r>
              <a:r>
                <a:rPr kumimoji="1" lang="en-US" altLang="ko-KR" sz="700" dirty="0" err="1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Miracom,Inc</a:t>
              </a:r>
              <a:r>
                <a:rPr kumimoji="1" lang="en-US" altLang="ko-KR" sz="700" dirty="0" smtClean="0">
                  <a:ln>
                    <a:solidFill>
                      <a:schemeClr val="bg1">
                        <a:alpha val="0"/>
                      </a:schemeClr>
                    </a:solidFill>
                  </a:ln>
                  <a:solidFill>
                    <a:srgbClr val="7F7F7F"/>
                  </a:solidFill>
                  <a:latin typeface="Segoe UI" panose="020B0502040204020203" pitchFamily="34" charset="0"/>
                  <a:ea typeface="Segoe UI" panose="020B0502040204020203" pitchFamily="34" charset="0"/>
                  <a:cs typeface="Segoe UI" panose="020B0502040204020203" pitchFamily="34" charset="0"/>
                </a:rPr>
                <a:t>. All rights reserved.</a:t>
              </a:r>
            </a:p>
          </p:txBody>
        </p:sp>
        <p:grpSp>
          <p:nvGrpSpPr>
            <p:cNvPr id="50" name="그룹 49"/>
            <p:cNvGrpSpPr/>
            <p:nvPr userDrawn="1"/>
          </p:nvGrpSpPr>
          <p:grpSpPr>
            <a:xfrm>
              <a:off x="8842727" y="6587034"/>
              <a:ext cx="682273" cy="112290"/>
              <a:chOff x="7132078" y="2394682"/>
              <a:chExt cx="2286000" cy="376237"/>
            </a:xfrm>
            <a:solidFill>
              <a:srgbClr val="005AB4"/>
            </a:solidFill>
          </p:grpSpPr>
          <p:sp>
            <p:nvSpPr>
              <p:cNvPr id="51" name="Freeform 5"/>
              <p:cNvSpPr>
                <a:spLocks/>
              </p:cNvSpPr>
              <p:nvPr userDrawn="1"/>
            </p:nvSpPr>
            <p:spPr bwMode="auto">
              <a:xfrm>
                <a:off x="9046603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4 w 234"/>
                  <a:gd name="T9" fmla="*/ 237 h 237"/>
                  <a:gd name="T10" fmla="*/ 44 w 234"/>
                  <a:gd name="T11" fmla="*/ 96 h 237"/>
                  <a:gd name="T12" fmla="*/ 102 w 234"/>
                  <a:gd name="T13" fmla="*/ 237 h 237"/>
                  <a:gd name="T14" fmla="*/ 131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1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4" y="237"/>
                    </a:lnTo>
                    <a:lnTo>
                      <a:pt x="44" y="96"/>
                    </a:lnTo>
                    <a:lnTo>
                      <a:pt x="102" y="237"/>
                    </a:lnTo>
                    <a:lnTo>
                      <a:pt x="131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1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2" name="Freeform 6"/>
              <p:cNvSpPr>
                <a:spLocks/>
              </p:cNvSpPr>
              <p:nvPr userDrawn="1"/>
            </p:nvSpPr>
            <p:spPr bwMode="auto">
              <a:xfrm>
                <a:off x="7132078" y="2394682"/>
                <a:ext cx="371475" cy="376237"/>
              </a:xfrm>
              <a:custGeom>
                <a:avLst/>
                <a:gdLst>
                  <a:gd name="T0" fmla="*/ 117 w 234"/>
                  <a:gd name="T1" fmla="*/ 154 h 237"/>
                  <a:gd name="T2" fmla="*/ 54 w 234"/>
                  <a:gd name="T3" fmla="*/ 0 h 237"/>
                  <a:gd name="T4" fmla="*/ 0 w 234"/>
                  <a:gd name="T5" fmla="*/ 0 h 237"/>
                  <a:gd name="T6" fmla="*/ 0 w 234"/>
                  <a:gd name="T7" fmla="*/ 237 h 237"/>
                  <a:gd name="T8" fmla="*/ 45 w 234"/>
                  <a:gd name="T9" fmla="*/ 237 h 237"/>
                  <a:gd name="T10" fmla="*/ 45 w 234"/>
                  <a:gd name="T11" fmla="*/ 96 h 237"/>
                  <a:gd name="T12" fmla="*/ 103 w 234"/>
                  <a:gd name="T13" fmla="*/ 237 h 237"/>
                  <a:gd name="T14" fmla="*/ 132 w 234"/>
                  <a:gd name="T15" fmla="*/ 237 h 237"/>
                  <a:gd name="T16" fmla="*/ 189 w 234"/>
                  <a:gd name="T17" fmla="*/ 96 h 237"/>
                  <a:gd name="T18" fmla="*/ 189 w 234"/>
                  <a:gd name="T19" fmla="*/ 237 h 237"/>
                  <a:gd name="T20" fmla="*/ 234 w 234"/>
                  <a:gd name="T21" fmla="*/ 237 h 237"/>
                  <a:gd name="T22" fmla="*/ 234 w 234"/>
                  <a:gd name="T23" fmla="*/ 0 h 237"/>
                  <a:gd name="T24" fmla="*/ 182 w 234"/>
                  <a:gd name="T25" fmla="*/ 0 h 237"/>
                  <a:gd name="T26" fmla="*/ 117 w 234"/>
                  <a:gd name="T27" fmla="*/ 154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</a:cxnLst>
                <a:rect l="0" t="0" r="r" b="b"/>
                <a:pathLst>
                  <a:path w="234" h="237">
                    <a:moveTo>
                      <a:pt x="117" y="154"/>
                    </a:moveTo>
                    <a:lnTo>
                      <a:pt x="54" y="0"/>
                    </a:lnTo>
                    <a:lnTo>
                      <a:pt x="0" y="0"/>
                    </a:lnTo>
                    <a:lnTo>
                      <a:pt x="0" y="237"/>
                    </a:lnTo>
                    <a:lnTo>
                      <a:pt x="45" y="237"/>
                    </a:lnTo>
                    <a:lnTo>
                      <a:pt x="45" y="96"/>
                    </a:lnTo>
                    <a:lnTo>
                      <a:pt x="103" y="237"/>
                    </a:lnTo>
                    <a:lnTo>
                      <a:pt x="132" y="237"/>
                    </a:lnTo>
                    <a:lnTo>
                      <a:pt x="189" y="96"/>
                    </a:lnTo>
                    <a:lnTo>
                      <a:pt x="189" y="237"/>
                    </a:lnTo>
                    <a:lnTo>
                      <a:pt x="234" y="237"/>
                    </a:lnTo>
                    <a:lnTo>
                      <a:pt x="234" y="0"/>
                    </a:lnTo>
                    <a:lnTo>
                      <a:pt x="182" y="0"/>
                    </a:lnTo>
                    <a:lnTo>
                      <a:pt x="117" y="154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4" name="Rectangle 7"/>
              <p:cNvSpPr>
                <a:spLocks noChangeArrowheads="1"/>
              </p:cNvSpPr>
              <p:nvPr userDrawn="1"/>
            </p:nvSpPr>
            <p:spPr bwMode="auto">
              <a:xfrm>
                <a:off x="7571815" y="2394682"/>
                <a:ext cx="73025" cy="376237"/>
              </a:xfrm>
              <a:prstGeom prst="rect">
                <a:avLst/>
              </a:pr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6" name="Freeform 8"/>
              <p:cNvSpPr>
                <a:spLocks noEditPoints="1"/>
              </p:cNvSpPr>
              <p:nvPr userDrawn="1"/>
            </p:nvSpPr>
            <p:spPr bwMode="auto">
              <a:xfrm>
                <a:off x="8629090" y="2394682"/>
                <a:ext cx="369887" cy="376237"/>
              </a:xfrm>
              <a:custGeom>
                <a:avLst/>
                <a:gdLst>
                  <a:gd name="T0" fmla="*/ 163 w 169"/>
                  <a:gd name="T1" fmla="*/ 51 h 170"/>
                  <a:gd name="T2" fmla="*/ 145 w 169"/>
                  <a:gd name="T3" fmla="*/ 24 h 170"/>
                  <a:gd name="T4" fmla="*/ 119 w 169"/>
                  <a:gd name="T5" fmla="*/ 6 h 170"/>
                  <a:gd name="T6" fmla="*/ 85 w 169"/>
                  <a:gd name="T7" fmla="*/ 0 h 170"/>
                  <a:gd name="T8" fmla="*/ 51 w 169"/>
                  <a:gd name="T9" fmla="*/ 6 h 170"/>
                  <a:gd name="T10" fmla="*/ 24 w 169"/>
                  <a:gd name="T11" fmla="*/ 24 h 170"/>
                  <a:gd name="T12" fmla="*/ 6 w 169"/>
                  <a:gd name="T13" fmla="*/ 51 h 170"/>
                  <a:gd name="T14" fmla="*/ 0 w 169"/>
                  <a:gd name="T15" fmla="*/ 85 h 170"/>
                  <a:gd name="T16" fmla="*/ 6 w 169"/>
                  <a:gd name="T17" fmla="*/ 118 h 170"/>
                  <a:gd name="T18" fmla="*/ 24 w 169"/>
                  <a:gd name="T19" fmla="*/ 146 h 170"/>
                  <a:gd name="T20" fmla="*/ 51 w 169"/>
                  <a:gd name="T21" fmla="*/ 163 h 170"/>
                  <a:gd name="T22" fmla="*/ 85 w 169"/>
                  <a:gd name="T23" fmla="*/ 170 h 170"/>
                  <a:gd name="T24" fmla="*/ 119 w 169"/>
                  <a:gd name="T25" fmla="*/ 163 h 170"/>
                  <a:gd name="T26" fmla="*/ 145 w 169"/>
                  <a:gd name="T27" fmla="*/ 146 h 170"/>
                  <a:gd name="T28" fmla="*/ 163 w 169"/>
                  <a:gd name="T29" fmla="*/ 118 h 170"/>
                  <a:gd name="T30" fmla="*/ 169 w 169"/>
                  <a:gd name="T31" fmla="*/ 85 h 170"/>
                  <a:gd name="T32" fmla="*/ 163 w 169"/>
                  <a:gd name="T33" fmla="*/ 51 h 170"/>
                  <a:gd name="T34" fmla="*/ 132 w 169"/>
                  <a:gd name="T35" fmla="*/ 106 h 170"/>
                  <a:gd name="T36" fmla="*/ 121 w 169"/>
                  <a:gd name="T37" fmla="*/ 123 h 170"/>
                  <a:gd name="T38" fmla="*/ 105 w 169"/>
                  <a:gd name="T39" fmla="*/ 134 h 170"/>
                  <a:gd name="T40" fmla="*/ 64 w 169"/>
                  <a:gd name="T41" fmla="*/ 134 h 170"/>
                  <a:gd name="T42" fmla="*/ 48 w 169"/>
                  <a:gd name="T43" fmla="*/ 123 h 170"/>
                  <a:gd name="T44" fmla="*/ 38 w 169"/>
                  <a:gd name="T45" fmla="*/ 106 h 170"/>
                  <a:gd name="T46" fmla="*/ 34 w 169"/>
                  <a:gd name="T47" fmla="*/ 85 h 170"/>
                  <a:gd name="T48" fmla="*/ 38 w 169"/>
                  <a:gd name="T49" fmla="*/ 64 h 170"/>
                  <a:gd name="T50" fmla="*/ 48 w 169"/>
                  <a:gd name="T51" fmla="*/ 46 h 170"/>
                  <a:gd name="T52" fmla="*/ 64 w 169"/>
                  <a:gd name="T53" fmla="*/ 35 h 170"/>
                  <a:gd name="T54" fmla="*/ 85 w 169"/>
                  <a:gd name="T55" fmla="*/ 31 h 170"/>
                  <a:gd name="T56" fmla="*/ 105 w 169"/>
                  <a:gd name="T57" fmla="*/ 35 h 170"/>
                  <a:gd name="T58" fmla="*/ 121 w 169"/>
                  <a:gd name="T59" fmla="*/ 46 h 170"/>
                  <a:gd name="T60" fmla="*/ 132 w 169"/>
                  <a:gd name="T61" fmla="*/ 64 h 170"/>
                  <a:gd name="T62" fmla="*/ 136 w 169"/>
                  <a:gd name="T63" fmla="*/ 85 h 170"/>
                  <a:gd name="T64" fmla="*/ 132 w 169"/>
                  <a:gd name="T65" fmla="*/ 106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  <a:cxn ang="0">
                    <a:pos x="T60" y="T61"/>
                  </a:cxn>
                  <a:cxn ang="0">
                    <a:pos x="T62" y="T63"/>
                  </a:cxn>
                  <a:cxn ang="0">
                    <a:pos x="T64" y="T65"/>
                  </a:cxn>
                </a:cxnLst>
                <a:rect l="0" t="0" r="r" b="b"/>
                <a:pathLst>
                  <a:path w="169" h="170">
                    <a:moveTo>
                      <a:pt x="163" y="51"/>
                    </a:moveTo>
                    <a:cubicBezTo>
                      <a:pt x="159" y="41"/>
                      <a:pt x="153" y="31"/>
                      <a:pt x="145" y="24"/>
                    </a:cubicBezTo>
                    <a:cubicBezTo>
                      <a:pt x="138" y="16"/>
                      <a:pt x="129" y="10"/>
                      <a:pt x="119" y="6"/>
                    </a:cubicBezTo>
                    <a:cubicBezTo>
                      <a:pt x="108" y="2"/>
                      <a:pt x="97" y="0"/>
                      <a:pt x="85" y="0"/>
                    </a:cubicBezTo>
                    <a:cubicBezTo>
                      <a:pt x="73" y="0"/>
                      <a:pt x="61" y="2"/>
                      <a:pt x="51" y="6"/>
                    </a:cubicBezTo>
                    <a:cubicBezTo>
                      <a:pt x="41" y="10"/>
                      <a:pt x="32" y="16"/>
                      <a:pt x="24" y="24"/>
                    </a:cubicBezTo>
                    <a:cubicBezTo>
                      <a:pt x="17" y="31"/>
                      <a:pt x="11" y="41"/>
                      <a:pt x="6" y="51"/>
                    </a:cubicBezTo>
                    <a:cubicBezTo>
                      <a:pt x="2" y="61"/>
                      <a:pt x="0" y="73"/>
                      <a:pt x="0" y="85"/>
                    </a:cubicBezTo>
                    <a:cubicBezTo>
                      <a:pt x="0" y="97"/>
                      <a:pt x="2" y="108"/>
                      <a:pt x="6" y="118"/>
                    </a:cubicBezTo>
                    <a:cubicBezTo>
                      <a:pt x="11" y="129"/>
                      <a:pt x="17" y="138"/>
                      <a:pt x="24" y="146"/>
                    </a:cubicBezTo>
                    <a:cubicBezTo>
                      <a:pt x="32" y="153"/>
                      <a:pt x="41" y="159"/>
                      <a:pt x="51" y="163"/>
                    </a:cubicBezTo>
                    <a:cubicBezTo>
                      <a:pt x="61" y="168"/>
                      <a:pt x="73" y="170"/>
                      <a:pt x="85" y="170"/>
                    </a:cubicBezTo>
                    <a:cubicBezTo>
                      <a:pt x="97" y="170"/>
                      <a:pt x="108" y="168"/>
                      <a:pt x="119" y="163"/>
                    </a:cubicBezTo>
                    <a:cubicBezTo>
                      <a:pt x="129" y="159"/>
                      <a:pt x="138" y="153"/>
                      <a:pt x="145" y="146"/>
                    </a:cubicBezTo>
                    <a:cubicBezTo>
                      <a:pt x="153" y="138"/>
                      <a:pt x="159" y="129"/>
                      <a:pt x="163" y="118"/>
                    </a:cubicBezTo>
                    <a:cubicBezTo>
                      <a:pt x="167" y="108"/>
                      <a:pt x="169" y="97"/>
                      <a:pt x="169" y="85"/>
                    </a:cubicBezTo>
                    <a:cubicBezTo>
                      <a:pt x="169" y="73"/>
                      <a:pt x="167" y="61"/>
                      <a:pt x="163" y="51"/>
                    </a:cubicBezTo>
                    <a:close/>
                    <a:moveTo>
                      <a:pt x="132" y="106"/>
                    </a:moveTo>
                    <a:cubicBezTo>
                      <a:pt x="129" y="112"/>
                      <a:pt x="126" y="118"/>
                      <a:pt x="121" y="123"/>
                    </a:cubicBezTo>
                    <a:cubicBezTo>
                      <a:pt x="117" y="128"/>
                      <a:pt x="112" y="132"/>
                      <a:pt x="105" y="134"/>
                    </a:cubicBezTo>
                    <a:cubicBezTo>
                      <a:pt x="93" y="140"/>
                      <a:pt x="76" y="140"/>
                      <a:pt x="64" y="134"/>
                    </a:cubicBezTo>
                    <a:cubicBezTo>
                      <a:pt x="58" y="132"/>
                      <a:pt x="52" y="128"/>
                      <a:pt x="48" y="123"/>
                    </a:cubicBezTo>
                    <a:cubicBezTo>
                      <a:pt x="44" y="118"/>
                      <a:pt x="40" y="112"/>
                      <a:pt x="38" y="106"/>
                    </a:cubicBezTo>
                    <a:cubicBezTo>
                      <a:pt x="35" y="99"/>
                      <a:pt x="34" y="92"/>
                      <a:pt x="34" y="85"/>
                    </a:cubicBezTo>
                    <a:cubicBezTo>
                      <a:pt x="34" y="77"/>
                      <a:pt x="35" y="70"/>
                      <a:pt x="38" y="64"/>
                    </a:cubicBezTo>
                    <a:cubicBezTo>
                      <a:pt x="40" y="57"/>
                      <a:pt x="44" y="51"/>
                      <a:pt x="48" y="46"/>
                    </a:cubicBezTo>
                    <a:cubicBezTo>
                      <a:pt x="52" y="42"/>
                      <a:pt x="58" y="38"/>
                      <a:pt x="64" y="35"/>
                    </a:cubicBezTo>
                    <a:cubicBezTo>
                      <a:pt x="70" y="32"/>
                      <a:pt x="77" y="31"/>
                      <a:pt x="85" y="31"/>
                    </a:cubicBezTo>
                    <a:cubicBezTo>
                      <a:pt x="92" y="31"/>
                      <a:pt x="99" y="32"/>
                      <a:pt x="105" y="35"/>
                    </a:cubicBezTo>
                    <a:cubicBezTo>
                      <a:pt x="112" y="38"/>
                      <a:pt x="117" y="42"/>
                      <a:pt x="121" y="46"/>
                    </a:cubicBezTo>
                    <a:cubicBezTo>
                      <a:pt x="126" y="51"/>
                      <a:pt x="129" y="57"/>
                      <a:pt x="132" y="64"/>
                    </a:cubicBezTo>
                    <a:cubicBezTo>
                      <a:pt x="134" y="70"/>
                      <a:pt x="136" y="77"/>
                      <a:pt x="136" y="85"/>
                    </a:cubicBezTo>
                    <a:cubicBezTo>
                      <a:pt x="136" y="92"/>
                      <a:pt x="134" y="99"/>
                      <a:pt x="132" y="106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7" name="Freeform 9"/>
              <p:cNvSpPr>
                <a:spLocks noEditPoints="1"/>
              </p:cNvSpPr>
              <p:nvPr userDrawn="1"/>
            </p:nvSpPr>
            <p:spPr bwMode="auto">
              <a:xfrm>
                <a:off x="7711515" y="2394682"/>
                <a:ext cx="282575" cy="376237"/>
              </a:xfrm>
              <a:custGeom>
                <a:avLst/>
                <a:gdLst>
                  <a:gd name="T0" fmla="*/ 82 w 129"/>
                  <a:gd name="T1" fmla="*/ 96 h 170"/>
                  <a:gd name="T2" fmla="*/ 104 w 129"/>
                  <a:gd name="T3" fmla="*/ 83 h 170"/>
                  <a:gd name="T4" fmla="*/ 117 w 129"/>
                  <a:gd name="T5" fmla="*/ 50 h 170"/>
                  <a:gd name="T6" fmla="*/ 110 w 129"/>
                  <a:gd name="T7" fmla="*/ 23 h 170"/>
                  <a:gd name="T8" fmla="*/ 93 w 129"/>
                  <a:gd name="T9" fmla="*/ 8 h 170"/>
                  <a:gd name="T10" fmla="*/ 70 w 129"/>
                  <a:gd name="T11" fmla="*/ 1 h 170"/>
                  <a:gd name="T12" fmla="*/ 47 w 129"/>
                  <a:gd name="T13" fmla="*/ 0 h 170"/>
                  <a:gd name="T14" fmla="*/ 0 w 129"/>
                  <a:gd name="T15" fmla="*/ 0 h 170"/>
                  <a:gd name="T16" fmla="*/ 0 w 129"/>
                  <a:gd name="T17" fmla="*/ 170 h 170"/>
                  <a:gd name="T18" fmla="*/ 34 w 129"/>
                  <a:gd name="T19" fmla="*/ 170 h 170"/>
                  <a:gd name="T20" fmla="*/ 34 w 129"/>
                  <a:gd name="T21" fmla="*/ 101 h 170"/>
                  <a:gd name="T22" fmla="*/ 45 w 129"/>
                  <a:gd name="T23" fmla="*/ 101 h 170"/>
                  <a:gd name="T24" fmla="*/ 87 w 129"/>
                  <a:gd name="T25" fmla="*/ 170 h 170"/>
                  <a:gd name="T26" fmla="*/ 116 w 129"/>
                  <a:gd name="T27" fmla="*/ 170 h 170"/>
                  <a:gd name="T28" fmla="*/ 129 w 129"/>
                  <a:gd name="T29" fmla="*/ 170 h 170"/>
                  <a:gd name="T30" fmla="*/ 129 w 129"/>
                  <a:gd name="T31" fmla="*/ 170 h 170"/>
                  <a:gd name="T32" fmla="*/ 82 w 129"/>
                  <a:gd name="T33" fmla="*/ 96 h 170"/>
                  <a:gd name="T34" fmla="*/ 79 w 129"/>
                  <a:gd name="T35" fmla="*/ 60 h 170"/>
                  <a:gd name="T36" fmla="*/ 71 w 129"/>
                  <a:gd name="T37" fmla="*/ 65 h 170"/>
                  <a:gd name="T38" fmla="*/ 58 w 129"/>
                  <a:gd name="T39" fmla="*/ 68 h 170"/>
                  <a:gd name="T40" fmla="*/ 42 w 129"/>
                  <a:gd name="T41" fmla="*/ 68 h 170"/>
                  <a:gd name="T42" fmla="*/ 34 w 129"/>
                  <a:gd name="T43" fmla="*/ 68 h 170"/>
                  <a:gd name="T44" fmla="*/ 34 w 129"/>
                  <a:gd name="T45" fmla="*/ 32 h 170"/>
                  <a:gd name="T46" fmla="*/ 52 w 129"/>
                  <a:gd name="T47" fmla="*/ 32 h 170"/>
                  <a:gd name="T48" fmla="*/ 64 w 129"/>
                  <a:gd name="T49" fmla="*/ 33 h 170"/>
                  <a:gd name="T50" fmla="*/ 74 w 129"/>
                  <a:gd name="T51" fmla="*/ 36 h 170"/>
                  <a:gd name="T52" fmla="*/ 79 w 129"/>
                  <a:gd name="T53" fmla="*/ 41 h 170"/>
                  <a:gd name="T54" fmla="*/ 81 w 129"/>
                  <a:gd name="T55" fmla="*/ 50 h 170"/>
                  <a:gd name="T56" fmla="*/ 79 w 129"/>
                  <a:gd name="T57" fmla="*/ 60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</a:cxnLst>
                <a:rect l="0" t="0" r="r" b="b"/>
                <a:pathLst>
                  <a:path w="129" h="170">
                    <a:moveTo>
                      <a:pt x="82" y="96"/>
                    </a:moveTo>
                    <a:cubicBezTo>
                      <a:pt x="91" y="94"/>
                      <a:pt x="98" y="89"/>
                      <a:pt x="104" y="83"/>
                    </a:cubicBezTo>
                    <a:cubicBezTo>
                      <a:pt x="112" y="75"/>
                      <a:pt x="117" y="63"/>
                      <a:pt x="117" y="50"/>
                    </a:cubicBezTo>
                    <a:cubicBezTo>
                      <a:pt x="117" y="39"/>
                      <a:pt x="114" y="30"/>
                      <a:pt x="110" y="23"/>
                    </a:cubicBezTo>
                    <a:cubicBezTo>
                      <a:pt x="106" y="16"/>
                      <a:pt x="100" y="11"/>
                      <a:pt x="93" y="8"/>
                    </a:cubicBezTo>
                    <a:cubicBezTo>
                      <a:pt x="86" y="4"/>
                      <a:pt x="78" y="2"/>
                      <a:pt x="70" y="1"/>
                    </a:cubicBezTo>
                    <a:cubicBezTo>
                      <a:pt x="63" y="0"/>
                      <a:pt x="55" y="0"/>
                      <a:pt x="47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0" y="170"/>
                      <a:pt x="0" y="170"/>
                      <a:pt x="0" y="170"/>
                    </a:cubicBezTo>
                    <a:cubicBezTo>
                      <a:pt x="34" y="170"/>
                      <a:pt x="34" y="170"/>
                      <a:pt x="34" y="170"/>
                    </a:cubicBezTo>
                    <a:cubicBezTo>
                      <a:pt x="34" y="101"/>
                      <a:pt x="34" y="101"/>
                      <a:pt x="34" y="101"/>
                    </a:cubicBezTo>
                    <a:cubicBezTo>
                      <a:pt x="45" y="101"/>
                      <a:pt x="45" y="101"/>
                      <a:pt x="45" y="101"/>
                    </a:cubicBezTo>
                    <a:cubicBezTo>
                      <a:pt x="87" y="170"/>
                      <a:pt x="87" y="170"/>
                      <a:pt x="87" y="170"/>
                    </a:cubicBezTo>
                    <a:cubicBezTo>
                      <a:pt x="116" y="170"/>
                      <a:pt x="116" y="170"/>
                      <a:pt x="116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cubicBezTo>
                      <a:pt x="129" y="170"/>
                      <a:pt x="129" y="170"/>
                      <a:pt x="129" y="170"/>
                    </a:cubicBezTo>
                    <a:lnTo>
                      <a:pt x="82" y="96"/>
                    </a:lnTo>
                    <a:close/>
                    <a:moveTo>
                      <a:pt x="79" y="60"/>
                    </a:moveTo>
                    <a:cubicBezTo>
                      <a:pt x="77" y="62"/>
                      <a:pt x="74" y="64"/>
                      <a:pt x="71" y="65"/>
                    </a:cubicBezTo>
                    <a:cubicBezTo>
                      <a:pt x="67" y="67"/>
                      <a:pt x="62" y="67"/>
                      <a:pt x="58" y="68"/>
                    </a:cubicBezTo>
                    <a:cubicBezTo>
                      <a:pt x="52" y="68"/>
                      <a:pt x="47" y="68"/>
                      <a:pt x="42" y="68"/>
                    </a:cubicBezTo>
                    <a:cubicBezTo>
                      <a:pt x="34" y="68"/>
                      <a:pt x="34" y="68"/>
                      <a:pt x="34" y="68"/>
                    </a:cubicBezTo>
                    <a:cubicBezTo>
                      <a:pt x="34" y="32"/>
                      <a:pt x="34" y="32"/>
                      <a:pt x="34" y="32"/>
                    </a:cubicBezTo>
                    <a:cubicBezTo>
                      <a:pt x="52" y="32"/>
                      <a:pt x="52" y="32"/>
                      <a:pt x="52" y="32"/>
                    </a:cubicBezTo>
                    <a:cubicBezTo>
                      <a:pt x="56" y="32"/>
                      <a:pt x="60" y="33"/>
                      <a:pt x="64" y="33"/>
                    </a:cubicBezTo>
                    <a:cubicBezTo>
                      <a:pt x="68" y="34"/>
                      <a:pt x="71" y="35"/>
                      <a:pt x="74" y="36"/>
                    </a:cubicBezTo>
                    <a:cubicBezTo>
                      <a:pt x="76" y="37"/>
                      <a:pt x="78" y="39"/>
                      <a:pt x="79" y="41"/>
                    </a:cubicBezTo>
                    <a:cubicBezTo>
                      <a:pt x="81" y="43"/>
                      <a:pt x="81" y="46"/>
                      <a:pt x="81" y="50"/>
                    </a:cubicBezTo>
                    <a:cubicBezTo>
                      <a:pt x="81" y="55"/>
                      <a:pt x="81" y="58"/>
                      <a:pt x="79" y="60"/>
                    </a:cubicBez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8" name="Freeform 10"/>
              <p:cNvSpPr>
                <a:spLocks noEditPoints="1"/>
              </p:cNvSpPr>
              <p:nvPr userDrawn="1"/>
            </p:nvSpPr>
            <p:spPr bwMode="auto">
              <a:xfrm>
                <a:off x="8003615" y="2394682"/>
                <a:ext cx="347662" cy="376237"/>
              </a:xfrm>
              <a:custGeom>
                <a:avLst/>
                <a:gdLst>
                  <a:gd name="T0" fmla="*/ 119 w 219"/>
                  <a:gd name="T1" fmla="*/ 0 h 237"/>
                  <a:gd name="T2" fmla="*/ 81 w 219"/>
                  <a:gd name="T3" fmla="*/ 0 h 237"/>
                  <a:gd name="T4" fmla="*/ 0 w 219"/>
                  <a:gd name="T5" fmla="*/ 188 h 237"/>
                  <a:gd name="T6" fmla="*/ 30 w 219"/>
                  <a:gd name="T7" fmla="*/ 237 h 237"/>
                  <a:gd name="T8" fmla="*/ 52 w 219"/>
                  <a:gd name="T9" fmla="*/ 184 h 237"/>
                  <a:gd name="T10" fmla="*/ 144 w 219"/>
                  <a:gd name="T11" fmla="*/ 184 h 237"/>
                  <a:gd name="T12" fmla="*/ 166 w 219"/>
                  <a:gd name="T13" fmla="*/ 237 h 237"/>
                  <a:gd name="T14" fmla="*/ 219 w 219"/>
                  <a:gd name="T15" fmla="*/ 237 h 237"/>
                  <a:gd name="T16" fmla="*/ 119 w 219"/>
                  <a:gd name="T17" fmla="*/ 0 h 237"/>
                  <a:gd name="T18" fmla="*/ 70 w 219"/>
                  <a:gd name="T19" fmla="*/ 141 h 237"/>
                  <a:gd name="T20" fmla="*/ 99 w 219"/>
                  <a:gd name="T21" fmla="*/ 71 h 237"/>
                  <a:gd name="T22" fmla="*/ 128 w 219"/>
                  <a:gd name="T23" fmla="*/ 141 h 237"/>
                  <a:gd name="T24" fmla="*/ 70 w 219"/>
                  <a:gd name="T25" fmla="*/ 141 h 237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</a:cxnLst>
                <a:rect l="0" t="0" r="r" b="b"/>
                <a:pathLst>
                  <a:path w="219" h="237">
                    <a:moveTo>
                      <a:pt x="119" y="0"/>
                    </a:moveTo>
                    <a:lnTo>
                      <a:pt x="81" y="0"/>
                    </a:lnTo>
                    <a:lnTo>
                      <a:pt x="0" y="188"/>
                    </a:lnTo>
                    <a:lnTo>
                      <a:pt x="30" y="237"/>
                    </a:lnTo>
                    <a:lnTo>
                      <a:pt x="52" y="184"/>
                    </a:lnTo>
                    <a:lnTo>
                      <a:pt x="144" y="184"/>
                    </a:lnTo>
                    <a:lnTo>
                      <a:pt x="166" y="237"/>
                    </a:lnTo>
                    <a:lnTo>
                      <a:pt x="219" y="237"/>
                    </a:lnTo>
                    <a:lnTo>
                      <a:pt x="119" y="0"/>
                    </a:lnTo>
                    <a:close/>
                    <a:moveTo>
                      <a:pt x="70" y="141"/>
                    </a:moveTo>
                    <a:lnTo>
                      <a:pt x="99" y="71"/>
                    </a:lnTo>
                    <a:lnTo>
                      <a:pt x="128" y="141"/>
                    </a:lnTo>
                    <a:lnTo>
                      <a:pt x="70" y="141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  <p:sp>
            <p:nvSpPr>
              <p:cNvPr id="59" name="Freeform 11"/>
              <p:cNvSpPr>
                <a:spLocks/>
              </p:cNvSpPr>
              <p:nvPr userDrawn="1"/>
            </p:nvSpPr>
            <p:spPr bwMode="auto">
              <a:xfrm>
                <a:off x="8340165" y="2394682"/>
                <a:ext cx="295275" cy="376237"/>
              </a:xfrm>
              <a:custGeom>
                <a:avLst/>
                <a:gdLst>
                  <a:gd name="T0" fmla="*/ 118 w 135"/>
                  <a:gd name="T1" fmla="*/ 129 h 170"/>
                  <a:gd name="T2" fmla="*/ 118 w 135"/>
                  <a:gd name="T3" fmla="*/ 127 h 170"/>
                  <a:gd name="T4" fmla="*/ 116 w 135"/>
                  <a:gd name="T5" fmla="*/ 129 h 170"/>
                  <a:gd name="T6" fmla="*/ 115 w 135"/>
                  <a:gd name="T7" fmla="*/ 129 h 170"/>
                  <a:gd name="T8" fmla="*/ 106 w 135"/>
                  <a:gd name="T9" fmla="*/ 134 h 170"/>
                  <a:gd name="T10" fmla="*/ 87 w 135"/>
                  <a:gd name="T11" fmla="*/ 138 h 170"/>
                  <a:gd name="T12" fmla="*/ 50 w 135"/>
                  <a:gd name="T13" fmla="*/ 123 h 170"/>
                  <a:gd name="T14" fmla="*/ 34 w 135"/>
                  <a:gd name="T15" fmla="*/ 85 h 170"/>
                  <a:gd name="T16" fmla="*/ 50 w 135"/>
                  <a:gd name="T17" fmla="*/ 47 h 170"/>
                  <a:gd name="T18" fmla="*/ 87 w 135"/>
                  <a:gd name="T19" fmla="*/ 32 h 170"/>
                  <a:gd name="T20" fmla="*/ 116 w 135"/>
                  <a:gd name="T21" fmla="*/ 41 h 170"/>
                  <a:gd name="T22" fmla="*/ 117 w 135"/>
                  <a:gd name="T23" fmla="*/ 42 h 170"/>
                  <a:gd name="T24" fmla="*/ 134 w 135"/>
                  <a:gd name="T25" fmla="*/ 15 h 170"/>
                  <a:gd name="T26" fmla="*/ 135 w 135"/>
                  <a:gd name="T27" fmla="*/ 13 h 170"/>
                  <a:gd name="T28" fmla="*/ 132 w 135"/>
                  <a:gd name="T29" fmla="*/ 12 h 170"/>
                  <a:gd name="T30" fmla="*/ 88 w 135"/>
                  <a:gd name="T31" fmla="*/ 0 h 170"/>
                  <a:gd name="T32" fmla="*/ 21 w 135"/>
                  <a:gd name="T33" fmla="*/ 30 h 170"/>
                  <a:gd name="T34" fmla="*/ 0 w 135"/>
                  <a:gd name="T35" fmla="*/ 86 h 170"/>
                  <a:gd name="T36" fmla="*/ 25 w 135"/>
                  <a:gd name="T37" fmla="*/ 145 h 170"/>
                  <a:gd name="T38" fmla="*/ 86 w 135"/>
                  <a:gd name="T39" fmla="*/ 170 h 170"/>
                  <a:gd name="T40" fmla="*/ 132 w 135"/>
                  <a:gd name="T41" fmla="*/ 158 h 170"/>
                  <a:gd name="T42" fmla="*/ 135 w 135"/>
                  <a:gd name="T43" fmla="*/ 156 h 170"/>
                  <a:gd name="T44" fmla="*/ 118 w 135"/>
                  <a:gd name="T45" fmla="*/ 129 h 170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</a:cxnLst>
                <a:rect l="0" t="0" r="r" b="b"/>
                <a:pathLst>
                  <a:path w="135" h="170">
                    <a:moveTo>
                      <a:pt x="118" y="129"/>
                    </a:moveTo>
                    <a:cubicBezTo>
                      <a:pt x="118" y="127"/>
                      <a:pt x="118" y="127"/>
                      <a:pt x="118" y="127"/>
                    </a:cubicBezTo>
                    <a:cubicBezTo>
                      <a:pt x="116" y="129"/>
                      <a:pt x="116" y="129"/>
                      <a:pt x="116" y="129"/>
                    </a:cubicBezTo>
                    <a:cubicBezTo>
                      <a:pt x="115" y="129"/>
                      <a:pt x="115" y="129"/>
                      <a:pt x="115" y="129"/>
                    </a:cubicBezTo>
                    <a:cubicBezTo>
                      <a:pt x="112" y="131"/>
                      <a:pt x="109" y="133"/>
                      <a:pt x="106" y="134"/>
                    </a:cubicBezTo>
                    <a:cubicBezTo>
                      <a:pt x="101" y="137"/>
                      <a:pt x="94" y="138"/>
                      <a:pt x="87" y="138"/>
                    </a:cubicBezTo>
                    <a:cubicBezTo>
                      <a:pt x="72" y="138"/>
                      <a:pt x="60" y="133"/>
                      <a:pt x="50" y="123"/>
                    </a:cubicBezTo>
                    <a:cubicBezTo>
                      <a:pt x="39" y="112"/>
                      <a:pt x="34" y="100"/>
                      <a:pt x="34" y="85"/>
                    </a:cubicBezTo>
                    <a:cubicBezTo>
                      <a:pt x="34" y="70"/>
                      <a:pt x="39" y="58"/>
                      <a:pt x="50" y="47"/>
                    </a:cubicBezTo>
                    <a:cubicBezTo>
                      <a:pt x="60" y="37"/>
                      <a:pt x="72" y="32"/>
                      <a:pt x="87" y="32"/>
                    </a:cubicBezTo>
                    <a:cubicBezTo>
                      <a:pt x="96" y="32"/>
                      <a:pt x="106" y="35"/>
                      <a:pt x="116" y="41"/>
                    </a:cubicBezTo>
                    <a:cubicBezTo>
                      <a:pt x="117" y="42"/>
                      <a:pt x="117" y="42"/>
                      <a:pt x="117" y="42"/>
                    </a:cubicBezTo>
                    <a:cubicBezTo>
                      <a:pt x="134" y="15"/>
                      <a:pt x="134" y="15"/>
                      <a:pt x="134" y="15"/>
                    </a:cubicBezTo>
                    <a:cubicBezTo>
                      <a:pt x="135" y="13"/>
                      <a:pt x="135" y="13"/>
                      <a:pt x="135" y="13"/>
                    </a:cubicBezTo>
                    <a:cubicBezTo>
                      <a:pt x="132" y="12"/>
                      <a:pt x="132" y="12"/>
                      <a:pt x="132" y="12"/>
                    </a:cubicBezTo>
                    <a:cubicBezTo>
                      <a:pt x="118" y="4"/>
                      <a:pt x="103" y="0"/>
                      <a:pt x="88" y="0"/>
                    </a:cubicBezTo>
                    <a:cubicBezTo>
                      <a:pt x="61" y="0"/>
                      <a:pt x="38" y="10"/>
                      <a:pt x="21" y="30"/>
                    </a:cubicBezTo>
                    <a:cubicBezTo>
                      <a:pt x="7" y="46"/>
                      <a:pt x="0" y="65"/>
                      <a:pt x="0" y="86"/>
                    </a:cubicBezTo>
                    <a:cubicBezTo>
                      <a:pt x="0" y="109"/>
                      <a:pt x="9" y="129"/>
                      <a:pt x="25" y="145"/>
                    </a:cubicBezTo>
                    <a:cubicBezTo>
                      <a:pt x="42" y="161"/>
                      <a:pt x="63" y="170"/>
                      <a:pt x="86" y="170"/>
                    </a:cubicBezTo>
                    <a:cubicBezTo>
                      <a:pt x="102" y="170"/>
                      <a:pt x="117" y="166"/>
                      <a:pt x="132" y="158"/>
                    </a:cubicBezTo>
                    <a:cubicBezTo>
                      <a:pt x="135" y="156"/>
                      <a:pt x="135" y="156"/>
                      <a:pt x="135" y="156"/>
                    </a:cubicBezTo>
                    <a:lnTo>
                      <a:pt x="118" y="129"/>
                    </a:lnTo>
                    <a:close/>
                  </a:path>
                </a:pathLst>
              </a:custGeom>
              <a:grpFill/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 vert="horz" wrap="square" lIns="91440" tIns="45720" rIns="91440" bIns="45720" numCol="1" anchor="t" anchorCtr="0" compatLnSpc="1">
                <a:prstTxWarp prst="textNoShape">
                  <a:avLst/>
                </a:prstTxWarp>
              </a:bodyPr>
              <a:lstStyle/>
              <a:p>
                <a:endParaRPr lang="ko-KR" altLang="en-US"/>
              </a:p>
            </p:txBody>
          </p:sp>
        </p:grpSp>
      </p:grpSp>
      <p:sp>
        <p:nvSpPr>
          <p:cNvPr id="17" name="직사각형 16"/>
          <p:cNvSpPr/>
          <p:nvPr userDrawn="1"/>
        </p:nvSpPr>
        <p:spPr>
          <a:xfrm>
            <a:off x="381000" y="1520825"/>
            <a:ext cx="9144000" cy="4968875"/>
          </a:xfrm>
          <a:prstGeom prst="rect">
            <a:avLst/>
          </a:prstGeom>
          <a:noFill/>
          <a:ln>
            <a:solidFill>
              <a:schemeClr val="accent6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8" name="TextBox 17"/>
          <p:cNvSpPr txBox="1"/>
          <p:nvPr userDrawn="1"/>
        </p:nvSpPr>
        <p:spPr>
          <a:xfrm>
            <a:off x="380999" y="6498039"/>
            <a:ext cx="5645580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 latinLnBrk="0"/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#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본문내용은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점선박스</a:t>
            </a:r>
            <a:r>
              <a:rPr lang="ko-KR" altLang="en-US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 구역에 </a:t>
            </a:r>
            <a:r>
              <a:rPr lang="ko-KR" altLang="en-US" sz="1400" b="1" dirty="0" err="1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작성부탁드립니다</a:t>
            </a:r>
            <a:r>
              <a:rPr lang="en-US" altLang="ko-KR" sz="1400" b="1" dirty="0" smtClean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accent6"/>
                </a:solidFill>
                <a:latin typeface="+mn-ea"/>
                <a:cs typeface="Segoe UI" panose="020B0502040204020203" pitchFamily="34" charset="0"/>
              </a:rPr>
              <a:t>.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schemeClr val="accent6"/>
              </a:solidFill>
              <a:latin typeface="+mn-ea"/>
              <a:cs typeface="Segoe UI" panose="020B05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80504037"/>
      </p:ext>
    </p:extLst>
  </p:cSld>
  <p:clrMapOvr>
    <a:masterClrMapping/>
  </p:clrMapOvr>
  <p:timing>
    <p:tnLst>
      <p:par>
        <p:cTn id="1" dur="indefinite" restart="never" nodeType="tmRoot"/>
      </p:par>
    </p:tnLst>
  </p:timing>
  <p:extLst mod="1">
    <p:ext uri="{DCECCB84-F9BA-43D5-87BE-67443E8EF086}">
      <p15:sldGuideLst xmlns:p15="http://schemas.microsoft.com/office/powerpoint/2012/main">
        <p15:guide id="1" orient="horz" pos="958" userDrawn="1">
          <p15:clr>
            <a:srgbClr val="FBAE40"/>
          </p15:clr>
        </p15:guide>
        <p15:guide id="2" orient="horz" pos="4088" userDrawn="1">
          <p15:clr>
            <a:srgbClr val="FBAE40"/>
          </p15:clr>
        </p15:guide>
        <p15:guide id="3" pos="240" userDrawn="1">
          <p15:clr>
            <a:srgbClr val="FBAE40"/>
          </p15:clr>
        </p15:guide>
        <p15:guide id="4" pos="6000" userDrawn="1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뒷표지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 userDrawn="1"/>
        </p:nvSpPr>
        <p:spPr>
          <a:xfrm>
            <a:off x="3491291" y="3432561"/>
            <a:ext cx="2921376" cy="246221"/>
          </a:xfrm>
          <a:prstGeom prst="rect">
            <a:avLst/>
          </a:prstGeom>
        </p:spPr>
        <p:txBody>
          <a:bodyPr wrap="none" lIns="0" tIns="0" rIns="0" bIns="0" anchor="t">
            <a:spAutoFit/>
          </a:bodyPr>
          <a:lstStyle>
            <a:defPPr>
              <a:defRPr lang="ko-KR"/>
            </a:defPPr>
            <a:lvl1pPr indent="0" algn="ctr" defTabSz="914400">
              <a:spcBef>
                <a:spcPts val="0"/>
              </a:spcBef>
              <a:buFont typeface="Arial" pitchFamily="34" charset="0"/>
              <a:buNone/>
              <a:defRPr sz="1200" b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latin typeface="Segoe UI" panose="020B0502040204020203" pitchFamily="34" charset="0"/>
                <a:ea typeface="Segoe UI" panose="020B0502040204020203" pitchFamily="34" charset="0"/>
                <a:cs typeface="Segoe UI" panose="020B0502040204020203" pitchFamily="34" charset="0"/>
              </a:defRPr>
            </a:lvl1pPr>
            <a:lvl2pPr marL="742950" indent="-285750" defTabSz="914400">
              <a:spcBef>
                <a:spcPct val="20000"/>
              </a:spcBef>
              <a:buFont typeface="Arial" pitchFamily="34" charset="0"/>
              <a:buChar char="–"/>
              <a:defRPr sz="2800"/>
            </a:lvl2pPr>
            <a:lvl3pPr marL="1143000" indent="-228600" defTabSz="914400">
              <a:spcBef>
                <a:spcPct val="20000"/>
              </a:spcBef>
              <a:buFont typeface="Arial" pitchFamily="34" charset="0"/>
              <a:buChar char="•"/>
              <a:defRPr sz="2400"/>
            </a:lvl3pPr>
            <a:lvl4pPr marL="1600200" indent="-228600" defTabSz="914400">
              <a:spcBef>
                <a:spcPct val="20000"/>
              </a:spcBef>
              <a:buFont typeface="Arial" pitchFamily="34" charset="0"/>
              <a:buChar char="–"/>
              <a:defRPr sz="2000"/>
            </a:lvl4pPr>
            <a:lvl5pPr marL="2057400" indent="-228600" defTabSz="914400">
              <a:spcBef>
                <a:spcPct val="20000"/>
              </a:spcBef>
              <a:buFont typeface="Arial" pitchFamily="34" charset="0"/>
              <a:buChar char="»"/>
              <a:defRPr sz="2000"/>
            </a:lvl5pPr>
            <a:lvl6pPr marL="25146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6pPr>
            <a:lvl7pPr marL="29718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7pPr>
            <a:lvl8pPr marL="34290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8pPr>
            <a:lvl9pPr marL="3886200" indent="-228600" defTabSz="914400">
              <a:spcBef>
                <a:spcPct val="20000"/>
              </a:spcBef>
              <a:buFont typeface="Arial" pitchFamily="34" charset="0"/>
              <a:buChar char="•"/>
              <a:defRPr sz="2000"/>
            </a:lvl9pPr>
          </a:lstStyle>
          <a:p>
            <a:pPr lvl="0" algn="ctr"/>
            <a:r>
              <a:rPr lang="en-US" altLang="ko-KR" sz="1600" b="1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Be</a:t>
            </a:r>
            <a:r>
              <a:rPr lang="en-US" altLang="ko-KR" sz="1600" b="1" baseline="0" dirty="0" smtClean="0">
                <a:solidFill>
                  <a:schemeClr val="tx1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 Smart with Smart factory</a:t>
            </a:r>
            <a:endParaRPr lang="ko-KR" altLang="en-US" sz="1600" b="1" dirty="0">
              <a:solidFill>
                <a:schemeClr val="tx1"/>
              </a:solidFill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3" name="그룹 12"/>
          <p:cNvGrpSpPr/>
          <p:nvPr userDrawn="1"/>
        </p:nvGrpSpPr>
        <p:grpSpPr>
          <a:xfrm>
            <a:off x="4151537" y="3103569"/>
            <a:ext cx="1600879" cy="263476"/>
            <a:chOff x="7132078" y="2394682"/>
            <a:chExt cx="2286000" cy="376237"/>
          </a:xfrm>
          <a:solidFill>
            <a:schemeClr val="accent1"/>
          </a:solidFill>
        </p:grpSpPr>
        <p:sp>
          <p:nvSpPr>
            <p:cNvPr id="14" name="Freeform 5"/>
            <p:cNvSpPr>
              <a:spLocks/>
            </p:cNvSpPr>
            <p:nvPr userDrawn="1"/>
          </p:nvSpPr>
          <p:spPr bwMode="auto">
            <a:xfrm>
              <a:off x="9046603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4 w 234"/>
                <a:gd name="T9" fmla="*/ 237 h 237"/>
                <a:gd name="T10" fmla="*/ 44 w 234"/>
                <a:gd name="T11" fmla="*/ 96 h 237"/>
                <a:gd name="T12" fmla="*/ 102 w 234"/>
                <a:gd name="T13" fmla="*/ 237 h 237"/>
                <a:gd name="T14" fmla="*/ 131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1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4" y="237"/>
                  </a:lnTo>
                  <a:lnTo>
                    <a:pt x="44" y="96"/>
                  </a:lnTo>
                  <a:lnTo>
                    <a:pt x="102" y="237"/>
                  </a:lnTo>
                  <a:lnTo>
                    <a:pt x="131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1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5" name="Freeform 6"/>
            <p:cNvSpPr>
              <a:spLocks/>
            </p:cNvSpPr>
            <p:nvPr userDrawn="1"/>
          </p:nvSpPr>
          <p:spPr bwMode="auto">
            <a:xfrm>
              <a:off x="7132078" y="2394682"/>
              <a:ext cx="371475" cy="376237"/>
            </a:xfrm>
            <a:custGeom>
              <a:avLst/>
              <a:gdLst>
                <a:gd name="T0" fmla="*/ 117 w 234"/>
                <a:gd name="T1" fmla="*/ 154 h 237"/>
                <a:gd name="T2" fmla="*/ 54 w 234"/>
                <a:gd name="T3" fmla="*/ 0 h 237"/>
                <a:gd name="T4" fmla="*/ 0 w 234"/>
                <a:gd name="T5" fmla="*/ 0 h 237"/>
                <a:gd name="T6" fmla="*/ 0 w 234"/>
                <a:gd name="T7" fmla="*/ 237 h 237"/>
                <a:gd name="T8" fmla="*/ 45 w 234"/>
                <a:gd name="T9" fmla="*/ 237 h 237"/>
                <a:gd name="T10" fmla="*/ 45 w 234"/>
                <a:gd name="T11" fmla="*/ 96 h 237"/>
                <a:gd name="T12" fmla="*/ 103 w 234"/>
                <a:gd name="T13" fmla="*/ 237 h 237"/>
                <a:gd name="T14" fmla="*/ 132 w 234"/>
                <a:gd name="T15" fmla="*/ 237 h 237"/>
                <a:gd name="T16" fmla="*/ 189 w 234"/>
                <a:gd name="T17" fmla="*/ 96 h 237"/>
                <a:gd name="T18" fmla="*/ 189 w 234"/>
                <a:gd name="T19" fmla="*/ 237 h 237"/>
                <a:gd name="T20" fmla="*/ 234 w 234"/>
                <a:gd name="T21" fmla="*/ 237 h 237"/>
                <a:gd name="T22" fmla="*/ 234 w 234"/>
                <a:gd name="T23" fmla="*/ 0 h 237"/>
                <a:gd name="T24" fmla="*/ 182 w 234"/>
                <a:gd name="T25" fmla="*/ 0 h 237"/>
                <a:gd name="T26" fmla="*/ 117 w 234"/>
                <a:gd name="T27" fmla="*/ 154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</a:cxnLst>
              <a:rect l="0" t="0" r="r" b="b"/>
              <a:pathLst>
                <a:path w="234" h="237">
                  <a:moveTo>
                    <a:pt x="117" y="154"/>
                  </a:moveTo>
                  <a:lnTo>
                    <a:pt x="54" y="0"/>
                  </a:lnTo>
                  <a:lnTo>
                    <a:pt x="0" y="0"/>
                  </a:lnTo>
                  <a:lnTo>
                    <a:pt x="0" y="237"/>
                  </a:lnTo>
                  <a:lnTo>
                    <a:pt x="45" y="237"/>
                  </a:lnTo>
                  <a:lnTo>
                    <a:pt x="45" y="96"/>
                  </a:lnTo>
                  <a:lnTo>
                    <a:pt x="103" y="237"/>
                  </a:lnTo>
                  <a:lnTo>
                    <a:pt x="132" y="237"/>
                  </a:lnTo>
                  <a:lnTo>
                    <a:pt x="189" y="96"/>
                  </a:lnTo>
                  <a:lnTo>
                    <a:pt x="189" y="237"/>
                  </a:lnTo>
                  <a:lnTo>
                    <a:pt x="234" y="237"/>
                  </a:lnTo>
                  <a:lnTo>
                    <a:pt x="234" y="0"/>
                  </a:lnTo>
                  <a:lnTo>
                    <a:pt x="182" y="0"/>
                  </a:lnTo>
                  <a:lnTo>
                    <a:pt x="117" y="154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6" name="Rectangle 7"/>
            <p:cNvSpPr>
              <a:spLocks noChangeArrowheads="1"/>
            </p:cNvSpPr>
            <p:nvPr userDrawn="1"/>
          </p:nvSpPr>
          <p:spPr bwMode="auto">
            <a:xfrm>
              <a:off x="7571815" y="2394682"/>
              <a:ext cx="73025" cy="376237"/>
            </a:xfrm>
            <a:prstGeom prst="rect">
              <a:avLst/>
            </a:pr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7" name="Freeform 8"/>
            <p:cNvSpPr>
              <a:spLocks noEditPoints="1"/>
            </p:cNvSpPr>
            <p:nvPr userDrawn="1"/>
          </p:nvSpPr>
          <p:spPr bwMode="auto">
            <a:xfrm>
              <a:off x="8629090" y="2394682"/>
              <a:ext cx="369887" cy="376237"/>
            </a:xfrm>
            <a:custGeom>
              <a:avLst/>
              <a:gdLst>
                <a:gd name="T0" fmla="*/ 163 w 169"/>
                <a:gd name="T1" fmla="*/ 51 h 170"/>
                <a:gd name="T2" fmla="*/ 145 w 169"/>
                <a:gd name="T3" fmla="*/ 24 h 170"/>
                <a:gd name="T4" fmla="*/ 119 w 169"/>
                <a:gd name="T5" fmla="*/ 6 h 170"/>
                <a:gd name="T6" fmla="*/ 85 w 169"/>
                <a:gd name="T7" fmla="*/ 0 h 170"/>
                <a:gd name="T8" fmla="*/ 51 w 169"/>
                <a:gd name="T9" fmla="*/ 6 h 170"/>
                <a:gd name="T10" fmla="*/ 24 w 169"/>
                <a:gd name="T11" fmla="*/ 24 h 170"/>
                <a:gd name="T12" fmla="*/ 6 w 169"/>
                <a:gd name="T13" fmla="*/ 51 h 170"/>
                <a:gd name="T14" fmla="*/ 0 w 169"/>
                <a:gd name="T15" fmla="*/ 85 h 170"/>
                <a:gd name="T16" fmla="*/ 6 w 169"/>
                <a:gd name="T17" fmla="*/ 118 h 170"/>
                <a:gd name="T18" fmla="*/ 24 w 169"/>
                <a:gd name="T19" fmla="*/ 146 h 170"/>
                <a:gd name="T20" fmla="*/ 51 w 169"/>
                <a:gd name="T21" fmla="*/ 163 h 170"/>
                <a:gd name="T22" fmla="*/ 85 w 169"/>
                <a:gd name="T23" fmla="*/ 170 h 170"/>
                <a:gd name="T24" fmla="*/ 119 w 169"/>
                <a:gd name="T25" fmla="*/ 163 h 170"/>
                <a:gd name="T26" fmla="*/ 145 w 169"/>
                <a:gd name="T27" fmla="*/ 146 h 170"/>
                <a:gd name="T28" fmla="*/ 163 w 169"/>
                <a:gd name="T29" fmla="*/ 118 h 170"/>
                <a:gd name="T30" fmla="*/ 169 w 169"/>
                <a:gd name="T31" fmla="*/ 85 h 170"/>
                <a:gd name="T32" fmla="*/ 163 w 169"/>
                <a:gd name="T33" fmla="*/ 51 h 170"/>
                <a:gd name="T34" fmla="*/ 132 w 169"/>
                <a:gd name="T35" fmla="*/ 106 h 170"/>
                <a:gd name="T36" fmla="*/ 121 w 169"/>
                <a:gd name="T37" fmla="*/ 123 h 170"/>
                <a:gd name="T38" fmla="*/ 105 w 169"/>
                <a:gd name="T39" fmla="*/ 134 h 170"/>
                <a:gd name="T40" fmla="*/ 64 w 169"/>
                <a:gd name="T41" fmla="*/ 134 h 170"/>
                <a:gd name="T42" fmla="*/ 48 w 169"/>
                <a:gd name="T43" fmla="*/ 123 h 170"/>
                <a:gd name="T44" fmla="*/ 38 w 169"/>
                <a:gd name="T45" fmla="*/ 106 h 170"/>
                <a:gd name="T46" fmla="*/ 34 w 169"/>
                <a:gd name="T47" fmla="*/ 85 h 170"/>
                <a:gd name="T48" fmla="*/ 38 w 169"/>
                <a:gd name="T49" fmla="*/ 64 h 170"/>
                <a:gd name="T50" fmla="*/ 48 w 169"/>
                <a:gd name="T51" fmla="*/ 46 h 170"/>
                <a:gd name="T52" fmla="*/ 64 w 169"/>
                <a:gd name="T53" fmla="*/ 35 h 170"/>
                <a:gd name="T54" fmla="*/ 85 w 169"/>
                <a:gd name="T55" fmla="*/ 31 h 170"/>
                <a:gd name="T56" fmla="*/ 105 w 169"/>
                <a:gd name="T57" fmla="*/ 35 h 170"/>
                <a:gd name="T58" fmla="*/ 121 w 169"/>
                <a:gd name="T59" fmla="*/ 46 h 170"/>
                <a:gd name="T60" fmla="*/ 132 w 169"/>
                <a:gd name="T61" fmla="*/ 64 h 170"/>
                <a:gd name="T62" fmla="*/ 136 w 169"/>
                <a:gd name="T63" fmla="*/ 85 h 170"/>
                <a:gd name="T64" fmla="*/ 132 w 169"/>
                <a:gd name="T65" fmla="*/ 106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69" h="170">
                  <a:moveTo>
                    <a:pt x="163" y="51"/>
                  </a:moveTo>
                  <a:cubicBezTo>
                    <a:pt x="159" y="41"/>
                    <a:pt x="153" y="31"/>
                    <a:pt x="145" y="24"/>
                  </a:cubicBezTo>
                  <a:cubicBezTo>
                    <a:pt x="138" y="16"/>
                    <a:pt x="129" y="10"/>
                    <a:pt x="119" y="6"/>
                  </a:cubicBezTo>
                  <a:cubicBezTo>
                    <a:pt x="108" y="2"/>
                    <a:pt x="97" y="0"/>
                    <a:pt x="85" y="0"/>
                  </a:cubicBezTo>
                  <a:cubicBezTo>
                    <a:pt x="73" y="0"/>
                    <a:pt x="61" y="2"/>
                    <a:pt x="51" y="6"/>
                  </a:cubicBezTo>
                  <a:cubicBezTo>
                    <a:pt x="41" y="10"/>
                    <a:pt x="32" y="16"/>
                    <a:pt x="24" y="24"/>
                  </a:cubicBezTo>
                  <a:cubicBezTo>
                    <a:pt x="17" y="31"/>
                    <a:pt x="11" y="41"/>
                    <a:pt x="6" y="51"/>
                  </a:cubicBezTo>
                  <a:cubicBezTo>
                    <a:pt x="2" y="61"/>
                    <a:pt x="0" y="73"/>
                    <a:pt x="0" y="85"/>
                  </a:cubicBezTo>
                  <a:cubicBezTo>
                    <a:pt x="0" y="97"/>
                    <a:pt x="2" y="108"/>
                    <a:pt x="6" y="118"/>
                  </a:cubicBezTo>
                  <a:cubicBezTo>
                    <a:pt x="11" y="129"/>
                    <a:pt x="17" y="138"/>
                    <a:pt x="24" y="146"/>
                  </a:cubicBezTo>
                  <a:cubicBezTo>
                    <a:pt x="32" y="153"/>
                    <a:pt x="41" y="159"/>
                    <a:pt x="51" y="163"/>
                  </a:cubicBezTo>
                  <a:cubicBezTo>
                    <a:pt x="61" y="168"/>
                    <a:pt x="73" y="170"/>
                    <a:pt x="85" y="170"/>
                  </a:cubicBezTo>
                  <a:cubicBezTo>
                    <a:pt x="97" y="170"/>
                    <a:pt x="108" y="168"/>
                    <a:pt x="119" y="163"/>
                  </a:cubicBezTo>
                  <a:cubicBezTo>
                    <a:pt x="129" y="159"/>
                    <a:pt x="138" y="153"/>
                    <a:pt x="145" y="146"/>
                  </a:cubicBezTo>
                  <a:cubicBezTo>
                    <a:pt x="153" y="138"/>
                    <a:pt x="159" y="129"/>
                    <a:pt x="163" y="118"/>
                  </a:cubicBezTo>
                  <a:cubicBezTo>
                    <a:pt x="167" y="108"/>
                    <a:pt x="169" y="97"/>
                    <a:pt x="169" y="85"/>
                  </a:cubicBezTo>
                  <a:cubicBezTo>
                    <a:pt x="169" y="73"/>
                    <a:pt x="167" y="61"/>
                    <a:pt x="163" y="51"/>
                  </a:cubicBezTo>
                  <a:close/>
                  <a:moveTo>
                    <a:pt x="132" y="106"/>
                  </a:moveTo>
                  <a:cubicBezTo>
                    <a:pt x="129" y="112"/>
                    <a:pt x="126" y="118"/>
                    <a:pt x="121" y="123"/>
                  </a:cubicBezTo>
                  <a:cubicBezTo>
                    <a:pt x="117" y="128"/>
                    <a:pt x="112" y="132"/>
                    <a:pt x="105" y="134"/>
                  </a:cubicBezTo>
                  <a:cubicBezTo>
                    <a:pt x="93" y="140"/>
                    <a:pt x="76" y="140"/>
                    <a:pt x="64" y="134"/>
                  </a:cubicBezTo>
                  <a:cubicBezTo>
                    <a:pt x="58" y="132"/>
                    <a:pt x="52" y="128"/>
                    <a:pt x="48" y="123"/>
                  </a:cubicBezTo>
                  <a:cubicBezTo>
                    <a:pt x="44" y="118"/>
                    <a:pt x="40" y="112"/>
                    <a:pt x="38" y="106"/>
                  </a:cubicBezTo>
                  <a:cubicBezTo>
                    <a:pt x="35" y="99"/>
                    <a:pt x="34" y="92"/>
                    <a:pt x="34" y="85"/>
                  </a:cubicBezTo>
                  <a:cubicBezTo>
                    <a:pt x="34" y="77"/>
                    <a:pt x="35" y="70"/>
                    <a:pt x="38" y="64"/>
                  </a:cubicBezTo>
                  <a:cubicBezTo>
                    <a:pt x="40" y="57"/>
                    <a:pt x="44" y="51"/>
                    <a:pt x="48" y="46"/>
                  </a:cubicBezTo>
                  <a:cubicBezTo>
                    <a:pt x="52" y="42"/>
                    <a:pt x="58" y="38"/>
                    <a:pt x="64" y="35"/>
                  </a:cubicBezTo>
                  <a:cubicBezTo>
                    <a:pt x="70" y="32"/>
                    <a:pt x="77" y="31"/>
                    <a:pt x="85" y="31"/>
                  </a:cubicBezTo>
                  <a:cubicBezTo>
                    <a:pt x="92" y="31"/>
                    <a:pt x="99" y="32"/>
                    <a:pt x="105" y="35"/>
                  </a:cubicBezTo>
                  <a:cubicBezTo>
                    <a:pt x="112" y="38"/>
                    <a:pt x="117" y="42"/>
                    <a:pt x="121" y="46"/>
                  </a:cubicBezTo>
                  <a:cubicBezTo>
                    <a:pt x="126" y="51"/>
                    <a:pt x="129" y="57"/>
                    <a:pt x="132" y="64"/>
                  </a:cubicBezTo>
                  <a:cubicBezTo>
                    <a:pt x="134" y="70"/>
                    <a:pt x="136" y="77"/>
                    <a:pt x="136" y="85"/>
                  </a:cubicBezTo>
                  <a:cubicBezTo>
                    <a:pt x="136" y="92"/>
                    <a:pt x="134" y="99"/>
                    <a:pt x="132" y="106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8" name="Freeform 9"/>
            <p:cNvSpPr>
              <a:spLocks noEditPoints="1"/>
            </p:cNvSpPr>
            <p:nvPr userDrawn="1"/>
          </p:nvSpPr>
          <p:spPr bwMode="auto">
            <a:xfrm>
              <a:off x="7711515" y="2394682"/>
              <a:ext cx="282575" cy="376237"/>
            </a:xfrm>
            <a:custGeom>
              <a:avLst/>
              <a:gdLst>
                <a:gd name="T0" fmla="*/ 82 w 129"/>
                <a:gd name="T1" fmla="*/ 96 h 170"/>
                <a:gd name="T2" fmla="*/ 104 w 129"/>
                <a:gd name="T3" fmla="*/ 83 h 170"/>
                <a:gd name="T4" fmla="*/ 117 w 129"/>
                <a:gd name="T5" fmla="*/ 50 h 170"/>
                <a:gd name="T6" fmla="*/ 110 w 129"/>
                <a:gd name="T7" fmla="*/ 23 h 170"/>
                <a:gd name="T8" fmla="*/ 93 w 129"/>
                <a:gd name="T9" fmla="*/ 8 h 170"/>
                <a:gd name="T10" fmla="*/ 70 w 129"/>
                <a:gd name="T11" fmla="*/ 1 h 170"/>
                <a:gd name="T12" fmla="*/ 47 w 129"/>
                <a:gd name="T13" fmla="*/ 0 h 170"/>
                <a:gd name="T14" fmla="*/ 0 w 129"/>
                <a:gd name="T15" fmla="*/ 0 h 170"/>
                <a:gd name="T16" fmla="*/ 0 w 129"/>
                <a:gd name="T17" fmla="*/ 170 h 170"/>
                <a:gd name="T18" fmla="*/ 34 w 129"/>
                <a:gd name="T19" fmla="*/ 170 h 170"/>
                <a:gd name="T20" fmla="*/ 34 w 129"/>
                <a:gd name="T21" fmla="*/ 101 h 170"/>
                <a:gd name="T22" fmla="*/ 45 w 129"/>
                <a:gd name="T23" fmla="*/ 101 h 170"/>
                <a:gd name="T24" fmla="*/ 87 w 129"/>
                <a:gd name="T25" fmla="*/ 170 h 170"/>
                <a:gd name="T26" fmla="*/ 116 w 129"/>
                <a:gd name="T27" fmla="*/ 170 h 170"/>
                <a:gd name="T28" fmla="*/ 129 w 129"/>
                <a:gd name="T29" fmla="*/ 170 h 170"/>
                <a:gd name="T30" fmla="*/ 129 w 129"/>
                <a:gd name="T31" fmla="*/ 170 h 170"/>
                <a:gd name="T32" fmla="*/ 82 w 129"/>
                <a:gd name="T33" fmla="*/ 96 h 170"/>
                <a:gd name="T34" fmla="*/ 79 w 129"/>
                <a:gd name="T35" fmla="*/ 60 h 170"/>
                <a:gd name="T36" fmla="*/ 71 w 129"/>
                <a:gd name="T37" fmla="*/ 65 h 170"/>
                <a:gd name="T38" fmla="*/ 58 w 129"/>
                <a:gd name="T39" fmla="*/ 68 h 170"/>
                <a:gd name="T40" fmla="*/ 42 w 129"/>
                <a:gd name="T41" fmla="*/ 68 h 170"/>
                <a:gd name="T42" fmla="*/ 34 w 129"/>
                <a:gd name="T43" fmla="*/ 68 h 170"/>
                <a:gd name="T44" fmla="*/ 34 w 129"/>
                <a:gd name="T45" fmla="*/ 32 h 170"/>
                <a:gd name="T46" fmla="*/ 52 w 129"/>
                <a:gd name="T47" fmla="*/ 32 h 170"/>
                <a:gd name="T48" fmla="*/ 64 w 129"/>
                <a:gd name="T49" fmla="*/ 33 h 170"/>
                <a:gd name="T50" fmla="*/ 74 w 129"/>
                <a:gd name="T51" fmla="*/ 36 h 170"/>
                <a:gd name="T52" fmla="*/ 79 w 129"/>
                <a:gd name="T53" fmla="*/ 41 h 170"/>
                <a:gd name="T54" fmla="*/ 81 w 129"/>
                <a:gd name="T55" fmla="*/ 50 h 170"/>
                <a:gd name="T56" fmla="*/ 79 w 129"/>
                <a:gd name="T57" fmla="*/ 60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</a:cxnLst>
              <a:rect l="0" t="0" r="r" b="b"/>
              <a:pathLst>
                <a:path w="129" h="170">
                  <a:moveTo>
                    <a:pt x="82" y="96"/>
                  </a:moveTo>
                  <a:cubicBezTo>
                    <a:pt x="91" y="94"/>
                    <a:pt x="98" y="89"/>
                    <a:pt x="104" y="83"/>
                  </a:cubicBezTo>
                  <a:cubicBezTo>
                    <a:pt x="112" y="75"/>
                    <a:pt x="117" y="63"/>
                    <a:pt x="117" y="50"/>
                  </a:cubicBezTo>
                  <a:cubicBezTo>
                    <a:pt x="117" y="39"/>
                    <a:pt x="114" y="30"/>
                    <a:pt x="110" y="23"/>
                  </a:cubicBezTo>
                  <a:cubicBezTo>
                    <a:pt x="106" y="16"/>
                    <a:pt x="100" y="11"/>
                    <a:pt x="93" y="8"/>
                  </a:cubicBezTo>
                  <a:cubicBezTo>
                    <a:pt x="86" y="4"/>
                    <a:pt x="78" y="2"/>
                    <a:pt x="70" y="1"/>
                  </a:cubicBezTo>
                  <a:cubicBezTo>
                    <a:pt x="63" y="0"/>
                    <a:pt x="55" y="0"/>
                    <a:pt x="47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170"/>
                    <a:pt x="0" y="170"/>
                    <a:pt x="0" y="170"/>
                  </a:cubicBezTo>
                  <a:cubicBezTo>
                    <a:pt x="34" y="170"/>
                    <a:pt x="34" y="170"/>
                    <a:pt x="34" y="170"/>
                  </a:cubicBezTo>
                  <a:cubicBezTo>
                    <a:pt x="34" y="101"/>
                    <a:pt x="34" y="101"/>
                    <a:pt x="34" y="101"/>
                  </a:cubicBezTo>
                  <a:cubicBezTo>
                    <a:pt x="45" y="101"/>
                    <a:pt x="45" y="101"/>
                    <a:pt x="45" y="101"/>
                  </a:cubicBezTo>
                  <a:cubicBezTo>
                    <a:pt x="87" y="170"/>
                    <a:pt x="87" y="170"/>
                    <a:pt x="87" y="170"/>
                  </a:cubicBezTo>
                  <a:cubicBezTo>
                    <a:pt x="116" y="170"/>
                    <a:pt x="116" y="170"/>
                    <a:pt x="116" y="170"/>
                  </a:cubicBezTo>
                  <a:cubicBezTo>
                    <a:pt x="129" y="170"/>
                    <a:pt x="129" y="170"/>
                    <a:pt x="129" y="170"/>
                  </a:cubicBezTo>
                  <a:cubicBezTo>
                    <a:pt x="129" y="170"/>
                    <a:pt x="129" y="170"/>
                    <a:pt x="129" y="170"/>
                  </a:cubicBezTo>
                  <a:lnTo>
                    <a:pt x="82" y="96"/>
                  </a:lnTo>
                  <a:close/>
                  <a:moveTo>
                    <a:pt x="79" y="60"/>
                  </a:moveTo>
                  <a:cubicBezTo>
                    <a:pt x="77" y="62"/>
                    <a:pt x="74" y="64"/>
                    <a:pt x="71" y="65"/>
                  </a:cubicBezTo>
                  <a:cubicBezTo>
                    <a:pt x="67" y="67"/>
                    <a:pt x="62" y="67"/>
                    <a:pt x="58" y="68"/>
                  </a:cubicBezTo>
                  <a:cubicBezTo>
                    <a:pt x="52" y="68"/>
                    <a:pt x="47" y="68"/>
                    <a:pt x="42" y="68"/>
                  </a:cubicBezTo>
                  <a:cubicBezTo>
                    <a:pt x="34" y="68"/>
                    <a:pt x="34" y="68"/>
                    <a:pt x="34" y="68"/>
                  </a:cubicBezTo>
                  <a:cubicBezTo>
                    <a:pt x="34" y="32"/>
                    <a:pt x="34" y="32"/>
                    <a:pt x="34" y="32"/>
                  </a:cubicBezTo>
                  <a:cubicBezTo>
                    <a:pt x="52" y="32"/>
                    <a:pt x="52" y="32"/>
                    <a:pt x="52" y="32"/>
                  </a:cubicBezTo>
                  <a:cubicBezTo>
                    <a:pt x="56" y="32"/>
                    <a:pt x="60" y="33"/>
                    <a:pt x="64" y="33"/>
                  </a:cubicBezTo>
                  <a:cubicBezTo>
                    <a:pt x="68" y="34"/>
                    <a:pt x="71" y="35"/>
                    <a:pt x="74" y="36"/>
                  </a:cubicBezTo>
                  <a:cubicBezTo>
                    <a:pt x="76" y="37"/>
                    <a:pt x="78" y="39"/>
                    <a:pt x="79" y="41"/>
                  </a:cubicBezTo>
                  <a:cubicBezTo>
                    <a:pt x="81" y="43"/>
                    <a:pt x="81" y="46"/>
                    <a:pt x="81" y="50"/>
                  </a:cubicBezTo>
                  <a:cubicBezTo>
                    <a:pt x="81" y="55"/>
                    <a:pt x="81" y="58"/>
                    <a:pt x="79" y="60"/>
                  </a:cubicBez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19" name="Freeform 10"/>
            <p:cNvSpPr>
              <a:spLocks noEditPoints="1"/>
            </p:cNvSpPr>
            <p:nvPr userDrawn="1"/>
          </p:nvSpPr>
          <p:spPr bwMode="auto">
            <a:xfrm>
              <a:off x="8003615" y="2394682"/>
              <a:ext cx="347662" cy="376237"/>
            </a:xfrm>
            <a:custGeom>
              <a:avLst/>
              <a:gdLst>
                <a:gd name="T0" fmla="*/ 119 w 219"/>
                <a:gd name="T1" fmla="*/ 0 h 237"/>
                <a:gd name="T2" fmla="*/ 81 w 219"/>
                <a:gd name="T3" fmla="*/ 0 h 237"/>
                <a:gd name="T4" fmla="*/ 0 w 219"/>
                <a:gd name="T5" fmla="*/ 188 h 237"/>
                <a:gd name="T6" fmla="*/ 30 w 219"/>
                <a:gd name="T7" fmla="*/ 237 h 237"/>
                <a:gd name="T8" fmla="*/ 52 w 219"/>
                <a:gd name="T9" fmla="*/ 184 h 237"/>
                <a:gd name="T10" fmla="*/ 144 w 219"/>
                <a:gd name="T11" fmla="*/ 184 h 237"/>
                <a:gd name="T12" fmla="*/ 166 w 219"/>
                <a:gd name="T13" fmla="*/ 237 h 237"/>
                <a:gd name="T14" fmla="*/ 219 w 219"/>
                <a:gd name="T15" fmla="*/ 237 h 237"/>
                <a:gd name="T16" fmla="*/ 119 w 219"/>
                <a:gd name="T17" fmla="*/ 0 h 237"/>
                <a:gd name="T18" fmla="*/ 70 w 219"/>
                <a:gd name="T19" fmla="*/ 141 h 237"/>
                <a:gd name="T20" fmla="*/ 99 w 219"/>
                <a:gd name="T21" fmla="*/ 71 h 237"/>
                <a:gd name="T22" fmla="*/ 128 w 219"/>
                <a:gd name="T23" fmla="*/ 141 h 237"/>
                <a:gd name="T24" fmla="*/ 70 w 219"/>
                <a:gd name="T25" fmla="*/ 141 h 23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</a:cxnLst>
              <a:rect l="0" t="0" r="r" b="b"/>
              <a:pathLst>
                <a:path w="219" h="237">
                  <a:moveTo>
                    <a:pt x="119" y="0"/>
                  </a:moveTo>
                  <a:lnTo>
                    <a:pt x="81" y="0"/>
                  </a:lnTo>
                  <a:lnTo>
                    <a:pt x="0" y="188"/>
                  </a:lnTo>
                  <a:lnTo>
                    <a:pt x="30" y="237"/>
                  </a:lnTo>
                  <a:lnTo>
                    <a:pt x="52" y="184"/>
                  </a:lnTo>
                  <a:lnTo>
                    <a:pt x="144" y="184"/>
                  </a:lnTo>
                  <a:lnTo>
                    <a:pt x="166" y="237"/>
                  </a:lnTo>
                  <a:lnTo>
                    <a:pt x="219" y="237"/>
                  </a:lnTo>
                  <a:lnTo>
                    <a:pt x="119" y="0"/>
                  </a:lnTo>
                  <a:close/>
                  <a:moveTo>
                    <a:pt x="70" y="141"/>
                  </a:moveTo>
                  <a:lnTo>
                    <a:pt x="99" y="71"/>
                  </a:lnTo>
                  <a:lnTo>
                    <a:pt x="128" y="141"/>
                  </a:lnTo>
                  <a:lnTo>
                    <a:pt x="70" y="141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  <p:sp>
          <p:nvSpPr>
            <p:cNvPr id="20" name="Freeform 11"/>
            <p:cNvSpPr>
              <a:spLocks/>
            </p:cNvSpPr>
            <p:nvPr userDrawn="1"/>
          </p:nvSpPr>
          <p:spPr bwMode="auto">
            <a:xfrm>
              <a:off x="8340165" y="2394682"/>
              <a:ext cx="295275" cy="376237"/>
            </a:xfrm>
            <a:custGeom>
              <a:avLst/>
              <a:gdLst>
                <a:gd name="T0" fmla="*/ 118 w 135"/>
                <a:gd name="T1" fmla="*/ 129 h 170"/>
                <a:gd name="T2" fmla="*/ 118 w 135"/>
                <a:gd name="T3" fmla="*/ 127 h 170"/>
                <a:gd name="T4" fmla="*/ 116 w 135"/>
                <a:gd name="T5" fmla="*/ 129 h 170"/>
                <a:gd name="T6" fmla="*/ 115 w 135"/>
                <a:gd name="T7" fmla="*/ 129 h 170"/>
                <a:gd name="T8" fmla="*/ 106 w 135"/>
                <a:gd name="T9" fmla="*/ 134 h 170"/>
                <a:gd name="T10" fmla="*/ 87 w 135"/>
                <a:gd name="T11" fmla="*/ 138 h 170"/>
                <a:gd name="T12" fmla="*/ 50 w 135"/>
                <a:gd name="T13" fmla="*/ 123 h 170"/>
                <a:gd name="T14" fmla="*/ 34 w 135"/>
                <a:gd name="T15" fmla="*/ 85 h 170"/>
                <a:gd name="T16" fmla="*/ 50 w 135"/>
                <a:gd name="T17" fmla="*/ 47 h 170"/>
                <a:gd name="T18" fmla="*/ 87 w 135"/>
                <a:gd name="T19" fmla="*/ 32 h 170"/>
                <a:gd name="T20" fmla="*/ 116 w 135"/>
                <a:gd name="T21" fmla="*/ 41 h 170"/>
                <a:gd name="T22" fmla="*/ 117 w 135"/>
                <a:gd name="T23" fmla="*/ 42 h 170"/>
                <a:gd name="T24" fmla="*/ 134 w 135"/>
                <a:gd name="T25" fmla="*/ 15 h 170"/>
                <a:gd name="T26" fmla="*/ 135 w 135"/>
                <a:gd name="T27" fmla="*/ 13 h 170"/>
                <a:gd name="T28" fmla="*/ 132 w 135"/>
                <a:gd name="T29" fmla="*/ 12 h 170"/>
                <a:gd name="T30" fmla="*/ 88 w 135"/>
                <a:gd name="T31" fmla="*/ 0 h 170"/>
                <a:gd name="T32" fmla="*/ 21 w 135"/>
                <a:gd name="T33" fmla="*/ 30 h 170"/>
                <a:gd name="T34" fmla="*/ 0 w 135"/>
                <a:gd name="T35" fmla="*/ 86 h 170"/>
                <a:gd name="T36" fmla="*/ 25 w 135"/>
                <a:gd name="T37" fmla="*/ 145 h 170"/>
                <a:gd name="T38" fmla="*/ 86 w 135"/>
                <a:gd name="T39" fmla="*/ 170 h 170"/>
                <a:gd name="T40" fmla="*/ 132 w 135"/>
                <a:gd name="T41" fmla="*/ 158 h 170"/>
                <a:gd name="T42" fmla="*/ 135 w 135"/>
                <a:gd name="T43" fmla="*/ 156 h 170"/>
                <a:gd name="T44" fmla="*/ 118 w 135"/>
                <a:gd name="T45" fmla="*/ 129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135" h="170">
                  <a:moveTo>
                    <a:pt x="118" y="129"/>
                  </a:moveTo>
                  <a:cubicBezTo>
                    <a:pt x="118" y="127"/>
                    <a:pt x="118" y="127"/>
                    <a:pt x="118" y="127"/>
                  </a:cubicBezTo>
                  <a:cubicBezTo>
                    <a:pt x="116" y="129"/>
                    <a:pt x="116" y="129"/>
                    <a:pt x="116" y="129"/>
                  </a:cubicBezTo>
                  <a:cubicBezTo>
                    <a:pt x="115" y="129"/>
                    <a:pt x="115" y="129"/>
                    <a:pt x="115" y="129"/>
                  </a:cubicBezTo>
                  <a:cubicBezTo>
                    <a:pt x="112" y="131"/>
                    <a:pt x="109" y="133"/>
                    <a:pt x="106" y="134"/>
                  </a:cubicBezTo>
                  <a:cubicBezTo>
                    <a:pt x="101" y="137"/>
                    <a:pt x="94" y="138"/>
                    <a:pt x="87" y="138"/>
                  </a:cubicBezTo>
                  <a:cubicBezTo>
                    <a:pt x="72" y="138"/>
                    <a:pt x="60" y="133"/>
                    <a:pt x="50" y="123"/>
                  </a:cubicBezTo>
                  <a:cubicBezTo>
                    <a:pt x="39" y="112"/>
                    <a:pt x="34" y="100"/>
                    <a:pt x="34" y="85"/>
                  </a:cubicBezTo>
                  <a:cubicBezTo>
                    <a:pt x="34" y="70"/>
                    <a:pt x="39" y="58"/>
                    <a:pt x="50" y="47"/>
                  </a:cubicBezTo>
                  <a:cubicBezTo>
                    <a:pt x="60" y="37"/>
                    <a:pt x="72" y="32"/>
                    <a:pt x="87" y="32"/>
                  </a:cubicBezTo>
                  <a:cubicBezTo>
                    <a:pt x="96" y="32"/>
                    <a:pt x="106" y="35"/>
                    <a:pt x="116" y="41"/>
                  </a:cubicBezTo>
                  <a:cubicBezTo>
                    <a:pt x="117" y="42"/>
                    <a:pt x="117" y="42"/>
                    <a:pt x="117" y="42"/>
                  </a:cubicBezTo>
                  <a:cubicBezTo>
                    <a:pt x="134" y="15"/>
                    <a:pt x="134" y="15"/>
                    <a:pt x="134" y="15"/>
                  </a:cubicBezTo>
                  <a:cubicBezTo>
                    <a:pt x="135" y="13"/>
                    <a:pt x="135" y="13"/>
                    <a:pt x="135" y="13"/>
                  </a:cubicBezTo>
                  <a:cubicBezTo>
                    <a:pt x="132" y="12"/>
                    <a:pt x="132" y="12"/>
                    <a:pt x="132" y="12"/>
                  </a:cubicBezTo>
                  <a:cubicBezTo>
                    <a:pt x="118" y="4"/>
                    <a:pt x="103" y="0"/>
                    <a:pt x="88" y="0"/>
                  </a:cubicBezTo>
                  <a:cubicBezTo>
                    <a:pt x="61" y="0"/>
                    <a:pt x="38" y="10"/>
                    <a:pt x="21" y="30"/>
                  </a:cubicBezTo>
                  <a:cubicBezTo>
                    <a:pt x="7" y="46"/>
                    <a:pt x="0" y="65"/>
                    <a:pt x="0" y="86"/>
                  </a:cubicBezTo>
                  <a:cubicBezTo>
                    <a:pt x="0" y="109"/>
                    <a:pt x="9" y="129"/>
                    <a:pt x="25" y="145"/>
                  </a:cubicBezTo>
                  <a:cubicBezTo>
                    <a:pt x="42" y="161"/>
                    <a:pt x="63" y="170"/>
                    <a:pt x="86" y="170"/>
                  </a:cubicBezTo>
                  <a:cubicBezTo>
                    <a:pt x="102" y="170"/>
                    <a:pt x="117" y="166"/>
                    <a:pt x="132" y="158"/>
                  </a:cubicBezTo>
                  <a:cubicBezTo>
                    <a:pt x="135" y="156"/>
                    <a:pt x="135" y="156"/>
                    <a:pt x="135" y="156"/>
                  </a:cubicBezTo>
                  <a:lnTo>
                    <a:pt x="118" y="129"/>
                  </a:lnTo>
                  <a:close/>
                </a:path>
              </a:pathLst>
            </a:custGeom>
            <a:grpFill/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ko-KR" altLang="en-US"/>
            </a:p>
          </p:txBody>
        </p:sp>
      </p:grpSp>
    </p:spTree>
    <p:extLst>
      <p:ext uri="{BB962C8B-B14F-4D97-AF65-F5344CB8AC3E}">
        <p14:creationId xmlns:p14="http://schemas.microsoft.com/office/powerpoint/2010/main" val="66613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dirty="0" smtClean="0"/>
              <a:t>마스터 텍스트 스타일 편집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DAE6DCC-97F7-4ACF-97C1-6DBC9656D44A}" type="datetimeFigureOut">
              <a:rPr lang="ko-KR" altLang="en-US" smtClean="0"/>
              <a:t>2025-04-11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D029E8-BA52-4248-B1ED-DE1A38AB7C6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9977861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0542897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56" r:id="rId1"/>
    <p:sldLayoutId id="2147483958" r:id="rId2"/>
    <p:sldLayoutId id="2147484095" r:id="rId3"/>
    <p:sldLayoutId id="2147484096" r:id="rId4"/>
    <p:sldLayoutId id="2147484097" r:id="rId5"/>
  </p:sldLayoutIdLst>
  <p:timing>
    <p:tnLst>
      <p:par>
        <p:cTn id="1" dur="indefinite" restart="never" nodeType="tmRoot"/>
      </p:par>
    </p:tnLst>
  </p:timing>
  <p:hf hdr="0" ftr="0" dt="0"/>
  <p:txStyles>
    <p:titleStyle>
      <a:lvl1pPr algn="ctr" defTabSz="914296" rtl="0" eaLnBrk="1" latinLnBrk="1" hangingPunct="1">
        <a:spcBef>
          <a:spcPct val="0"/>
        </a:spcBef>
        <a:buNone/>
        <a:defRPr sz="4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861" indent="-342861" algn="l" defTabSz="914296" rtl="0" eaLnBrk="1" latinLnBrk="1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866" indent="-285717" algn="l" defTabSz="914296" rtl="0" eaLnBrk="1" latinLnBrk="1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87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017" indent="-228574" algn="l" defTabSz="914296" rtl="0" eaLnBrk="1" latinLnBrk="1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166" indent="-228574" algn="l" defTabSz="914296" rtl="0" eaLnBrk="1" latinLnBrk="1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314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462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610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5758" indent="-228574" algn="l" defTabSz="914296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4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29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445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592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740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2888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036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184" algn="l" defTabSz="914296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 mod="1">
    <p:ext uri="{27BBF7A9-308A-43DC-89C8-2F10F3537804}">
      <p15:sldGuideLst xmlns:p15="http://schemas.microsoft.com/office/powerpoint/2012/main"/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4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9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21.png"/><Relationship Id="rId4" Type="http://schemas.openxmlformats.org/officeDocument/2006/relationships/image" Target="../media/image20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4.png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____.xlsx"/><Relationship Id="rId2" Type="http://schemas.openxmlformats.org/officeDocument/2006/relationships/slideLayout" Target="../slideLayouts/slideLayout3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26.wmf"/><Relationship Id="rId5" Type="http://schemas.openxmlformats.org/officeDocument/2006/relationships/package" Target="../embeddings/Microsoft_Excel_____1.xlsx"/><Relationship Id="rId4" Type="http://schemas.openxmlformats.org/officeDocument/2006/relationships/image" Target="../media/image25.emf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부제목 16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quarter" idx="16"/>
          </p:nvPr>
        </p:nvSpPr>
        <p:spPr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부서명</a:t>
            </a:r>
            <a:endParaRPr lang="ko-KR" altLang="en-US" dirty="0"/>
          </a:p>
        </p:txBody>
      </p:sp>
      <p:sp>
        <p:nvSpPr>
          <p:cNvPr id="20" name="내용 개체 틀 19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en-US" altLang="ko-KR" dirty="0" smtClean="0"/>
              <a:t>MES DB </a:t>
            </a:r>
            <a:r>
              <a:rPr lang="ko-KR" altLang="en-US" dirty="0" smtClean="0"/>
              <a:t>구축 완료 보고서</a:t>
            </a:r>
            <a:endParaRPr lang="ko-KR" altLang="en-US" dirty="0"/>
          </a:p>
        </p:txBody>
      </p:sp>
      <p:sp>
        <p:nvSpPr>
          <p:cNvPr id="8" name="직사각형 7"/>
          <p:cNvSpPr/>
          <p:nvPr/>
        </p:nvSpPr>
        <p:spPr>
          <a:xfrm>
            <a:off x="8019962" y="404813"/>
            <a:ext cx="1499128" cy="276999"/>
          </a:xfrm>
          <a:prstGeom prst="rect">
            <a:avLst/>
          </a:prstGeom>
          <a:ln>
            <a:solidFill>
              <a:srgbClr val="7F7F7F"/>
            </a:solidFill>
          </a:ln>
        </p:spPr>
        <p:txBody>
          <a:bodyPr wrap="none">
            <a:spAutoFit/>
          </a:bodyPr>
          <a:lstStyle/>
          <a:p>
            <a:r>
              <a:rPr lang="ko-KR" altLang="en-US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고객사 </a:t>
            </a:r>
            <a:r>
              <a:rPr lang="en-US" altLang="ko-KR" sz="1200" dirty="0">
                <a:solidFill>
                  <a:srgbClr val="7F7F7F"/>
                </a:solidFill>
                <a:latin typeface="맑은 고딕" panose="020B0503020000020004" pitchFamily="50" charset="-127"/>
                <a:ea typeface="맑은 고딕" panose="020B0503020000020004" pitchFamily="50" charset="-127"/>
              </a:rPr>
              <a:t>CI(optional)</a:t>
            </a:r>
          </a:p>
        </p:txBody>
      </p:sp>
      <p:sp>
        <p:nvSpPr>
          <p:cNvPr id="9" name="내용 개체 틀 1"/>
          <p:cNvSpPr>
            <a:spLocks noGrp="1"/>
          </p:cNvSpPr>
          <p:nvPr>
            <p:ph sz="quarter" idx="17"/>
          </p:nvPr>
        </p:nvSpPr>
        <p:spPr>
          <a:xfrm>
            <a:off x="1080000" y="3356991"/>
            <a:ext cx="5133140" cy="720081"/>
          </a:xfrm>
        </p:spPr>
        <p:txBody>
          <a:bodyPr/>
          <a:lstStyle/>
          <a:p>
            <a:r>
              <a:rPr lang="ko-KR" altLang="en-US" dirty="0" smtClean="0"/>
              <a:t>부제목을 입력하세요</a:t>
            </a:r>
            <a:r>
              <a:rPr lang="en-US" altLang="ko-KR" dirty="0" smtClean="0"/>
              <a:t>.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3493097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>
            <a:off x="743077" y="599744"/>
            <a:ext cx="8629497" cy="2996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lIns="54000" tIns="10800" rIns="54000" bIns="10800"/>
          <a:lstStyle>
            <a:lvl1pPr marL="342900" indent="-3429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fontAlgn="base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fontAlgn="base" latinLnBrk="0">
              <a:spcBef>
                <a:spcPct val="20000"/>
              </a:spcBef>
              <a:spcAft>
                <a:spcPct val="0"/>
              </a:spcAft>
              <a:buFont typeface="Wingdings" pitchFamily="2" charset="2"/>
              <a:buNone/>
            </a:pPr>
            <a:r>
              <a:rPr kumimoji="0" lang="ko-KR" altLang="en-US" sz="2000" b="1" dirty="0">
                <a:latin typeface="+mn-ea"/>
                <a:ea typeface="+mn-ea"/>
              </a:rPr>
              <a:t>문서 </a:t>
            </a:r>
            <a:r>
              <a:rPr kumimoji="0" lang="ko-KR" altLang="en-US" sz="2000" b="1" dirty="0" err="1">
                <a:latin typeface="+mn-ea"/>
                <a:ea typeface="+mn-ea"/>
              </a:rPr>
              <a:t>개정이력표</a:t>
            </a:r>
            <a:endParaRPr kumimoji="0" lang="en-US" altLang="ko-KR" sz="2000" b="1" dirty="0">
              <a:latin typeface="+mn-ea"/>
              <a:ea typeface="+mn-ea"/>
            </a:endParaRPr>
          </a:p>
        </p:txBody>
      </p:sp>
      <p:graphicFrame>
        <p:nvGraphicFramePr>
          <p:cNvPr id="6" name="Group 21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16736715"/>
              </p:ext>
            </p:extLst>
          </p:nvPr>
        </p:nvGraphicFramePr>
        <p:xfrm>
          <a:off x="821175" y="1101688"/>
          <a:ext cx="8190640" cy="4712088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87468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914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33240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버전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날짜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내용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1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굴림" pitchFamily="50" charset="-127"/>
                          <a:cs typeface="+mn-cs"/>
                        </a:rPr>
                        <a:t>작성자</a:t>
                      </a:r>
                      <a:endParaRPr kumimoji="1" lang="ko-KR" altLang="en-US" sz="12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n-ea"/>
                        <a:ea typeface="굴림" pitchFamily="50" charset="-127"/>
                        <a:cs typeface="+mn-cs"/>
                      </a:endParaRPr>
                    </a:p>
                  </a:txBody>
                  <a:tcPr anchor="ctr" horzOverflow="overflow">
                    <a:solidFill>
                      <a:schemeClr val="accent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1.0</a:t>
                      </a: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20XX.XX.XX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최초 제정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2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OOO</a:t>
                      </a: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694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869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6203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323220670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544925369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946507743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endParaRPr kumimoji="1" lang="ko-KR" altLang="ko-KR" sz="1200" b="0" i="0" u="none" strike="noStrike" kern="1200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511648706"/>
                  </a:ext>
                </a:extLst>
              </a:tr>
              <a:tr h="302582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2815606028"/>
                  </a:ext>
                </a:extLst>
              </a:tr>
              <a:tr h="302582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170983"/>
                  </a:ext>
                </a:extLst>
              </a:tr>
              <a:tr h="378228"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tc>
                  <a:txBody>
                    <a:bodyPr/>
                    <a:lstStyle>
                      <a:lvl1pPr marL="0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6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1pPr>
                      <a:lvl2pPr marL="282575" algn="l" defTabSz="914400" rtl="0" eaLnBrk="1" latinLnBrk="1" hangingPunct="1">
                        <a:spcBef>
                          <a:spcPct val="20000"/>
                        </a:spcBef>
                        <a:buFont typeface="Wingdings" pitchFamily="2" charset="2"/>
                        <a:defRPr kumimoji="1" sz="14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2pPr>
                      <a:lvl3pPr marL="574675" algn="l" defTabSz="914400" rtl="0" eaLnBrk="1" latinLnBrk="1" hangingPunct="1">
                        <a:spcBef>
                          <a:spcPct val="20000"/>
                        </a:spcBef>
                        <a:defRPr kumimoji="1" sz="12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3pPr>
                      <a:lvl4pPr marL="860425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4pPr>
                      <a:lvl5pPr marL="1147763" algn="l" defTabSz="914400" rtl="0" eaLnBrk="1" latinLnBrk="1" hangingPunct="1">
                        <a:spcBef>
                          <a:spcPct val="20000"/>
                        </a:spcBef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5pPr>
                      <a:lvl6pPr marL="16049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6pPr>
                      <a:lvl7pPr marL="20621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7pPr>
                      <a:lvl8pPr marL="25193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8pPr>
                      <a:lvl9pPr marL="2976563" algn="l" defTabSz="914400" rtl="0" eaLnBrk="1" fontAlgn="base" latinLnBrk="1" hangingPunct="1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 sz="1000" kern="1200">
                          <a:solidFill>
                            <a:schemeClr val="tx1"/>
                          </a:solidFill>
                          <a:latin typeface="굴림" pitchFamily="50" charset="-127"/>
                          <a:ea typeface="굴림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anchor="ctr" horzOverflow="overflow"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979445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내용 개체 틀 1"/>
          <p:cNvSpPr>
            <a:spLocks noGrp="1"/>
          </p:cNvSpPr>
          <p:nvPr>
            <p:ph idx="1"/>
          </p:nvPr>
        </p:nvSpPr>
        <p:spPr>
          <a:prstGeom prst="rect">
            <a:avLst/>
          </a:prstGeom>
        </p:spPr>
        <p:txBody>
          <a:bodyPr/>
          <a:lstStyle/>
          <a:p>
            <a:pPr lvl="0">
              <a:buFont typeface="+mj-lt"/>
              <a:buAutoNum type="arabicPeriod"/>
            </a:pPr>
            <a:r>
              <a:rPr lang="en-US" altLang="ko-KR" dirty="0"/>
              <a:t>DB </a:t>
            </a:r>
            <a:r>
              <a:rPr lang="ko-KR" altLang="en-US" dirty="0"/>
              <a:t>설치 결과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DB </a:t>
            </a:r>
            <a:r>
              <a:rPr lang="ko-KR" altLang="en-US" dirty="0" err="1"/>
              <a:t>재기동</a:t>
            </a:r>
            <a:r>
              <a:rPr lang="ko-KR" altLang="en-US" dirty="0"/>
              <a:t> 명령어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ARCHIVE LOG </a:t>
            </a:r>
            <a:r>
              <a:rPr lang="ko-KR" altLang="en-US" dirty="0"/>
              <a:t>삭제 명령어</a:t>
            </a:r>
            <a:endParaRPr lang="en-US" altLang="ko-KR" dirty="0"/>
          </a:p>
          <a:p>
            <a:pPr lvl="0">
              <a:buFont typeface="+mj-lt"/>
              <a:buAutoNum type="arabicPeriod"/>
            </a:pPr>
            <a:r>
              <a:rPr lang="en-US" altLang="ko-KR" dirty="0"/>
              <a:t>Database System Hardening </a:t>
            </a:r>
            <a:r>
              <a:rPr lang="en-US" altLang="ko-KR" dirty="0" smtClean="0"/>
              <a:t>Checklist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32375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 smtClean="0"/>
              <a:t>1. </a:t>
            </a:r>
            <a:r>
              <a:rPr lang="en-US" altLang="ko-KR" dirty="0" smtClean="0"/>
              <a:t>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19C </a:t>
            </a:r>
            <a:r>
              <a:rPr lang="ko-KR" altLang="en-US" dirty="0"/>
              <a:t>정보 및 </a:t>
            </a:r>
            <a:r>
              <a:rPr lang="en-US" altLang="ko-KR" dirty="0"/>
              <a:t>(19.25) </a:t>
            </a:r>
            <a:r>
              <a:rPr lang="ko-KR" altLang="en-US" dirty="0"/>
              <a:t>패치</a:t>
            </a:r>
            <a:r>
              <a:rPr lang="en-US" altLang="ko-KR" dirty="0"/>
              <a:t> </a:t>
            </a:r>
            <a:r>
              <a:rPr lang="ko-KR" altLang="en-US" dirty="0" smtClean="0"/>
              <a:t>정보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21830" y="1509596"/>
            <a:ext cx="8483081" cy="5008562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800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920605" y="1765658"/>
            <a:ext cx="7801752" cy="1723549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MY ORACLE SUPPORT (</a:t>
            </a:r>
            <a:r>
              <a:rPr lang="en-US" altLang="ko-KR" sz="1600" b="1" dirty="0">
                <a:solidFill>
                  <a:prstClr val="black"/>
                </a:solidFill>
                <a:latin typeface="맑은 고딕" panose="020B0503020000020004" pitchFamily="50" charset="-127"/>
              </a:rPr>
              <a:t>Doc ID 2118136.2)</a:t>
            </a:r>
          </a:p>
          <a:p>
            <a:endParaRPr lang="en-US" altLang="ko-KR" sz="1600" b="1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현재 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ORACLE RU PATCH 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중 가장 최신에 나온 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PATCH 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입니다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. ORACLE RU PATCH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는 분기별로 한 번씩 나오는 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PATCH 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이며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, 7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월 달에 나온 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RU PATCH </a:t>
            </a:r>
            <a:r>
              <a:rPr lang="ko-KR" altLang="en-US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입니다</a:t>
            </a:r>
            <a:r>
              <a:rPr lang="en-US" altLang="ko-KR" sz="1600" b="1" dirty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cs typeface="Segoe UI" panose="020B0502040204020203" pitchFamily="34" charset="0"/>
              </a:rPr>
              <a:t>.</a:t>
            </a:r>
          </a:p>
          <a:p>
            <a:endParaRPr lang="en-US" altLang="ko-KR" sz="1600" b="1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en-US" altLang="ko-KR" sz="1600" b="1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endParaRPr lang="ko-KR" altLang="en-US" sz="1600" b="1" dirty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7" name="그룹 6">
            <a:extLst>
              <a:ext uri="{FF2B5EF4-FFF2-40B4-BE49-F238E27FC236}">
                <a16:creationId xmlns:a16="http://schemas.microsoft.com/office/drawing/2014/main" id="{38B2A8EC-E8CC-E859-7AB1-64F0EFEDBFA0}"/>
              </a:ext>
            </a:extLst>
          </p:cNvPr>
          <p:cNvGrpSpPr/>
          <p:nvPr/>
        </p:nvGrpSpPr>
        <p:grpSpPr>
          <a:xfrm>
            <a:off x="2343906" y="2977427"/>
            <a:ext cx="5699843" cy="3208909"/>
            <a:chOff x="2103077" y="2816736"/>
            <a:chExt cx="5699843" cy="3208909"/>
          </a:xfrm>
        </p:grpSpPr>
        <p:pic>
          <p:nvPicPr>
            <p:cNvPr id="8" name="그림 7">
              <a:extLst>
                <a:ext uri="{FF2B5EF4-FFF2-40B4-BE49-F238E27FC236}">
                  <a16:creationId xmlns:a16="http://schemas.microsoft.com/office/drawing/2014/main" id="{D997B985-9ED0-86DC-3759-E9227151FF30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2103077" y="2816736"/>
              <a:ext cx="5699843" cy="3208909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E22DF7CF-66A6-2BE6-7A11-231800A914AC}"/>
                </a:ext>
              </a:extLst>
            </p:cNvPr>
            <p:cNvSpPr/>
            <p:nvPr/>
          </p:nvSpPr>
          <p:spPr>
            <a:xfrm>
              <a:off x="5596932" y="4531807"/>
              <a:ext cx="954593" cy="291402"/>
            </a:xfrm>
            <a:prstGeom prst="rect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</a:ln>
            <a:effectLst/>
          </p:spPr>
          <p:txBody>
            <a:bodyPr rtlCol="0" anchor="ctr"/>
            <a:lstStyle/>
            <a:p>
              <a:pPr marL="0" marR="0" lvl="0" indent="0" algn="ctr" defTabSz="914296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ko-KR" altLang="en-US" sz="1800" b="0" i="0" u="none" strike="noStrike" kern="0" cap="none" spc="0" normalizeH="0" baseline="0" noProof="0" smtClean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맑은 고딕" panose="020B0503020000020004" pitchFamily="50" charset="-127"/>
                <a:ea typeface="나눔고딕"/>
                <a:cs typeface="+mn-cs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48597498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19C </a:t>
            </a:r>
            <a:r>
              <a:rPr lang="ko-KR" altLang="en-US" dirty="0"/>
              <a:t>정보 및 </a:t>
            </a:r>
            <a:r>
              <a:rPr lang="en-US" altLang="ko-KR" dirty="0"/>
              <a:t>(19.25) </a:t>
            </a:r>
            <a:r>
              <a:rPr lang="ko-KR" altLang="en-US" dirty="0"/>
              <a:t>패치 </a:t>
            </a:r>
            <a:r>
              <a:rPr lang="ko-KR" altLang="en-US" dirty="0" smtClean="0"/>
              <a:t>정보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576675" y="1490781"/>
            <a:ext cx="8557726" cy="500856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E792B84-482C-E820-C303-EBE55FD611A4}"/>
              </a:ext>
            </a:extLst>
          </p:cNvPr>
          <p:cNvSpPr txBox="1"/>
          <p:nvPr/>
        </p:nvSpPr>
        <p:spPr>
          <a:xfrm>
            <a:off x="680605" y="4683237"/>
            <a:ext cx="3576179" cy="21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/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Patch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적용 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BC2F6A2-5228-ED68-573E-819FA6E623E5}"/>
              </a:ext>
            </a:extLst>
          </p:cNvPr>
          <p:cNvSpPr txBox="1"/>
          <p:nvPr/>
        </p:nvSpPr>
        <p:spPr>
          <a:xfrm>
            <a:off x="680605" y="3372326"/>
            <a:ext cx="3576179" cy="21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/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 RU PATCH VERSION</a:t>
            </a:r>
            <a:endParaRPr lang="ko-KR" altLang="en-US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E5DA7D1-7E84-247B-BC87-767DE89327D6}"/>
              </a:ext>
            </a:extLst>
          </p:cNvPr>
          <p:cNvSpPr txBox="1"/>
          <p:nvPr/>
        </p:nvSpPr>
        <p:spPr>
          <a:xfrm>
            <a:off x="644606" y="1547665"/>
            <a:ext cx="3576179" cy="219620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/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MCCS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VIP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를 통한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SQLPLUS 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접속</a:t>
            </a:r>
          </a:p>
        </p:txBody>
      </p:sp>
      <p:grpSp>
        <p:nvGrpSpPr>
          <p:cNvPr id="9" name="그룹 8"/>
          <p:cNvGrpSpPr/>
          <p:nvPr/>
        </p:nvGrpSpPr>
        <p:grpSpPr>
          <a:xfrm>
            <a:off x="680605" y="4954092"/>
            <a:ext cx="8103347" cy="1461433"/>
            <a:chOff x="484931" y="4912700"/>
            <a:chExt cx="8658492" cy="1461433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84931" y="4912700"/>
              <a:ext cx="8658492" cy="1461433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B29FFA4F-2185-4910-09E8-69626D0AD3E5}"/>
                </a:ext>
              </a:extLst>
            </p:cNvPr>
            <p:cNvSpPr/>
            <p:nvPr/>
          </p:nvSpPr>
          <p:spPr>
            <a:xfrm>
              <a:off x="929640" y="5806440"/>
              <a:ext cx="7860791" cy="513627"/>
            </a:xfrm>
            <a:prstGeom prst="rect">
              <a:avLst/>
            </a:prstGeom>
            <a:noFill/>
            <a:ln>
              <a:solidFill>
                <a:srgbClr val="C0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2" name="그림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0605" y="3610484"/>
            <a:ext cx="6825933" cy="1082134"/>
          </a:xfrm>
          <a:prstGeom prst="rect">
            <a:avLst/>
          </a:prstGeom>
        </p:spPr>
      </p:pic>
      <p:grpSp>
        <p:nvGrpSpPr>
          <p:cNvPr id="13" name="그룹 12"/>
          <p:cNvGrpSpPr/>
          <p:nvPr/>
        </p:nvGrpSpPr>
        <p:grpSpPr>
          <a:xfrm>
            <a:off x="608606" y="1856741"/>
            <a:ext cx="7497971" cy="1515585"/>
            <a:chOff x="448932" y="1733364"/>
            <a:chExt cx="8011643" cy="2313342"/>
          </a:xfrm>
        </p:grpSpPr>
        <p:pic>
          <p:nvPicPr>
            <p:cNvPr id="14" name="그림 13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932" y="1733364"/>
              <a:ext cx="8011643" cy="2313342"/>
            </a:xfrm>
            <a:prstGeom prst="rect">
              <a:avLst/>
            </a:prstGeom>
          </p:spPr>
        </p:pic>
        <p:sp>
          <p:nvSpPr>
            <p:cNvPr id="15" name="직사각형 14"/>
            <p:cNvSpPr/>
            <p:nvPr/>
          </p:nvSpPr>
          <p:spPr>
            <a:xfrm>
              <a:off x="3745150" y="1744431"/>
              <a:ext cx="1254868" cy="200379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20154041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19C </a:t>
            </a:r>
            <a:r>
              <a:rPr lang="ko-KR" altLang="en-US" dirty="0"/>
              <a:t>정보 및 </a:t>
            </a:r>
            <a:r>
              <a:rPr lang="en-US" altLang="ko-KR" dirty="0"/>
              <a:t>(19.25) </a:t>
            </a:r>
            <a:r>
              <a:rPr lang="ko-KR" altLang="en-US" dirty="0"/>
              <a:t>패치 </a:t>
            </a:r>
            <a:r>
              <a:rPr lang="ko-KR" altLang="en-US" dirty="0" smtClean="0"/>
              <a:t>정보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70749" y="1502070"/>
            <a:ext cx="8427097" cy="5008562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9DA65A6-004E-8DA4-C5CA-DE2ED9B4C111}"/>
              </a:ext>
            </a:extLst>
          </p:cNvPr>
          <p:cNvSpPr txBox="1"/>
          <p:nvPr/>
        </p:nvSpPr>
        <p:spPr>
          <a:xfrm>
            <a:off x="774679" y="1555789"/>
            <a:ext cx="4218799" cy="430887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/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 Server 1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호기 </a:t>
            </a:r>
            <a:r>
              <a:rPr lang="en-US" altLang="ko-KR" sz="14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Opatch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version 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및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Patch 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목록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확인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E3C8F1F-C8CB-9D99-16F9-6B82F9469961}"/>
              </a:ext>
            </a:extLst>
          </p:cNvPr>
          <p:cNvSpPr txBox="1"/>
          <p:nvPr/>
        </p:nvSpPr>
        <p:spPr>
          <a:xfrm>
            <a:off x="774679" y="4038464"/>
            <a:ext cx="4865989" cy="215444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914400"/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 Server 2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호기 </a:t>
            </a:r>
            <a:r>
              <a:rPr lang="en-US" altLang="ko-KR" sz="1400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Opatch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version 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및 </a:t>
            </a:r>
            <a:r>
              <a:rPr lang="en-US" altLang="ko-KR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Patch</a:t>
            </a:r>
            <a:r>
              <a:rPr lang="ko-KR" altLang="en-US" sz="1400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 목록 확인</a:t>
            </a:r>
            <a:endParaRPr lang="en-US" altLang="ko-KR" sz="1400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8" name="그림 7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8680" y="1770556"/>
            <a:ext cx="5558268" cy="2268585"/>
          </a:xfrm>
          <a:prstGeom prst="rect">
            <a:avLst/>
          </a:prstGeom>
        </p:spPr>
      </p:pic>
      <p:pic>
        <p:nvPicPr>
          <p:cNvPr id="9" name="그림 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8680" y="4248193"/>
            <a:ext cx="5525091" cy="22390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302162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LISTENER </a:t>
            </a:r>
            <a:r>
              <a:rPr lang="ko-KR" altLang="en-US" dirty="0" smtClean="0"/>
              <a:t>정보</a:t>
            </a:r>
            <a:endParaRPr lang="en-US" altLang="ko-KR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05322" y="1923324"/>
            <a:ext cx="4142688" cy="20204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0110" y="4182542"/>
            <a:ext cx="4128874" cy="1918949"/>
          </a:xfrm>
          <a:prstGeom prst="rect">
            <a:avLst/>
          </a:prstGeom>
        </p:spPr>
      </p:pic>
      <p:sp>
        <p:nvSpPr>
          <p:cNvPr id="7" name="Rectangle 6"/>
          <p:cNvSpPr>
            <a:spLocks noChangeArrowheads="1"/>
          </p:cNvSpPr>
          <p:nvPr/>
        </p:nvSpPr>
        <p:spPr bwMode="auto">
          <a:xfrm>
            <a:off x="645204" y="1579089"/>
            <a:ext cx="8440615" cy="4840526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518AE296-1695-2911-06A4-11FDFD91AB4A}"/>
              </a:ext>
            </a:extLst>
          </p:cNvPr>
          <p:cNvSpPr txBox="1"/>
          <p:nvPr/>
        </p:nvSpPr>
        <p:spPr>
          <a:xfrm>
            <a:off x="741141" y="1673100"/>
            <a:ext cx="3982573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LISTENER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정보 확인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4318FB-217F-618B-1EB7-D5DF32DC7B5D}"/>
              </a:ext>
            </a:extLst>
          </p:cNvPr>
          <p:cNvSpPr txBox="1"/>
          <p:nvPr/>
        </p:nvSpPr>
        <p:spPr>
          <a:xfrm>
            <a:off x="4819650" y="1681535"/>
            <a:ext cx="4245708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 Server 1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호기 </a:t>
            </a:r>
            <a:r>
              <a:rPr lang="en-US" altLang="ko-KR" sz="1477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listener.ora</a:t>
            </a:r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en-US" altLang="ko-KR" sz="1477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tnsnames.ora</a:t>
            </a:r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정보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FD5A00E-41C6-DC0B-E1B9-62A7731CE1A6}"/>
              </a:ext>
            </a:extLst>
          </p:cNvPr>
          <p:cNvSpPr txBox="1"/>
          <p:nvPr/>
        </p:nvSpPr>
        <p:spPr>
          <a:xfrm>
            <a:off x="4807697" y="3925650"/>
            <a:ext cx="4245708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 Server 2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호기 </a:t>
            </a:r>
            <a:r>
              <a:rPr lang="en-US" altLang="ko-KR" sz="1477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listener.ora</a:t>
            </a:r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, </a:t>
            </a:r>
            <a:r>
              <a:rPr lang="en-US" altLang="ko-KR" sz="1477" b="1" dirty="0" err="1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tnsnames.ora</a:t>
            </a:r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rgbClr val="000000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정보</a:t>
            </a: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685D77B5-F70D-EFB1-4D3E-C4E6AD0B3E31}"/>
              </a:ext>
            </a:extLst>
          </p:cNvPr>
          <p:cNvSpPr/>
          <p:nvPr/>
        </p:nvSpPr>
        <p:spPr>
          <a:xfrm>
            <a:off x="4807698" y="2202901"/>
            <a:ext cx="2728407" cy="567321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53003C34-1349-E131-0F97-F2F413ED1EF8}"/>
              </a:ext>
            </a:extLst>
          </p:cNvPr>
          <p:cNvSpPr/>
          <p:nvPr/>
        </p:nvSpPr>
        <p:spPr>
          <a:xfrm>
            <a:off x="4816597" y="3009010"/>
            <a:ext cx="2728407" cy="8542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AF638973-4260-40C9-B3D4-F726D2D14445}"/>
              </a:ext>
            </a:extLst>
          </p:cNvPr>
          <p:cNvSpPr/>
          <p:nvPr/>
        </p:nvSpPr>
        <p:spPr>
          <a:xfrm>
            <a:off x="4840110" y="4434710"/>
            <a:ext cx="2728407" cy="558506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C20E5AEB-40B7-15A1-A9F2-D44F8BCF7683}"/>
              </a:ext>
            </a:extLst>
          </p:cNvPr>
          <p:cNvSpPr/>
          <p:nvPr/>
        </p:nvSpPr>
        <p:spPr>
          <a:xfrm>
            <a:off x="4840110" y="5214348"/>
            <a:ext cx="2728407" cy="854264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grpSp>
        <p:nvGrpSpPr>
          <p:cNvPr id="15" name="그룹 14"/>
          <p:cNvGrpSpPr/>
          <p:nvPr/>
        </p:nvGrpSpPr>
        <p:grpSpPr>
          <a:xfrm>
            <a:off x="707461" y="2036400"/>
            <a:ext cx="3838364" cy="3924654"/>
            <a:chOff x="448446" y="1944809"/>
            <a:chExt cx="4158228" cy="4251709"/>
          </a:xfrm>
        </p:grpSpPr>
        <p:pic>
          <p:nvPicPr>
            <p:cNvPr id="16" name="그림 15"/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448446" y="1944809"/>
              <a:ext cx="4158228" cy="4251709"/>
            </a:xfrm>
            <a:prstGeom prst="rect">
              <a:avLst/>
            </a:prstGeom>
          </p:spPr>
        </p:pic>
        <p:sp>
          <p:nvSpPr>
            <p:cNvPr id="17" name="직사각형 16"/>
            <p:cNvSpPr/>
            <p:nvPr/>
          </p:nvSpPr>
          <p:spPr>
            <a:xfrm>
              <a:off x="2653988" y="2901328"/>
              <a:ext cx="914400" cy="1942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8" name="직사각형 17"/>
            <p:cNvSpPr/>
            <p:nvPr/>
          </p:nvSpPr>
          <p:spPr>
            <a:xfrm>
              <a:off x="1592042" y="3364054"/>
              <a:ext cx="914400" cy="194283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64167583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PARAMETER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sp>
        <p:nvSpPr>
          <p:cNvPr id="19" name="Rectangle 6"/>
          <p:cNvSpPr>
            <a:spLocks noChangeArrowheads="1"/>
          </p:cNvSpPr>
          <p:nvPr/>
        </p:nvSpPr>
        <p:spPr bwMode="auto">
          <a:xfrm>
            <a:off x="671545" y="1564036"/>
            <a:ext cx="8440615" cy="487439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5326508" y="1975552"/>
            <a:ext cx="3462818" cy="681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1" name="TextBox 20"/>
          <p:cNvSpPr txBox="1"/>
          <p:nvPr/>
        </p:nvSpPr>
        <p:spPr>
          <a:xfrm>
            <a:off x="767482" y="1668940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DIAG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2" name="TextBox 21"/>
          <p:cNvSpPr txBox="1"/>
          <p:nvPr/>
        </p:nvSpPr>
        <p:spPr>
          <a:xfrm>
            <a:off x="767482" y="3068911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SPFILE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20F2EB9-A133-CC3E-C00B-8428D0119C75}"/>
              </a:ext>
            </a:extLst>
          </p:cNvPr>
          <p:cNvSpPr txBox="1"/>
          <p:nvPr/>
        </p:nvSpPr>
        <p:spPr>
          <a:xfrm>
            <a:off x="4891853" y="4500552"/>
            <a:ext cx="3813355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ARCHIVE LOG FORMAT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895159A4-07FB-8E41-6B5C-2EF6E483CAD7}"/>
              </a:ext>
            </a:extLst>
          </p:cNvPr>
          <p:cNvSpPr txBox="1"/>
          <p:nvPr/>
        </p:nvSpPr>
        <p:spPr>
          <a:xfrm>
            <a:off x="767482" y="4483864"/>
            <a:ext cx="3813355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ARCHIVE LOG LIST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pic>
        <p:nvPicPr>
          <p:cNvPr id="25" name="그림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7482" y="1919244"/>
            <a:ext cx="7228286" cy="976083"/>
          </a:xfrm>
          <a:prstGeom prst="rect">
            <a:avLst/>
          </a:prstGeom>
        </p:spPr>
      </p:pic>
      <p:pic>
        <p:nvPicPr>
          <p:cNvPr id="26" name="그림 2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4251" y="3292750"/>
            <a:ext cx="7395363" cy="1125572"/>
          </a:xfrm>
          <a:prstGeom prst="rect">
            <a:avLst/>
          </a:prstGeom>
        </p:spPr>
      </p:pic>
      <p:pic>
        <p:nvPicPr>
          <p:cNvPr id="27" name="그림 2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482" y="4796767"/>
            <a:ext cx="3962592" cy="1168991"/>
          </a:xfrm>
          <a:prstGeom prst="rect">
            <a:avLst/>
          </a:prstGeom>
        </p:spPr>
      </p:pic>
      <p:pic>
        <p:nvPicPr>
          <p:cNvPr id="28" name="그림 2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1852" y="4818098"/>
            <a:ext cx="4064238" cy="93664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269484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PARAMETER </a:t>
            </a:r>
            <a:r>
              <a:rPr lang="ko-KR" altLang="en-US" dirty="0"/>
              <a:t>설정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58093" y="1567800"/>
            <a:ext cx="8440615" cy="4829237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413056" y="1979315"/>
            <a:ext cx="3462818" cy="681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0799" y="3623693"/>
            <a:ext cx="2221961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character set 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B1B8D751-4563-10CF-2917-019F090DE6D8}"/>
              </a:ext>
            </a:extLst>
          </p:cNvPr>
          <p:cNvSpPr txBox="1"/>
          <p:nvPr/>
        </p:nvSpPr>
        <p:spPr>
          <a:xfrm>
            <a:off x="854030" y="1788919"/>
            <a:ext cx="3264286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UNDO_RETENTION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grpSp>
        <p:nvGrpSpPr>
          <p:cNvPr id="9" name="그룹 8"/>
          <p:cNvGrpSpPr/>
          <p:nvPr/>
        </p:nvGrpSpPr>
        <p:grpSpPr>
          <a:xfrm>
            <a:off x="820799" y="4010028"/>
            <a:ext cx="3719564" cy="1887769"/>
            <a:chOff x="412932" y="4065429"/>
            <a:chExt cx="4029528" cy="1957867"/>
          </a:xfrm>
        </p:grpSpPr>
        <p:pic>
          <p:nvPicPr>
            <p:cNvPr id="10" name="그림 9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12932" y="4065429"/>
              <a:ext cx="4029528" cy="1957867"/>
            </a:xfrm>
            <a:prstGeom prst="rect">
              <a:avLst/>
            </a:prstGeom>
          </p:spPr>
        </p:pic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1726E2BD-0333-5C4B-FA68-B9B54914D32E}"/>
                </a:ext>
              </a:extLst>
            </p:cNvPr>
            <p:cNvSpPr/>
            <p:nvPr/>
          </p:nvSpPr>
          <p:spPr>
            <a:xfrm>
              <a:off x="448932" y="5410973"/>
              <a:ext cx="2530242" cy="51788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</p:grpSp>
      <p:grpSp>
        <p:nvGrpSpPr>
          <p:cNvPr id="12" name="그룹 11"/>
          <p:cNvGrpSpPr/>
          <p:nvPr/>
        </p:nvGrpSpPr>
        <p:grpSpPr>
          <a:xfrm>
            <a:off x="4603069" y="4009769"/>
            <a:ext cx="4279010" cy="1864607"/>
            <a:chOff x="4546391" y="4094856"/>
            <a:chExt cx="4635594" cy="1933845"/>
          </a:xfrm>
        </p:grpSpPr>
        <p:pic>
          <p:nvPicPr>
            <p:cNvPr id="13" name="그림 12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546391" y="4094856"/>
              <a:ext cx="4635594" cy="1933845"/>
            </a:xfrm>
            <a:prstGeom prst="rect">
              <a:avLst/>
            </a:prstGeom>
          </p:spPr>
        </p:pic>
        <p:sp>
          <p:nvSpPr>
            <p:cNvPr id="14" name="직사각형 13">
              <a:extLst>
                <a:ext uri="{FF2B5EF4-FFF2-40B4-BE49-F238E27FC236}">
                  <a16:creationId xmlns:a16="http://schemas.microsoft.com/office/drawing/2014/main" id="{713F166B-640F-743A-E0F1-B0236EF0DC4D}"/>
                </a:ext>
              </a:extLst>
            </p:cNvPr>
            <p:cNvSpPr/>
            <p:nvPr/>
          </p:nvSpPr>
          <p:spPr>
            <a:xfrm>
              <a:off x="4564330" y="5815918"/>
              <a:ext cx="3352713" cy="18729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/>
            </a:p>
          </p:txBody>
        </p:sp>
      </p:grpSp>
      <p:pic>
        <p:nvPicPr>
          <p:cNvPr id="15" name="그림 1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8920" y="2082377"/>
            <a:ext cx="3752422" cy="887542"/>
          </a:xfrm>
          <a:prstGeom prst="rect">
            <a:avLst/>
          </a:prstGeom>
        </p:spPr>
      </p:pic>
      <p:pic>
        <p:nvPicPr>
          <p:cNvPr id="16" name="그림 15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22750" y="2091666"/>
            <a:ext cx="4413253" cy="8480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59915997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memory </a:t>
            </a:r>
            <a:r>
              <a:rPr lang="ko-KR" altLang="en-US" dirty="0"/>
              <a:t>및 </a:t>
            </a:r>
            <a:r>
              <a:rPr lang="en-US" altLang="ko-KR" dirty="0" err="1"/>
              <a:t>datafile</a:t>
            </a:r>
            <a:r>
              <a:rPr lang="en-US" altLang="ko-KR" dirty="0"/>
              <a:t>, </a:t>
            </a:r>
            <a:r>
              <a:rPr lang="en-US" altLang="ko-KR" dirty="0" err="1"/>
              <a:t>tempfile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720464" y="1552748"/>
            <a:ext cx="8440615" cy="4817948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75427" y="1964263"/>
            <a:ext cx="3462818" cy="681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16401" y="3684751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TABLESPACE SIZE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83169" y="1671592"/>
            <a:ext cx="3511657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SGA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79A23B2-6654-F72A-676A-B16B6FF5A4FC}"/>
              </a:ext>
            </a:extLst>
          </p:cNvPr>
          <p:cNvSpPr txBox="1"/>
          <p:nvPr/>
        </p:nvSpPr>
        <p:spPr>
          <a:xfrm>
            <a:off x="4603419" y="1682257"/>
            <a:ext cx="3480846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PGA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C826097-CE59-6730-A815-4FFFAF874D11}"/>
              </a:ext>
            </a:extLst>
          </p:cNvPr>
          <p:cNvSpPr txBox="1"/>
          <p:nvPr/>
        </p:nvSpPr>
        <p:spPr>
          <a:xfrm>
            <a:off x="4576778" y="3690545"/>
            <a:ext cx="4302348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DATAFILE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경로</a:t>
            </a:r>
          </a:p>
        </p:txBody>
      </p:sp>
      <p:grpSp>
        <p:nvGrpSpPr>
          <p:cNvPr id="11" name="그룹 10"/>
          <p:cNvGrpSpPr/>
          <p:nvPr/>
        </p:nvGrpSpPr>
        <p:grpSpPr>
          <a:xfrm>
            <a:off x="4627169" y="1982915"/>
            <a:ext cx="3495652" cy="1160156"/>
            <a:chOff x="448930" y="4459916"/>
            <a:chExt cx="3786956" cy="1256836"/>
          </a:xfrm>
        </p:grpSpPr>
        <p:pic>
          <p:nvPicPr>
            <p:cNvPr id="12" name="그림 11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48930" y="4459916"/>
              <a:ext cx="3786956" cy="1256836"/>
            </a:xfrm>
            <a:prstGeom prst="rect">
              <a:avLst/>
            </a:prstGeom>
          </p:spPr>
        </p:pic>
        <p:sp>
          <p:nvSpPr>
            <p:cNvPr id="13" name="직사각형 12">
              <a:extLst>
                <a:ext uri="{FF2B5EF4-FFF2-40B4-BE49-F238E27FC236}">
                  <a16:creationId xmlns:a16="http://schemas.microsoft.com/office/drawing/2014/main" id="{D353454C-8579-5757-AA28-643613A5CE4A}"/>
                </a:ext>
              </a:extLst>
            </p:cNvPr>
            <p:cNvSpPr/>
            <p:nvPr/>
          </p:nvSpPr>
          <p:spPr>
            <a:xfrm>
              <a:off x="484932" y="5441490"/>
              <a:ext cx="3195528" cy="22241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grpSp>
        <p:nvGrpSpPr>
          <p:cNvPr id="14" name="그룹 13"/>
          <p:cNvGrpSpPr/>
          <p:nvPr/>
        </p:nvGrpSpPr>
        <p:grpSpPr>
          <a:xfrm>
            <a:off x="783169" y="1934793"/>
            <a:ext cx="3364533" cy="1614101"/>
            <a:chOff x="448930" y="1863271"/>
            <a:chExt cx="3804295" cy="2000529"/>
          </a:xfrm>
        </p:grpSpPr>
        <p:pic>
          <p:nvPicPr>
            <p:cNvPr id="15" name="그림 14"/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448930" y="1863271"/>
              <a:ext cx="3804295" cy="2000529"/>
            </a:xfrm>
            <a:prstGeom prst="rect">
              <a:avLst/>
            </a:prstGeom>
          </p:spPr>
        </p:pic>
        <p:sp>
          <p:nvSpPr>
            <p:cNvPr id="16" name="직사각형 15">
              <a:extLst>
                <a:ext uri="{FF2B5EF4-FFF2-40B4-BE49-F238E27FC236}">
                  <a16:creationId xmlns:a16="http://schemas.microsoft.com/office/drawing/2014/main" id="{D60CD772-A5F4-F17B-3FDA-0BDD33EEAF85}"/>
                </a:ext>
              </a:extLst>
            </p:cNvPr>
            <p:cNvSpPr/>
            <p:nvPr/>
          </p:nvSpPr>
          <p:spPr>
            <a:xfrm>
              <a:off x="448930" y="3440961"/>
              <a:ext cx="2530242" cy="168097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  <p:pic>
        <p:nvPicPr>
          <p:cNvPr id="17" name="그림 1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7699" y="3981114"/>
            <a:ext cx="3651805" cy="2128977"/>
          </a:xfrm>
          <a:prstGeom prst="rect">
            <a:avLst/>
          </a:prstGeom>
        </p:spPr>
      </p:pic>
      <p:pic>
        <p:nvPicPr>
          <p:cNvPr id="18" name="그림 1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660401" y="4002254"/>
            <a:ext cx="4413940" cy="2022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980419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DB name, status </a:t>
            </a:r>
            <a:r>
              <a:rPr lang="ko-KR" altLang="en-US" dirty="0"/>
              <a:t>및 </a:t>
            </a:r>
            <a:r>
              <a:rPr lang="en-US" altLang="ko-KR" dirty="0"/>
              <a:t>Control file 2</a:t>
            </a:r>
            <a:r>
              <a:rPr lang="ko-KR" altLang="en-US" dirty="0"/>
              <a:t>중화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45204" y="1552747"/>
            <a:ext cx="8440615" cy="4799133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300167" y="1964263"/>
            <a:ext cx="3462818" cy="681918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en-US" altLang="ko-KR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  <a:p>
            <a:pPr defTabSz="844083"/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41141" y="1799759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instance status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및 </a:t>
            </a:r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DBNAME</a:t>
            </a:r>
            <a:endParaRPr lang="ko-KR" altLang="en-US" sz="1477" b="1" dirty="0">
              <a:ln>
                <a:solidFill>
                  <a:schemeClr val="accent1">
                    <a:shade val="50000"/>
                    <a:alpha val="0"/>
                  </a:schemeClr>
                </a:solidFill>
              </a:ln>
              <a:solidFill>
                <a:prstClr val="black"/>
              </a:solidFill>
              <a:latin typeface="맑은 고딕" panose="020B0503020000020004" pitchFamily="50" charset="-127"/>
              <a:ea typeface="맑은 고딕" panose="020B0503020000020004" pitchFamily="50" charset="-127"/>
              <a:cs typeface="Segoe UI" panose="020B0502040204020203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59067" y="3310533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CONTROL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이중화</a:t>
            </a:r>
          </a:p>
        </p:txBody>
      </p:sp>
      <p:pic>
        <p:nvPicPr>
          <p:cNvPr id="9" name="그림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41141" y="2103508"/>
            <a:ext cx="7670697" cy="954114"/>
          </a:xfrm>
          <a:prstGeom prst="rect">
            <a:avLst/>
          </a:prstGeom>
        </p:spPr>
      </p:pic>
      <p:pic>
        <p:nvPicPr>
          <p:cNvPr id="10" name="그림 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41" y="3590799"/>
            <a:ext cx="7870356" cy="13718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8312125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1</a:t>
            </a:r>
            <a:r>
              <a:rPr lang="en-US" altLang="ko-KR" dirty="0" smtClean="0"/>
              <a:t>. DB </a:t>
            </a:r>
            <a:r>
              <a:rPr lang="ko-KR" altLang="en-US" dirty="0" smtClean="0"/>
              <a:t>설치 결과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ORACLE redo log 2</a:t>
            </a:r>
            <a:r>
              <a:rPr lang="ko-KR" altLang="en-US" dirty="0"/>
              <a:t>중화 </a:t>
            </a:r>
            <a:r>
              <a:rPr lang="en-US" altLang="ko-KR" dirty="0"/>
              <a:t>5</a:t>
            </a:r>
            <a:r>
              <a:rPr lang="ko-KR" altLang="en-US" dirty="0"/>
              <a:t>그룹 </a:t>
            </a:r>
            <a:r>
              <a:rPr lang="en-US" altLang="ko-KR" dirty="0"/>
              <a:t>(</a:t>
            </a:r>
            <a:r>
              <a:rPr lang="ko-KR" altLang="en-US" dirty="0"/>
              <a:t>그룹당 </a:t>
            </a:r>
            <a:r>
              <a:rPr lang="en-US" altLang="ko-KR" dirty="0"/>
              <a:t>2</a:t>
            </a:r>
            <a:r>
              <a:rPr lang="ko-KR" altLang="en-US" dirty="0"/>
              <a:t>멤버</a:t>
            </a:r>
            <a:r>
              <a:rPr lang="en-US" altLang="ko-KR" dirty="0"/>
              <a:t>)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26389" y="1571562"/>
            <a:ext cx="8440615" cy="4806659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662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89095" y="1783098"/>
            <a:ext cx="4944594" cy="227306"/>
          </a:xfrm>
          <a:prstGeom prst="rect">
            <a:avLst/>
          </a:prstGeom>
          <a:noFill/>
        </p:spPr>
        <p:txBody>
          <a:bodyPr wrap="square" lIns="0" tIns="0" rIns="0" bIns="0" rtlCol="0" anchor="t" anchorCtr="0">
            <a:spAutoFit/>
          </a:bodyPr>
          <a:lstStyle>
            <a:defPPr>
              <a:defRPr lang="ko-KR"/>
            </a:defPPr>
            <a:lvl2pPr marL="126000" lvl="1" indent="-126000" latinLnBrk="0">
              <a:spcBef>
                <a:spcPts val="600"/>
              </a:spcBef>
              <a:spcAft>
                <a:spcPts val="0"/>
              </a:spcAft>
              <a:buFont typeface="Arial" pitchFamily="34" charset="0"/>
              <a:buChar char="•"/>
              <a:defRPr sz="1400" spc="-80">
                <a:solidFill>
                  <a:srgbClr val="5F5F5F"/>
                </a:solidFill>
                <a:latin typeface="맑은 고딕"/>
              </a:defRPr>
            </a:lvl2pPr>
          </a:lstStyle>
          <a:p>
            <a:pPr defTabSz="844083"/>
            <a:r>
              <a:rPr lang="en-US" altLang="ko-KR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ORACLE REDOLOG </a:t>
            </a:r>
            <a:r>
              <a:rPr lang="ko-KR" altLang="en-US" sz="1477" b="1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prstClr val="black"/>
                </a:solidFill>
                <a:latin typeface="맑은 고딕" panose="020B0503020000020004" pitchFamily="50" charset="-127"/>
                <a:ea typeface="맑은 고딕" panose="020B0503020000020004" pitchFamily="50" charset="-127"/>
                <a:cs typeface="Segoe UI" panose="020B0502040204020203" pitchFamily="34" charset="0"/>
              </a:rPr>
              <a:t>이중화</a:t>
            </a:r>
          </a:p>
        </p:txBody>
      </p:sp>
      <p:grpSp>
        <p:nvGrpSpPr>
          <p:cNvPr id="7" name="그룹 6"/>
          <p:cNvGrpSpPr/>
          <p:nvPr/>
        </p:nvGrpSpPr>
        <p:grpSpPr>
          <a:xfrm>
            <a:off x="730400" y="2090051"/>
            <a:ext cx="8016963" cy="3784759"/>
            <a:chOff x="493679" y="2011084"/>
            <a:chExt cx="8685043" cy="4100156"/>
          </a:xfrm>
        </p:grpSpPr>
        <p:pic>
          <p:nvPicPr>
            <p:cNvPr id="8" name="그림 7"/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493679" y="2011084"/>
              <a:ext cx="8685043" cy="4100156"/>
            </a:xfrm>
            <a:prstGeom prst="rect">
              <a:avLst/>
            </a:prstGeom>
          </p:spPr>
        </p:pic>
        <p:sp>
          <p:nvSpPr>
            <p:cNvPr id="9" name="직사각형 8">
              <a:extLst>
                <a:ext uri="{FF2B5EF4-FFF2-40B4-BE49-F238E27FC236}">
                  <a16:creationId xmlns:a16="http://schemas.microsoft.com/office/drawing/2014/main" id="{C8FDD74E-FE48-6E80-28B5-8B8630B65A2F}"/>
                </a:ext>
              </a:extLst>
            </p:cNvPr>
            <p:cNvSpPr/>
            <p:nvPr/>
          </p:nvSpPr>
          <p:spPr>
            <a:xfrm>
              <a:off x="632047" y="2331944"/>
              <a:ext cx="599768" cy="11700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0" name="직사각형 9">
              <a:extLst>
                <a:ext uri="{FF2B5EF4-FFF2-40B4-BE49-F238E27FC236}">
                  <a16:creationId xmlns:a16="http://schemas.microsoft.com/office/drawing/2014/main" id="{AE3EB83B-2BAD-8FB4-929C-8595F47E55F5}"/>
                </a:ext>
              </a:extLst>
            </p:cNvPr>
            <p:cNvSpPr/>
            <p:nvPr/>
          </p:nvSpPr>
          <p:spPr>
            <a:xfrm>
              <a:off x="1370183" y="2331944"/>
              <a:ext cx="683338" cy="11700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  <p:sp>
          <p:nvSpPr>
            <p:cNvPr id="11" name="직사각형 10">
              <a:extLst>
                <a:ext uri="{FF2B5EF4-FFF2-40B4-BE49-F238E27FC236}">
                  <a16:creationId xmlns:a16="http://schemas.microsoft.com/office/drawing/2014/main" id="{A47A03B4-A823-7FAA-F961-5E672120E505}"/>
                </a:ext>
              </a:extLst>
            </p:cNvPr>
            <p:cNvSpPr/>
            <p:nvPr/>
          </p:nvSpPr>
          <p:spPr>
            <a:xfrm>
              <a:off x="4020656" y="2246099"/>
              <a:ext cx="231072" cy="1170039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sz="1662">
                <a:latin typeface="맑은 고딕" panose="020B0503020000020004" pitchFamily="50" charset="-127"/>
                <a:ea typeface="맑은 고딕" panose="020B0503020000020004" pitchFamily="50" charset="-127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411043749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2</a:t>
            </a:r>
            <a:r>
              <a:rPr lang="en-US" altLang="ko-KR" dirty="0" smtClean="0"/>
              <a:t>. DB </a:t>
            </a:r>
            <a:r>
              <a:rPr lang="ko-KR" altLang="en-US" dirty="0" err="1" smtClean="0"/>
              <a:t>재기동</a:t>
            </a:r>
            <a:r>
              <a:rPr lang="ko-KR" altLang="en-US" dirty="0" smtClean="0"/>
              <a:t> 명령어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ko-KR" altLang="en-US" dirty="0"/>
              <a:t>운영 </a:t>
            </a:r>
            <a:r>
              <a:rPr lang="en-US" altLang="ko-KR" dirty="0"/>
              <a:t>DB (</a:t>
            </a:r>
            <a:r>
              <a:rPr lang="en-US" altLang="ko-KR" dirty="0" err="1"/>
              <a:t>linux</a:t>
            </a:r>
            <a:r>
              <a:rPr lang="en-US" altLang="ko-KR" dirty="0"/>
              <a:t>) </a:t>
            </a:r>
            <a:r>
              <a:rPr lang="ko-KR" altLang="en-US" dirty="0" err="1"/>
              <a:t>재기동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56493" y="1545222"/>
            <a:ext cx="8440615" cy="4623288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2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FDE361-91EC-7215-140A-90B318FA6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56493" y="1545222"/>
            <a:ext cx="8440615" cy="4623288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2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43FA3-0F1A-1A5F-BD52-55CA73D9F7FD}"/>
              </a:ext>
            </a:extLst>
          </p:cNvPr>
          <p:cNvSpPr txBox="1"/>
          <p:nvPr/>
        </p:nvSpPr>
        <p:spPr>
          <a:xfrm>
            <a:off x="883269" y="2107897"/>
            <a:ext cx="3907818" cy="3842206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LISTENER</a:t>
            </a:r>
            <a:endParaRPr kumimoji="0" lang="en-US" altLang="ko-KR" sz="2215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1. 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상태 확인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status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2.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종료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stop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3. 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상태 확인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status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6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DB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su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- oracle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sqlplus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/ as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sysdba</a:t>
            </a:r>
            <a:endParaRPr kumimoji="0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SQL&gt; shutdown immediate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SQL&gt; exit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ps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–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ef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| grep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pmon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/>
            </a:r>
            <a:b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ora_pmon_MESDB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가 조회되지 않으면 서비스 중지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AE674841-0447-80F8-C508-28C63AC7A4CF}"/>
              </a:ext>
            </a:extLst>
          </p:cNvPr>
          <p:cNvSpPr txBox="1"/>
          <p:nvPr/>
        </p:nvSpPr>
        <p:spPr>
          <a:xfrm>
            <a:off x="808985" y="1656100"/>
            <a:ext cx="981359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96"/>
            <a:r>
              <a:rPr lang="en-US" altLang="ko-KR" sz="1662" b="1" dirty="0">
                <a:solidFill>
                  <a:prstClr val="black"/>
                </a:solidFill>
                <a:latin typeface="맑은 고딕" panose="020B0503020000020004" pitchFamily="50" charset="-127"/>
              </a:rPr>
              <a:t>DB</a:t>
            </a:r>
            <a:r>
              <a:rPr lang="ko-KR" altLang="en-US" sz="1662" b="1" dirty="0">
                <a:solidFill>
                  <a:prstClr val="black"/>
                </a:solidFill>
                <a:latin typeface="맑은 고딕" panose="020B0503020000020004" pitchFamily="50" charset="-127"/>
              </a:rPr>
              <a:t> 종료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D7354FA-2650-6BAA-405B-449A4B4E2A37}"/>
              </a:ext>
            </a:extLst>
          </p:cNvPr>
          <p:cNvSpPr txBox="1"/>
          <p:nvPr/>
        </p:nvSpPr>
        <p:spPr>
          <a:xfrm>
            <a:off x="4953046" y="2107897"/>
            <a:ext cx="3907818" cy="3899144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DB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su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- oracle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sqlplus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/ as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sysdba</a:t>
            </a:r>
            <a:endParaRPr kumimoji="0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SQL&gt; startup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SQL&gt; exit</a:t>
            </a:r>
          </a:p>
          <a:p>
            <a:pPr marL="316531" marR="0" lvl="0" indent="-316531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AutoNum type="arabicPeriod"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ps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–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ef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| grep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pmon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/>
            </a:r>
            <a:b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</a:b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(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ora_pmon_MESDB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가 조회되면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서비스 기동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)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6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66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# LISTENER</a:t>
            </a:r>
            <a:endParaRPr kumimoji="0" lang="en-US" altLang="ko-KR" sz="1477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1. 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상태 확인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status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2.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시작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start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srgbClr val="FF0000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3.  LISTENER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상태 확인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Segoe UI" panose="020B0502040204020203" pitchFamily="34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lsnrctl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 status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solidFill>
                    <a:srgbClr val="4F81BD">
                      <a:shade val="50000"/>
                      <a:alpha val="0"/>
                    </a:srgbClr>
                  </a:solidFill>
                </a:ln>
                <a:solidFill>
                  <a:srgbClr val="FF0000"/>
                </a:solidFill>
                <a:effectLst/>
                <a:uLnTx/>
                <a:uFillTx/>
                <a:latin typeface="맑은 고딕" panose="020B0503020000020004" pitchFamily="50" charset="-127"/>
                <a:cs typeface="Segoe UI" panose="020B0502040204020203" pitchFamily="34" charset="0"/>
              </a:rPr>
              <a:t>LISTENER_MESDB</a:t>
            </a:r>
            <a:endParaRPr kumimoji="0" lang="en-US" altLang="ko-KR" sz="1292" b="1" i="0" u="none" strike="noStrike" kern="0" cap="none" spc="0" normalizeH="0" baseline="0" noProof="0" dirty="0" smtClean="0">
              <a:ln>
                <a:solidFill>
                  <a:srgbClr val="4F81BD">
                    <a:shade val="50000"/>
                    <a:alpha val="0"/>
                  </a:srgbClr>
                </a:solidFill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4B7FBEF-2819-BE95-50B3-FE3D700A9DB1}"/>
              </a:ext>
            </a:extLst>
          </p:cNvPr>
          <p:cNvSpPr txBox="1"/>
          <p:nvPr/>
        </p:nvSpPr>
        <p:spPr>
          <a:xfrm>
            <a:off x="4953047" y="1656100"/>
            <a:ext cx="981359" cy="3481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914296"/>
            <a:r>
              <a:rPr lang="en-US" altLang="ko-KR" sz="1662" b="1" dirty="0">
                <a:solidFill>
                  <a:prstClr val="black"/>
                </a:solidFill>
                <a:latin typeface="맑은 고딕" panose="020B0503020000020004" pitchFamily="50" charset="-127"/>
              </a:rPr>
              <a:t>DB </a:t>
            </a:r>
            <a:r>
              <a:rPr lang="ko-KR" altLang="en-US" sz="1662" b="1" dirty="0">
                <a:solidFill>
                  <a:prstClr val="black"/>
                </a:solidFill>
                <a:latin typeface="맑은 고딕" panose="020B0503020000020004" pitchFamily="50" charset="-127"/>
              </a:rPr>
              <a:t>기동</a:t>
            </a:r>
            <a:endParaRPr lang="en-US" altLang="ko-KR" sz="1662" b="1" dirty="0">
              <a:solidFill>
                <a:prstClr val="black"/>
              </a:solidFill>
              <a:latin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354514100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3</a:t>
            </a:r>
            <a:r>
              <a:rPr lang="en-US" altLang="ko-KR" dirty="0" smtClean="0"/>
              <a:t>. ARCHIVE LOG </a:t>
            </a:r>
            <a:r>
              <a:rPr lang="ko-KR" altLang="en-US" dirty="0" smtClean="0"/>
              <a:t>삭제 명령어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r>
              <a:rPr lang="en-US" altLang="ko-KR" dirty="0"/>
              <a:t>ARCHIVE LOG </a:t>
            </a:r>
            <a:r>
              <a:rPr lang="ko-KR" altLang="en-US" dirty="0"/>
              <a:t>삭제</a:t>
            </a:r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71545" y="1515119"/>
            <a:ext cx="8440615" cy="4623288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2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sp>
        <p:nvSpPr>
          <p:cNvPr id="6" name="Rectangle 6">
            <a:extLst>
              <a:ext uri="{FF2B5EF4-FFF2-40B4-BE49-F238E27FC236}">
                <a16:creationId xmlns:a16="http://schemas.microsoft.com/office/drawing/2014/main" id="{7EFDE361-91EC-7215-140A-90B318FA64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1545" y="1515119"/>
            <a:ext cx="8440615" cy="4623288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2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3943FA3-0F1A-1A5F-BD52-55CA73D9F7FD}"/>
              </a:ext>
            </a:extLst>
          </p:cNvPr>
          <p:cNvSpPr txBox="1"/>
          <p:nvPr/>
        </p:nvSpPr>
        <p:spPr>
          <a:xfrm>
            <a:off x="903280" y="1793232"/>
            <a:ext cx="6475996" cy="1697324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&lt;</a:t>
            </a:r>
            <a:r>
              <a:rPr kumimoji="0" lang="ko-KR" altLang="en-US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시간 기준 삭제 </a:t>
            </a: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15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=&gt; ex ) '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sysdate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–n‘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의 경우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 log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를 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n</a:t>
            </a:r>
            <a:r>
              <a:rPr kumimoji="0" lang="ko-KR" altLang="en-US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일치만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남기고 삭제한다는 의미입니다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. 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target /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RMAN&gt; list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RMAN&gt; delete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 completed before '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sysdate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-1';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RMAN&gt; crosscheck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all;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3943FA3-0F1A-1A5F-BD52-55CA73D9F7FD}"/>
              </a:ext>
            </a:extLst>
          </p:cNvPr>
          <p:cNvSpPr txBox="1"/>
          <p:nvPr/>
        </p:nvSpPr>
        <p:spPr>
          <a:xfrm>
            <a:off x="917348" y="3924161"/>
            <a:ext cx="6461928" cy="2094997"/>
          </a:xfrm>
          <a:prstGeom prst="rect">
            <a:avLst/>
          </a:prstGeom>
          <a:noFill/>
          <a:ln w="12700">
            <a:solidFill>
              <a:sysClr val="windowText" lastClr="000000"/>
            </a:solidFill>
          </a:ln>
        </p:spPr>
        <p:txBody>
          <a:bodyPr wrap="square" rtlCol="0">
            <a:spAutoFit/>
          </a:bodyPr>
          <a:lstStyle/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&lt;Backup </a:t>
            </a:r>
            <a:r>
              <a:rPr kumimoji="0" lang="ko-KR" altLang="en-US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받은 </a:t>
            </a: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 log </a:t>
            </a:r>
            <a:r>
              <a:rPr kumimoji="0" lang="ko-KR" altLang="en-US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삭제</a:t>
            </a:r>
            <a:r>
              <a:rPr kumimoji="0" lang="en-US" altLang="ko-KR" sz="166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&gt;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015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=&gt; Disk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에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backup 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된 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 log</a:t>
            </a:r>
            <a:r>
              <a:rPr kumimoji="0" lang="ko-KR" altLang="en-US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만 삭제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altLang="ko-KR" sz="1292" b="1" i="0" u="none" strike="noStrike" kern="0" cap="none" spc="0" normalizeH="0" baseline="0" noProof="0" dirty="0" smtClean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 panose="020B0503020000020004" pitchFamily="50" charset="-127"/>
              <a:cs typeface="Times New Roman" panose="02020603050405020304" pitchFamily="18" charset="0"/>
            </a:endParaRP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$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target /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RMAN&gt; run { crosscheck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                   delete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 backup 1 times to device type disk;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                   crosscheck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all;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                   delete expired </a:t>
            </a:r>
            <a:r>
              <a:rPr kumimoji="0" lang="en-US" altLang="ko-KR" sz="1292" b="1" i="0" u="none" strike="noStrike" kern="0" cap="none" spc="0" normalizeH="0" baseline="0" noProof="0" dirty="0" err="1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archivelog</a:t>
            </a: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all;}</a:t>
            </a:r>
          </a:p>
          <a:p>
            <a:pPr marL="0" marR="0" lvl="0" indent="0" defTabSz="844083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1292" b="1" i="0" u="none" strike="noStrike" kern="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 panose="020B0503020000020004" pitchFamily="50" charset="-127"/>
                <a:cs typeface="Times New Roman" panose="02020603050405020304" pitchFamily="18" charset="0"/>
              </a:rPr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val="379294845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4</a:t>
            </a:r>
            <a:r>
              <a:rPr lang="en-US" altLang="ko-KR" dirty="0" smtClean="0"/>
              <a:t>. </a:t>
            </a:r>
            <a:r>
              <a:rPr lang="en-US" altLang="ko-KR" dirty="0" smtClean="0"/>
              <a:t>Database System Hardening Checklist</a:t>
            </a:r>
            <a:endParaRPr lang="ko-KR" altLang="en-US" dirty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quarter" idx="14"/>
          </p:nvPr>
        </p:nvSpPr>
        <p:spPr>
          <a:xfrm>
            <a:off x="381000" y="899269"/>
            <a:ext cx="9144000" cy="246221"/>
          </a:xfrm>
        </p:spPr>
        <p:txBody>
          <a:bodyPr/>
          <a:lstStyle/>
          <a:p>
            <a:endParaRPr lang="en-US" altLang="ko-KR" dirty="0"/>
          </a:p>
        </p:txBody>
      </p:sp>
      <p:sp>
        <p:nvSpPr>
          <p:cNvPr id="5" name="Rectangle 6"/>
          <p:cNvSpPr>
            <a:spLocks noChangeArrowheads="1"/>
          </p:cNvSpPr>
          <p:nvPr/>
        </p:nvSpPr>
        <p:spPr bwMode="auto">
          <a:xfrm>
            <a:off x="682834" y="1557866"/>
            <a:ext cx="8440615" cy="4911681"/>
          </a:xfrm>
          <a:prstGeom prst="rect">
            <a:avLst/>
          </a:prstGeom>
          <a:noFill/>
          <a:ln w="19050" cap="flat" cmpd="sng" algn="ctr">
            <a:solidFill>
              <a:srgbClr val="4F81BD">
                <a:shade val="50000"/>
              </a:srgbClr>
            </a:solidFill>
            <a:prstDash val="solid"/>
          </a:ln>
          <a:effectLst/>
        </p:spPr>
        <p:txBody>
          <a:bodyPr rtlCol="0" anchor="ctr"/>
          <a:lstStyle/>
          <a:p>
            <a:pPr marL="0" marR="0" lvl="0" indent="0" algn="ctr" defTabSz="914296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662" b="0" i="0" u="none" strike="noStrike" kern="0" cap="none" spc="0" normalizeH="0" baseline="0" noProof="0" smtClean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맑은 고딕" panose="020B0503020000020004" pitchFamily="50" charset="-127"/>
              <a:ea typeface="나눔고딕"/>
              <a:cs typeface="+mn-cs"/>
            </a:endParaRPr>
          </a:p>
        </p:txBody>
      </p:sp>
      <p:graphicFrame>
        <p:nvGraphicFramePr>
          <p:cNvPr id="6" name="개체 5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031043743"/>
              </p:ext>
            </p:extLst>
          </p:nvPr>
        </p:nvGraphicFramePr>
        <p:xfrm>
          <a:off x="761964" y="1649898"/>
          <a:ext cx="6312877" cy="4733192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6" name="Worksheet" r:id="rId3" imgW="12268308" imgH="11628397" progId="Excel.Sheet.12">
                  <p:embed/>
                </p:oleObj>
              </mc:Choice>
              <mc:Fallback>
                <p:oleObj name="Worksheet" r:id="rId3" imgW="12268308" imgH="11628397" progId="Excel.Sheet.12">
                  <p:embed/>
                  <p:pic>
                    <p:nvPicPr>
                      <p:cNvPr id="14" name="개체 13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61964" y="1649898"/>
                        <a:ext cx="6312877" cy="4733192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" name="개체 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1678748230"/>
              </p:ext>
            </p:extLst>
          </p:nvPr>
        </p:nvGraphicFramePr>
        <p:xfrm>
          <a:off x="7677114" y="5490138"/>
          <a:ext cx="844062" cy="71217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7" name="워크시트" showAsIcon="1" r:id="rId5" imgW="914400" imgH="771480" progId="Excel.Sheet.12">
                  <p:embed/>
                </p:oleObj>
              </mc:Choice>
              <mc:Fallback>
                <p:oleObj name="워크시트" showAsIcon="1" r:id="rId5" imgW="914400" imgH="771480" progId="Excel.Sheet.12">
                  <p:embed/>
                  <p:pic>
                    <p:nvPicPr>
                      <p:cNvPr id="15" name="개체 14"/>
                      <p:cNvPicPr/>
                      <p:nvPr/>
                    </p:nvPicPr>
                    <p:blipFill>
                      <a:blip r:embed="rId6"/>
                      <a:stretch>
                        <a:fillRect/>
                      </a:stretch>
                    </p:blipFill>
                    <p:spPr>
                      <a:xfrm>
                        <a:off x="7677114" y="5490138"/>
                        <a:ext cx="844062" cy="71217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  <p:extLst>
      <p:ext uri="{BB962C8B-B14F-4D97-AF65-F5344CB8AC3E}">
        <p14:creationId xmlns:p14="http://schemas.microsoft.com/office/powerpoint/2010/main" val="374867206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06617474"/>
      </p:ext>
    </p:extLst>
  </p:cSld>
  <p:clrMapOvr>
    <a:masterClrMapping/>
  </p:clrMapOvr>
</p:sld>
</file>

<file path=ppt/theme/theme1.xml><?xml version="1.0" encoding="utf-8"?>
<a:theme xmlns:a="http://schemas.openxmlformats.org/drawingml/2006/main" name="문서템플릿">
  <a:themeElements>
    <a:clrScheme name="표준템플릿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5AB4"/>
      </a:accent1>
      <a:accent2>
        <a:srgbClr val="00A7ED"/>
      </a:accent2>
      <a:accent3>
        <a:srgbClr val="0071BB"/>
      </a:accent3>
      <a:accent4>
        <a:srgbClr val="222D5B"/>
      </a:accent4>
      <a:accent5>
        <a:srgbClr val="33CCCC"/>
      </a:accent5>
      <a:accent6>
        <a:srgbClr val="FF0066"/>
      </a:accent6>
      <a:hlink>
        <a:srgbClr val="954F72"/>
      </a:hlink>
      <a:folHlink>
        <a:srgbClr val="954F72"/>
      </a:folHlink>
    </a:clrScheme>
    <a:fontScheme name="사용자 지정 4">
      <a:majorFont>
        <a:latin typeface="맑은 고딕"/>
        <a:ea typeface="맑은 고딕"/>
        <a:cs typeface=""/>
      </a:majorFont>
      <a:minorFont>
        <a:latin typeface="맑은 고딕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문서" ma:contentTypeID="0x0101003F0D996D5B674C4386830A6AB0E50984" ma:contentTypeVersion="0" ma:contentTypeDescription="새 문서를 만듭니다." ma:contentTypeScope="" ma:versionID="a166825e3373d96581aa46038a4cd794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dd8f6c9257034a6ffde9c3b3e5e5b894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콘텐츠 형식"/>
        <xsd:element ref="dc:title" minOccurs="0" maxOccurs="1" ma:index="4" ma:displayName="제목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96225471-7C69-49CC-95EB-8C94F25B4321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E156550-B094-4ABA-846C-47B3875BCFB4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C92C52DB-E9E3-46CD-811C-803D077AD9CA}">
  <ds:schemaRefs>
    <ds:schemaRef ds:uri="http://schemas.microsoft.com/office/2006/metadata/properties"/>
    <ds:schemaRef ds:uri="http://schemas.openxmlformats.org/package/2006/metadata/core-properties"/>
    <ds:schemaRef ds:uri="http://schemas.microsoft.com/office/2006/documentManagement/types"/>
    <ds:schemaRef ds:uri="http://purl.org/dc/terms/"/>
    <ds:schemaRef ds:uri="http://www.w3.org/XML/1998/namespace"/>
    <ds:schemaRef ds:uri="http://purl.org/dc/dcmitype/"/>
    <ds:schemaRef ds:uri="http://schemas.microsoft.com/office/infopath/2007/PartnerControls"/>
    <ds:schemaRef ds:uri="http://purl.org/dc/elements/1.1/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blank</Template>
  <TotalTime>27995</TotalTime>
  <Words>478</Words>
  <Application>Microsoft Office PowerPoint</Application>
  <PresentationFormat>A4 용지(210x297mm)</PresentationFormat>
  <Paragraphs>123</Paragraphs>
  <Slides>16</Slides>
  <Notes>1</Notes>
  <HiddenSlides>0</HiddenSlides>
  <MMClips>0</MMClips>
  <ScaleCrop>false</ScaleCrop>
  <HeadingPairs>
    <vt:vector size="8" baseType="variant">
      <vt:variant>
        <vt:lpstr>사용한 글꼴</vt:lpstr>
      </vt:variant>
      <vt:variant>
        <vt:i4>7</vt:i4>
      </vt:variant>
      <vt:variant>
        <vt:lpstr>테마</vt:lpstr>
      </vt:variant>
      <vt:variant>
        <vt:i4>1</vt:i4>
      </vt:variant>
      <vt:variant>
        <vt:lpstr>포함된 OLE 서버</vt:lpstr>
      </vt:variant>
      <vt:variant>
        <vt:i4>2</vt:i4>
      </vt:variant>
      <vt:variant>
        <vt:lpstr>슬라이드 제목</vt:lpstr>
      </vt:variant>
      <vt:variant>
        <vt:i4>16</vt:i4>
      </vt:variant>
    </vt:vector>
  </HeadingPairs>
  <TitlesOfParts>
    <vt:vector size="26" baseType="lpstr">
      <vt:lpstr>굴림</vt:lpstr>
      <vt:lpstr>나눔고딕</vt:lpstr>
      <vt:lpstr>맑은 고딕</vt:lpstr>
      <vt:lpstr>Arial</vt:lpstr>
      <vt:lpstr>Segoe UI</vt:lpstr>
      <vt:lpstr>Times New Roman</vt:lpstr>
      <vt:lpstr>Wingdings</vt:lpstr>
      <vt:lpstr>문서템플릿</vt:lpstr>
      <vt:lpstr>Worksheet</vt:lpstr>
      <vt:lpstr>워크시트</vt:lpstr>
      <vt:lpstr>PowerPoint 프레젠테이션</vt:lpstr>
      <vt:lpstr>PowerPoint 프레젠테이션</vt:lpstr>
      <vt:lpstr>PowerPoint 프레젠테이션</vt:lpstr>
      <vt:lpstr>1. DB 설치 결과</vt:lpstr>
      <vt:lpstr>1. DB 설치 결과</vt:lpstr>
      <vt:lpstr>1. DB 설치 결과</vt:lpstr>
      <vt:lpstr>1. DB 설치 결과</vt:lpstr>
      <vt:lpstr>1. DB 설치 결과</vt:lpstr>
      <vt:lpstr>1. DB 설치 결과</vt:lpstr>
      <vt:lpstr>1. DB 설치 결과</vt:lpstr>
      <vt:lpstr>1. DB 설치 결과</vt:lpstr>
      <vt:lpstr>1. DB 설치 결과</vt:lpstr>
      <vt:lpstr>2. DB 재기동 명령어</vt:lpstr>
      <vt:lpstr>3. ARCHIVE LOG 삭제 명령어</vt:lpstr>
      <vt:lpstr>4. Database System Hardening Checklist</vt:lpstr>
      <vt:lpstr>PowerPoint 프레젠테이션</vt:lpstr>
    </vt:vector>
  </TitlesOfParts>
  <Company>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prof</dc:creator>
  <cp:lastModifiedBy>Miracom</cp:lastModifiedBy>
  <cp:revision>1565</cp:revision>
  <cp:lastPrinted>2019-06-21T07:56:14Z</cp:lastPrinted>
  <dcterms:created xsi:type="dcterms:W3CDTF">2013-11-13T01:08:07Z</dcterms:created>
  <dcterms:modified xsi:type="dcterms:W3CDTF">2025-04-11T04:08:31Z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0x0101003F0D996D5B674C4386830A6AB0E50984</vt:lpwstr>
  </property>
  <property fmtid="{5C58129F-E5B8-477A-9B38-B3E54BFA04C8}" pid="2">
    <vt:lpwstr>A2265D46B23E86417CDAB57A7F05BAAEADCBBC752B73D54DA3E9536622969EE5</vt:lpwstr>
  </property>
</Properties>
</file>