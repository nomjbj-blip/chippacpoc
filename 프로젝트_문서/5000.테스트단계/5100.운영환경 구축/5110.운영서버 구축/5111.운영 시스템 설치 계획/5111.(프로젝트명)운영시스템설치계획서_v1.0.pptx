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5"/>
  </p:notesMasterIdLst>
  <p:handoutMasterIdLst>
    <p:handoutMasterId r:id="rId16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6" r:id="rId11"/>
    <p:sldId id="1177" r:id="rId12"/>
    <p:sldId id="1178" r:id="rId13"/>
    <p:sldId id="1160" r:id="rId14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203" d="100"/>
          <a:sy n="203" d="100"/>
        </p:scale>
        <p:origin x="1814" y="144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smtClean="0"/>
              <a:t>운영시스템 </a:t>
            </a:r>
            <a:r>
              <a:rPr lang="ko-KR" altLang="en-US" dirty="0" err="1" smtClean="0"/>
              <a:t>설치계획서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Font typeface="+mj-lt"/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시스템 구성</a:t>
            </a:r>
            <a:endParaRPr lang="en-US" altLang="ko-KR" dirty="0"/>
          </a:p>
          <a:p>
            <a:pPr lvl="0">
              <a:buFont typeface="+mj-lt"/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하드웨어 사양</a:t>
            </a:r>
            <a:endParaRPr lang="en-US" altLang="ko-KR" dirty="0"/>
          </a:p>
          <a:p>
            <a:pPr lvl="0"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소프트웨어 아키텍처 정의</a:t>
            </a:r>
            <a:endParaRPr lang="en-US" altLang="ko-KR" dirty="0"/>
          </a:p>
          <a:p>
            <a:pPr lvl="0"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소프트웨어 사양</a:t>
            </a:r>
            <a:endParaRPr lang="en-US" altLang="ko-KR" dirty="0"/>
          </a:p>
          <a:p>
            <a:pPr lvl="0"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어플리케이션 프로세스 구성</a:t>
            </a:r>
            <a:endParaRPr lang="en-US" altLang="ko-KR" dirty="0"/>
          </a:p>
          <a:p>
            <a:pPr lvl="0">
              <a:buAutoNum type="arabicPeriod"/>
            </a:pPr>
            <a:r>
              <a:rPr lang="ko-KR" altLang="en-US" dirty="0" smtClean="0"/>
              <a:t>운영 </a:t>
            </a:r>
            <a:r>
              <a:rPr lang="ko-KR" altLang="en-US" dirty="0"/>
              <a:t>환경 </a:t>
            </a:r>
            <a:r>
              <a:rPr lang="ko-KR" altLang="en-US" dirty="0" smtClean="0"/>
              <a:t>정보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시스템 구성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하드웨어 사양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소프트웨어 </a:t>
            </a:r>
            <a:r>
              <a:rPr lang="ko-KR" altLang="en-US" dirty="0" err="1" smtClean="0"/>
              <a:t>아키텍쳐</a:t>
            </a:r>
            <a:r>
              <a:rPr lang="ko-KR" altLang="en-US" dirty="0" smtClean="0"/>
              <a:t> 정의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소프트웨어 사양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167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어플리케이션 프로세스 구성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686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운영 </a:t>
            </a:r>
            <a:r>
              <a:rPr lang="ko-KR" altLang="en-US" dirty="0" smtClean="0"/>
              <a:t>환경 정보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690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92C52DB-E9E3-46CD-811C-803D077AD9CA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27995</TotalTime>
  <Words>73</Words>
  <Application>Microsoft Office PowerPoint</Application>
  <PresentationFormat>A4 용지(210x297mm)</PresentationFormat>
  <Paragraphs>26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 운영 시스템 구성</vt:lpstr>
      <vt:lpstr>2. 운영 하드웨어 사양</vt:lpstr>
      <vt:lpstr>3. 운영 소프트웨어 아키텍쳐 정의</vt:lpstr>
      <vt:lpstr>4. 운영 소프트웨어 사양</vt:lpstr>
      <vt:lpstr>5. 운영 어플리케이션 프로세스 구성</vt:lpstr>
      <vt:lpstr>6. 운영 환경 정보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1567</cp:revision>
  <cp:lastPrinted>2019-06-21T07:56:14Z</cp:lastPrinted>
  <dcterms:created xsi:type="dcterms:W3CDTF">2013-11-13T01:08:07Z</dcterms:created>
  <dcterms:modified xsi:type="dcterms:W3CDTF">2025-04-11T07:28:24Z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