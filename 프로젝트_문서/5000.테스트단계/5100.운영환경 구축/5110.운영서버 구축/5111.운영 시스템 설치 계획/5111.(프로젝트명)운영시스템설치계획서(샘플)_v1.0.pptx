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912" r:id="rId4"/>
  </p:sldMasterIdLst>
  <p:notesMasterIdLst>
    <p:notesMasterId r:id="rId15"/>
  </p:notesMasterIdLst>
  <p:handoutMasterIdLst>
    <p:handoutMasterId r:id="rId16"/>
  </p:handoutMasterIdLst>
  <p:sldIdLst>
    <p:sldId id="1165" r:id="rId5"/>
    <p:sldId id="1166" r:id="rId6"/>
    <p:sldId id="1167" r:id="rId7"/>
    <p:sldId id="1172" r:id="rId8"/>
    <p:sldId id="1174" r:id="rId9"/>
    <p:sldId id="1175" r:id="rId10"/>
    <p:sldId id="1176" r:id="rId11"/>
    <p:sldId id="1177" r:id="rId12"/>
    <p:sldId id="1178" r:id="rId13"/>
    <p:sldId id="1160" r:id="rId14"/>
  </p:sldIdLst>
  <p:sldSz cx="9906000" cy="6858000" type="A4"/>
  <p:notesSz cx="6807200" cy="9939338"/>
  <p:defaultTextStyle>
    <a:defPPr>
      <a:defRPr lang="ko-KR"/>
    </a:defPPr>
    <a:lvl1pPr marL="0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48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96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45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592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740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888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036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184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129" userDrawn="1">
          <p15:clr>
            <a:srgbClr val="A4A3A4"/>
          </p15:clr>
        </p15:guide>
        <p15:guide id="2" pos="2145" userDrawn="1">
          <p15:clr>
            <a:srgbClr val="A4A3A4"/>
          </p15:clr>
        </p15:guide>
        <p15:guide id="3" orient="horz" pos="3132" userDrawn="1">
          <p15:clr>
            <a:srgbClr val="A4A3A4"/>
          </p15:clr>
        </p15:guide>
        <p15:guide id="4" pos="214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AB4"/>
    <a:srgbClr val="FF0066"/>
    <a:srgbClr val="33CCCC"/>
    <a:srgbClr val="144EA0"/>
    <a:srgbClr val="0050BE"/>
    <a:srgbClr val="2E75B6"/>
    <a:srgbClr val="466597"/>
    <a:srgbClr val="A9CCFF"/>
    <a:srgbClr val="00A7ED"/>
    <a:srgbClr val="E109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093" autoAdjust="0"/>
    <p:restoredTop sz="96339" autoAdjust="0"/>
  </p:normalViewPr>
  <p:slideViewPr>
    <p:cSldViewPr snapToGrid="0">
      <p:cViewPr varScale="1">
        <p:scale>
          <a:sx n="203" d="100"/>
          <a:sy n="203" d="100"/>
        </p:scale>
        <p:origin x="1814" y="144"/>
      </p:cViewPr>
      <p:guideLst/>
    </p:cSldViewPr>
  </p:slideViewPr>
  <p:outlineViewPr>
    <p:cViewPr>
      <p:scale>
        <a:sx n="33" d="100"/>
        <a:sy n="33" d="100"/>
      </p:scale>
      <p:origin x="0" y="-20179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-11020"/>
    </p:cViewPr>
  </p:sorterViewPr>
  <p:notesViewPr>
    <p:cSldViewPr snapToGrid="0" showGuides="1">
      <p:cViewPr>
        <p:scale>
          <a:sx n="50" d="100"/>
          <a:sy n="50" d="100"/>
        </p:scale>
        <p:origin x="9198" y="2094"/>
      </p:cViewPr>
      <p:guideLst>
        <p:guide orient="horz" pos="3129"/>
        <p:guide pos="2145"/>
        <p:guide orient="horz" pos="3132"/>
        <p:guide pos="2144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5392" y="0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/>
          <a:lstStyle>
            <a:lvl1pPr algn="r">
              <a:defRPr sz="1200"/>
            </a:lvl1pPr>
          </a:lstStyle>
          <a:p>
            <a:fld id="{BBE509C9-7006-4EEF-AE0A-F60A68CFABC4}" type="datetimeFigureOut">
              <a:rPr lang="ko-KR" altLang="en-US" smtClean="0"/>
              <a:pPr/>
              <a:t>2025-04-11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40779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5392" y="9440779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 anchor="b"/>
          <a:lstStyle>
            <a:lvl1pPr algn="r">
              <a:defRPr sz="1200"/>
            </a:lvl1pPr>
          </a:lstStyle>
          <a:p>
            <a:fld id="{FB5D320A-A8AF-4B3E-BD67-EE5ADA87D3B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086425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5392" y="0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/>
          <a:lstStyle>
            <a:lvl1pPr algn="r">
              <a:defRPr sz="1200"/>
            </a:lvl1pPr>
          </a:lstStyle>
          <a:p>
            <a:fld id="{10D8B3E8-78D5-42AF-92B2-138AC5B36093}" type="datetimeFigureOut">
              <a:rPr lang="ko-KR" altLang="en-US" smtClean="0"/>
              <a:pPr/>
              <a:t>2025-04-11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11200" y="744538"/>
            <a:ext cx="5384800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815" tIns="45908" rIns="91815" bIns="4590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082" y="4721186"/>
            <a:ext cx="5447036" cy="4472702"/>
          </a:xfrm>
          <a:prstGeom prst="rect">
            <a:avLst/>
          </a:prstGeom>
        </p:spPr>
        <p:txBody>
          <a:bodyPr vert="horz" lIns="91815" tIns="45908" rIns="91815" bIns="45908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779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5392" y="9440779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 anchor="b"/>
          <a:lstStyle>
            <a:lvl1pPr algn="r">
              <a:defRPr sz="1200"/>
            </a:lvl1pPr>
          </a:lstStyle>
          <a:p>
            <a:fld id="{EFB921B9-838A-44D3-89D5-5DB0505CE71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505270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48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96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45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592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740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888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036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184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921B9-838A-44D3-89D5-5DB0505CE71D}" type="slidenum">
              <a:rPr lang="ko-KR" altLang="en-US" smtClean="0"/>
              <a:pPr/>
              <a:t>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49874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_밝은배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900000" y="4941168"/>
            <a:ext cx="3240000" cy="34695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lang="ko-KR" altLang="en-US" sz="1600" b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 smtClean="0"/>
              <a:t>일자</a:t>
            </a:r>
            <a:endParaRPr lang="en-US" altLang="ko-KR" dirty="0" smtClean="0"/>
          </a:p>
        </p:txBody>
      </p:sp>
      <p:sp>
        <p:nvSpPr>
          <p:cNvPr id="19" name="내용 개체 틀 25"/>
          <p:cNvSpPr>
            <a:spLocks noGrp="1"/>
          </p:cNvSpPr>
          <p:nvPr>
            <p:ph sz="quarter" idx="16" hasCustomPrompt="1"/>
          </p:nvPr>
        </p:nvSpPr>
        <p:spPr>
          <a:xfrm>
            <a:off x="900000" y="5301208"/>
            <a:ext cx="3240000" cy="889496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5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  <a:lvl2pPr>
              <a:defRPr>
                <a:solidFill>
                  <a:srgbClr val="7F7F7F"/>
                </a:solidFill>
              </a:defRPr>
            </a:lvl2pPr>
            <a:lvl3pPr>
              <a:defRPr>
                <a:solidFill>
                  <a:srgbClr val="7F7F7F"/>
                </a:solidFill>
              </a:defRPr>
            </a:lvl3pPr>
            <a:lvl4pPr>
              <a:defRPr>
                <a:solidFill>
                  <a:srgbClr val="7F7F7F"/>
                </a:solidFill>
              </a:defRPr>
            </a:lvl4pPr>
            <a:lvl5pPr>
              <a:defRPr>
                <a:solidFill>
                  <a:srgbClr val="7F7F7F"/>
                </a:solidFill>
              </a:defRPr>
            </a:lvl5pPr>
          </a:lstStyle>
          <a:p>
            <a:pPr lvl="0"/>
            <a:r>
              <a:rPr lang="ko-KR" altLang="en-US" dirty="0" smtClean="0"/>
              <a:t>부서명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583" y="321809"/>
            <a:ext cx="6014335" cy="24622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defPPr>
              <a:defRPr lang="ko-KR"/>
            </a:defPPr>
            <a:lvl1pPr indent="0" algn="ctr" defTabSz="914400">
              <a:spcBef>
                <a:spcPts val="0"/>
              </a:spcBef>
              <a:buFont typeface="Arial" pitchFamily="34" charset="0"/>
              <a:buNone/>
              <a:defRPr sz="1200" b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 marL="742950" indent="-285750" defTabSz="91440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 defTabSz="9144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 defTabSz="9144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 defTabSz="9144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 algn="l"/>
            <a:r>
              <a:rPr lang="en-US" altLang="ko-KR" sz="16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Be</a:t>
            </a:r>
            <a:r>
              <a:rPr lang="en-US" altLang="ko-KR" sz="1600" b="1" baseline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Smart with Smart factory</a:t>
            </a:r>
            <a:endParaRPr lang="ko-KR" altLang="en-US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내용 개체 틀 27"/>
          <p:cNvSpPr>
            <a:spLocks noGrp="1"/>
          </p:cNvSpPr>
          <p:nvPr>
            <p:ph sz="quarter" idx="14" hasCustomPrompt="1"/>
          </p:nvPr>
        </p:nvSpPr>
        <p:spPr>
          <a:xfrm>
            <a:off x="1080000" y="1952625"/>
            <a:ext cx="5133140" cy="1260351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0" indent="0">
              <a:spcBef>
                <a:spcPts val="0"/>
              </a:spcBef>
              <a:buNone/>
              <a:defRPr sz="3200" b="1" baseline="0">
                <a:solidFill>
                  <a:schemeClr val="tx1"/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en-US" altLang="ko-KR" dirty="0" smtClean="0"/>
              <a:t>Miracom </a:t>
            </a:r>
            <a:r>
              <a:rPr lang="ko-KR" altLang="en-US" dirty="0" err="1" smtClean="0"/>
              <a:t>표준문서</a:t>
            </a:r>
            <a:endParaRPr lang="ko-KR" altLang="en-US" dirty="0" smtClean="0"/>
          </a:p>
        </p:txBody>
      </p:sp>
      <p:grpSp>
        <p:nvGrpSpPr>
          <p:cNvPr id="49" name="그룹 48"/>
          <p:cNvGrpSpPr/>
          <p:nvPr userDrawn="1"/>
        </p:nvGrpSpPr>
        <p:grpSpPr>
          <a:xfrm>
            <a:off x="900000" y="1513268"/>
            <a:ext cx="5513500" cy="3239999"/>
            <a:chOff x="900000" y="1513268"/>
            <a:chExt cx="5513500" cy="3239999"/>
          </a:xfrm>
          <a:solidFill>
            <a:schemeClr val="accent1"/>
          </a:solidFill>
        </p:grpSpPr>
        <p:grpSp>
          <p:nvGrpSpPr>
            <p:cNvPr id="50" name="그룹 49"/>
            <p:cNvGrpSpPr/>
            <p:nvPr userDrawn="1"/>
          </p:nvGrpSpPr>
          <p:grpSpPr>
            <a:xfrm>
              <a:off x="900000" y="1513268"/>
              <a:ext cx="180000" cy="3239999"/>
              <a:chOff x="900000" y="1513268"/>
              <a:chExt cx="180000" cy="3239999"/>
            </a:xfrm>
            <a:grpFill/>
          </p:grpSpPr>
          <p:sp>
            <p:nvSpPr>
              <p:cNvPr id="57" name="직사각형 56"/>
              <p:cNvSpPr/>
              <p:nvPr userDrawn="1"/>
            </p:nvSpPr>
            <p:spPr>
              <a:xfrm>
                <a:off x="900000" y="1513268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58" name="직사각형 57"/>
              <p:cNvSpPr/>
              <p:nvPr userDrawn="1"/>
            </p:nvSpPr>
            <p:spPr>
              <a:xfrm rot="10800000">
                <a:off x="900000" y="4393267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grpSp>
          <p:nvGrpSpPr>
            <p:cNvPr id="51" name="그룹 50"/>
            <p:cNvGrpSpPr/>
            <p:nvPr userDrawn="1"/>
          </p:nvGrpSpPr>
          <p:grpSpPr>
            <a:xfrm>
              <a:off x="900000" y="1513268"/>
              <a:ext cx="5513500" cy="3239999"/>
              <a:chOff x="900000" y="1513268"/>
              <a:chExt cx="5513500" cy="3239999"/>
            </a:xfrm>
            <a:grpFill/>
          </p:grpSpPr>
          <p:sp>
            <p:nvSpPr>
              <p:cNvPr id="52" name="직사각형 51"/>
              <p:cNvSpPr/>
              <p:nvPr userDrawn="1"/>
            </p:nvSpPr>
            <p:spPr>
              <a:xfrm>
                <a:off x="6233500" y="1513268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rgbClr val="005AB4"/>
                  </a:solidFill>
                </a:endParaRPr>
              </a:p>
            </p:txBody>
          </p:sp>
          <p:grpSp>
            <p:nvGrpSpPr>
              <p:cNvPr id="53" name="그룹 52"/>
              <p:cNvGrpSpPr/>
              <p:nvPr userDrawn="1"/>
            </p:nvGrpSpPr>
            <p:grpSpPr>
              <a:xfrm>
                <a:off x="900000" y="1513269"/>
                <a:ext cx="5513500" cy="3239997"/>
                <a:chOff x="900000" y="1513269"/>
                <a:chExt cx="3240000" cy="3239997"/>
              </a:xfrm>
              <a:grpFill/>
            </p:grpSpPr>
            <p:sp>
              <p:nvSpPr>
                <p:cNvPr id="55" name="직사각형 54"/>
                <p:cNvSpPr/>
                <p:nvPr userDrawn="1"/>
              </p:nvSpPr>
              <p:spPr>
                <a:xfrm rot="16200000">
                  <a:off x="2430000" y="-16731"/>
                  <a:ext cx="180000" cy="32400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56" name="직사각형 55"/>
                <p:cNvSpPr/>
                <p:nvPr userDrawn="1"/>
              </p:nvSpPr>
              <p:spPr>
                <a:xfrm rot="5400000">
                  <a:off x="2430000" y="3043266"/>
                  <a:ext cx="180000" cy="32400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</p:grpSp>
          <p:sp>
            <p:nvSpPr>
              <p:cNvPr id="54" name="직사각형 53"/>
              <p:cNvSpPr/>
              <p:nvPr userDrawn="1"/>
            </p:nvSpPr>
            <p:spPr>
              <a:xfrm rot="10800000">
                <a:off x="6233500" y="4393267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</p:grpSp>
      <p:sp>
        <p:nvSpPr>
          <p:cNvPr id="21" name="내용 개체 틀 27"/>
          <p:cNvSpPr>
            <a:spLocks noGrp="1"/>
          </p:cNvSpPr>
          <p:nvPr>
            <p:ph sz="quarter" idx="17"/>
          </p:nvPr>
        </p:nvSpPr>
        <p:spPr>
          <a:xfrm>
            <a:off x="1080000" y="3356991"/>
            <a:ext cx="5133140" cy="720081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0" indent="0">
              <a:spcBef>
                <a:spcPts val="0"/>
              </a:spcBef>
              <a:buNone/>
              <a:defRPr sz="2000" b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endParaRPr lang="ko-KR" altLang="en-US" dirty="0" smtClean="0"/>
          </a:p>
        </p:txBody>
      </p:sp>
      <p:sp>
        <p:nvSpPr>
          <p:cNvPr id="22" name="Text Box 9"/>
          <p:cNvSpPr txBox="1">
            <a:spLocks noChangeArrowheads="1"/>
          </p:cNvSpPr>
          <p:nvPr userDrawn="1"/>
        </p:nvSpPr>
        <p:spPr bwMode="auto">
          <a:xfrm>
            <a:off x="8035119" y="6551183"/>
            <a:ext cx="1524455" cy="92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lvl="0" algn="r" eaLnBrk="0" hangingPunct="0"/>
            <a:r>
              <a:rPr lang="en-US" altLang="ko-KR" sz="60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Copyright © </a:t>
            </a:r>
            <a:r>
              <a:rPr lang="en-US" altLang="ko-KR" sz="600" kern="12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Miracom,Inc</a:t>
            </a:r>
            <a:r>
              <a:rPr lang="en-US" altLang="ko-KR" sz="60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. All rights reserved.</a:t>
            </a:r>
          </a:p>
        </p:txBody>
      </p:sp>
      <p:grpSp>
        <p:nvGrpSpPr>
          <p:cNvPr id="30" name="그룹 29"/>
          <p:cNvGrpSpPr/>
          <p:nvPr userDrawn="1"/>
        </p:nvGrpSpPr>
        <p:grpSpPr>
          <a:xfrm>
            <a:off x="8185656" y="6278567"/>
            <a:ext cx="1373917" cy="226124"/>
            <a:chOff x="7132078" y="2394682"/>
            <a:chExt cx="2286000" cy="376237"/>
          </a:xfrm>
          <a:solidFill>
            <a:srgbClr val="005AB4"/>
          </a:solidFill>
        </p:grpSpPr>
        <p:sp>
          <p:nvSpPr>
            <p:cNvPr id="31" name="Freeform 5"/>
            <p:cNvSpPr>
              <a:spLocks/>
            </p:cNvSpPr>
            <p:nvPr userDrawn="1"/>
          </p:nvSpPr>
          <p:spPr bwMode="auto">
            <a:xfrm>
              <a:off x="9046603" y="2394682"/>
              <a:ext cx="371475" cy="376237"/>
            </a:xfrm>
            <a:custGeom>
              <a:avLst/>
              <a:gdLst>
                <a:gd name="T0" fmla="*/ 117 w 234"/>
                <a:gd name="T1" fmla="*/ 154 h 237"/>
                <a:gd name="T2" fmla="*/ 54 w 234"/>
                <a:gd name="T3" fmla="*/ 0 h 237"/>
                <a:gd name="T4" fmla="*/ 0 w 234"/>
                <a:gd name="T5" fmla="*/ 0 h 237"/>
                <a:gd name="T6" fmla="*/ 0 w 234"/>
                <a:gd name="T7" fmla="*/ 237 h 237"/>
                <a:gd name="T8" fmla="*/ 44 w 234"/>
                <a:gd name="T9" fmla="*/ 237 h 237"/>
                <a:gd name="T10" fmla="*/ 44 w 234"/>
                <a:gd name="T11" fmla="*/ 96 h 237"/>
                <a:gd name="T12" fmla="*/ 102 w 234"/>
                <a:gd name="T13" fmla="*/ 237 h 237"/>
                <a:gd name="T14" fmla="*/ 131 w 234"/>
                <a:gd name="T15" fmla="*/ 237 h 237"/>
                <a:gd name="T16" fmla="*/ 189 w 234"/>
                <a:gd name="T17" fmla="*/ 96 h 237"/>
                <a:gd name="T18" fmla="*/ 189 w 234"/>
                <a:gd name="T19" fmla="*/ 237 h 237"/>
                <a:gd name="T20" fmla="*/ 234 w 234"/>
                <a:gd name="T21" fmla="*/ 237 h 237"/>
                <a:gd name="T22" fmla="*/ 234 w 234"/>
                <a:gd name="T23" fmla="*/ 0 h 237"/>
                <a:gd name="T24" fmla="*/ 181 w 234"/>
                <a:gd name="T25" fmla="*/ 0 h 237"/>
                <a:gd name="T26" fmla="*/ 117 w 234"/>
                <a:gd name="T27" fmla="*/ 15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237">
                  <a:moveTo>
                    <a:pt x="117" y="154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37"/>
                  </a:lnTo>
                  <a:lnTo>
                    <a:pt x="44" y="237"/>
                  </a:lnTo>
                  <a:lnTo>
                    <a:pt x="44" y="96"/>
                  </a:lnTo>
                  <a:lnTo>
                    <a:pt x="102" y="237"/>
                  </a:lnTo>
                  <a:lnTo>
                    <a:pt x="131" y="237"/>
                  </a:lnTo>
                  <a:lnTo>
                    <a:pt x="189" y="96"/>
                  </a:lnTo>
                  <a:lnTo>
                    <a:pt x="189" y="237"/>
                  </a:lnTo>
                  <a:lnTo>
                    <a:pt x="234" y="237"/>
                  </a:lnTo>
                  <a:lnTo>
                    <a:pt x="234" y="0"/>
                  </a:lnTo>
                  <a:lnTo>
                    <a:pt x="181" y="0"/>
                  </a:lnTo>
                  <a:lnTo>
                    <a:pt x="117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2" name="Freeform 6"/>
            <p:cNvSpPr>
              <a:spLocks/>
            </p:cNvSpPr>
            <p:nvPr userDrawn="1"/>
          </p:nvSpPr>
          <p:spPr bwMode="auto">
            <a:xfrm>
              <a:off x="7132078" y="2394682"/>
              <a:ext cx="371475" cy="376237"/>
            </a:xfrm>
            <a:custGeom>
              <a:avLst/>
              <a:gdLst>
                <a:gd name="T0" fmla="*/ 117 w 234"/>
                <a:gd name="T1" fmla="*/ 154 h 237"/>
                <a:gd name="T2" fmla="*/ 54 w 234"/>
                <a:gd name="T3" fmla="*/ 0 h 237"/>
                <a:gd name="T4" fmla="*/ 0 w 234"/>
                <a:gd name="T5" fmla="*/ 0 h 237"/>
                <a:gd name="T6" fmla="*/ 0 w 234"/>
                <a:gd name="T7" fmla="*/ 237 h 237"/>
                <a:gd name="T8" fmla="*/ 45 w 234"/>
                <a:gd name="T9" fmla="*/ 237 h 237"/>
                <a:gd name="T10" fmla="*/ 45 w 234"/>
                <a:gd name="T11" fmla="*/ 96 h 237"/>
                <a:gd name="T12" fmla="*/ 103 w 234"/>
                <a:gd name="T13" fmla="*/ 237 h 237"/>
                <a:gd name="T14" fmla="*/ 132 w 234"/>
                <a:gd name="T15" fmla="*/ 237 h 237"/>
                <a:gd name="T16" fmla="*/ 189 w 234"/>
                <a:gd name="T17" fmla="*/ 96 h 237"/>
                <a:gd name="T18" fmla="*/ 189 w 234"/>
                <a:gd name="T19" fmla="*/ 237 h 237"/>
                <a:gd name="T20" fmla="*/ 234 w 234"/>
                <a:gd name="T21" fmla="*/ 237 h 237"/>
                <a:gd name="T22" fmla="*/ 234 w 234"/>
                <a:gd name="T23" fmla="*/ 0 h 237"/>
                <a:gd name="T24" fmla="*/ 182 w 234"/>
                <a:gd name="T25" fmla="*/ 0 h 237"/>
                <a:gd name="T26" fmla="*/ 117 w 234"/>
                <a:gd name="T27" fmla="*/ 15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237">
                  <a:moveTo>
                    <a:pt x="117" y="154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37"/>
                  </a:lnTo>
                  <a:lnTo>
                    <a:pt x="45" y="237"/>
                  </a:lnTo>
                  <a:lnTo>
                    <a:pt x="45" y="96"/>
                  </a:lnTo>
                  <a:lnTo>
                    <a:pt x="103" y="237"/>
                  </a:lnTo>
                  <a:lnTo>
                    <a:pt x="132" y="237"/>
                  </a:lnTo>
                  <a:lnTo>
                    <a:pt x="189" y="96"/>
                  </a:lnTo>
                  <a:lnTo>
                    <a:pt x="189" y="237"/>
                  </a:lnTo>
                  <a:lnTo>
                    <a:pt x="234" y="237"/>
                  </a:lnTo>
                  <a:lnTo>
                    <a:pt x="234" y="0"/>
                  </a:lnTo>
                  <a:lnTo>
                    <a:pt x="182" y="0"/>
                  </a:lnTo>
                  <a:lnTo>
                    <a:pt x="117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3" name="Rectangle 7"/>
            <p:cNvSpPr>
              <a:spLocks noChangeArrowheads="1"/>
            </p:cNvSpPr>
            <p:nvPr userDrawn="1"/>
          </p:nvSpPr>
          <p:spPr bwMode="auto">
            <a:xfrm>
              <a:off x="7571815" y="2394682"/>
              <a:ext cx="73025" cy="37623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4" name="Freeform 8"/>
            <p:cNvSpPr>
              <a:spLocks noEditPoints="1"/>
            </p:cNvSpPr>
            <p:nvPr userDrawn="1"/>
          </p:nvSpPr>
          <p:spPr bwMode="auto">
            <a:xfrm>
              <a:off x="8629090" y="2394682"/>
              <a:ext cx="369887" cy="376237"/>
            </a:xfrm>
            <a:custGeom>
              <a:avLst/>
              <a:gdLst>
                <a:gd name="T0" fmla="*/ 163 w 169"/>
                <a:gd name="T1" fmla="*/ 51 h 170"/>
                <a:gd name="T2" fmla="*/ 145 w 169"/>
                <a:gd name="T3" fmla="*/ 24 h 170"/>
                <a:gd name="T4" fmla="*/ 119 w 169"/>
                <a:gd name="T5" fmla="*/ 6 h 170"/>
                <a:gd name="T6" fmla="*/ 85 w 169"/>
                <a:gd name="T7" fmla="*/ 0 h 170"/>
                <a:gd name="T8" fmla="*/ 51 w 169"/>
                <a:gd name="T9" fmla="*/ 6 h 170"/>
                <a:gd name="T10" fmla="*/ 24 w 169"/>
                <a:gd name="T11" fmla="*/ 24 h 170"/>
                <a:gd name="T12" fmla="*/ 6 w 169"/>
                <a:gd name="T13" fmla="*/ 51 h 170"/>
                <a:gd name="T14" fmla="*/ 0 w 169"/>
                <a:gd name="T15" fmla="*/ 85 h 170"/>
                <a:gd name="T16" fmla="*/ 6 w 169"/>
                <a:gd name="T17" fmla="*/ 118 h 170"/>
                <a:gd name="T18" fmla="*/ 24 w 169"/>
                <a:gd name="T19" fmla="*/ 146 h 170"/>
                <a:gd name="T20" fmla="*/ 51 w 169"/>
                <a:gd name="T21" fmla="*/ 163 h 170"/>
                <a:gd name="T22" fmla="*/ 85 w 169"/>
                <a:gd name="T23" fmla="*/ 170 h 170"/>
                <a:gd name="T24" fmla="*/ 119 w 169"/>
                <a:gd name="T25" fmla="*/ 163 h 170"/>
                <a:gd name="T26" fmla="*/ 145 w 169"/>
                <a:gd name="T27" fmla="*/ 146 h 170"/>
                <a:gd name="T28" fmla="*/ 163 w 169"/>
                <a:gd name="T29" fmla="*/ 118 h 170"/>
                <a:gd name="T30" fmla="*/ 169 w 169"/>
                <a:gd name="T31" fmla="*/ 85 h 170"/>
                <a:gd name="T32" fmla="*/ 163 w 169"/>
                <a:gd name="T33" fmla="*/ 51 h 170"/>
                <a:gd name="T34" fmla="*/ 132 w 169"/>
                <a:gd name="T35" fmla="*/ 106 h 170"/>
                <a:gd name="T36" fmla="*/ 121 w 169"/>
                <a:gd name="T37" fmla="*/ 123 h 170"/>
                <a:gd name="T38" fmla="*/ 105 w 169"/>
                <a:gd name="T39" fmla="*/ 134 h 170"/>
                <a:gd name="T40" fmla="*/ 64 w 169"/>
                <a:gd name="T41" fmla="*/ 134 h 170"/>
                <a:gd name="T42" fmla="*/ 48 w 169"/>
                <a:gd name="T43" fmla="*/ 123 h 170"/>
                <a:gd name="T44" fmla="*/ 38 w 169"/>
                <a:gd name="T45" fmla="*/ 106 h 170"/>
                <a:gd name="T46" fmla="*/ 34 w 169"/>
                <a:gd name="T47" fmla="*/ 85 h 170"/>
                <a:gd name="T48" fmla="*/ 38 w 169"/>
                <a:gd name="T49" fmla="*/ 64 h 170"/>
                <a:gd name="T50" fmla="*/ 48 w 169"/>
                <a:gd name="T51" fmla="*/ 46 h 170"/>
                <a:gd name="T52" fmla="*/ 64 w 169"/>
                <a:gd name="T53" fmla="*/ 35 h 170"/>
                <a:gd name="T54" fmla="*/ 85 w 169"/>
                <a:gd name="T55" fmla="*/ 31 h 170"/>
                <a:gd name="T56" fmla="*/ 105 w 169"/>
                <a:gd name="T57" fmla="*/ 35 h 170"/>
                <a:gd name="T58" fmla="*/ 121 w 169"/>
                <a:gd name="T59" fmla="*/ 46 h 170"/>
                <a:gd name="T60" fmla="*/ 132 w 169"/>
                <a:gd name="T61" fmla="*/ 64 h 170"/>
                <a:gd name="T62" fmla="*/ 136 w 169"/>
                <a:gd name="T63" fmla="*/ 85 h 170"/>
                <a:gd name="T64" fmla="*/ 132 w 169"/>
                <a:gd name="T65" fmla="*/ 106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69" h="170">
                  <a:moveTo>
                    <a:pt x="163" y="51"/>
                  </a:moveTo>
                  <a:cubicBezTo>
                    <a:pt x="159" y="41"/>
                    <a:pt x="153" y="31"/>
                    <a:pt x="145" y="24"/>
                  </a:cubicBezTo>
                  <a:cubicBezTo>
                    <a:pt x="138" y="16"/>
                    <a:pt x="129" y="10"/>
                    <a:pt x="119" y="6"/>
                  </a:cubicBezTo>
                  <a:cubicBezTo>
                    <a:pt x="108" y="2"/>
                    <a:pt x="97" y="0"/>
                    <a:pt x="85" y="0"/>
                  </a:cubicBezTo>
                  <a:cubicBezTo>
                    <a:pt x="73" y="0"/>
                    <a:pt x="61" y="2"/>
                    <a:pt x="51" y="6"/>
                  </a:cubicBezTo>
                  <a:cubicBezTo>
                    <a:pt x="41" y="10"/>
                    <a:pt x="32" y="16"/>
                    <a:pt x="24" y="24"/>
                  </a:cubicBezTo>
                  <a:cubicBezTo>
                    <a:pt x="17" y="31"/>
                    <a:pt x="11" y="41"/>
                    <a:pt x="6" y="51"/>
                  </a:cubicBezTo>
                  <a:cubicBezTo>
                    <a:pt x="2" y="61"/>
                    <a:pt x="0" y="73"/>
                    <a:pt x="0" y="85"/>
                  </a:cubicBezTo>
                  <a:cubicBezTo>
                    <a:pt x="0" y="97"/>
                    <a:pt x="2" y="108"/>
                    <a:pt x="6" y="118"/>
                  </a:cubicBezTo>
                  <a:cubicBezTo>
                    <a:pt x="11" y="129"/>
                    <a:pt x="17" y="138"/>
                    <a:pt x="24" y="146"/>
                  </a:cubicBezTo>
                  <a:cubicBezTo>
                    <a:pt x="32" y="153"/>
                    <a:pt x="41" y="159"/>
                    <a:pt x="51" y="163"/>
                  </a:cubicBezTo>
                  <a:cubicBezTo>
                    <a:pt x="61" y="168"/>
                    <a:pt x="73" y="170"/>
                    <a:pt x="85" y="170"/>
                  </a:cubicBezTo>
                  <a:cubicBezTo>
                    <a:pt x="97" y="170"/>
                    <a:pt x="108" y="168"/>
                    <a:pt x="119" y="163"/>
                  </a:cubicBezTo>
                  <a:cubicBezTo>
                    <a:pt x="129" y="159"/>
                    <a:pt x="138" y="153"/>
                    <a:pt x="145" y="146"/>
                  </a:cubicBezTo>
                  <a:cubicBezTo>
                    <a:pt x="153" y="138"/>
                    <a:pt x="159" y="129"/>
                    <a:pt x="163" y="118"/>
                  </a:cubicBezTo>
                  <a:cubicBezTo>
                    <a:pt x="167" y="108"/>
                    <a:pt x="169" y="97"/>
                    <a:pt x="169" y="85"/>
                  </a:cubicBezTo>
                  <a:cubicBezTo>
                    <a:pt x="169" y="73"/>
                    <a:pt x="167" y="61"/>
                    <a:pt x="163" y="51"/>
                  </a:cubicBezTo>
                  <a:close/>
                  <a:moveTo>
                    <a:pt x="132" y="106"/>
                  </a:moveTo>
                  <a:cubicBezTo>
                    <a:pt x="129" y="112"/>
                    <a:pt x="126" y="118"/>
                    <a:pt x="121" y="123"/>
                  </a:cubicBezTo>
                  <a:cubicBezTo>
                    <a:pt x="117" y="128"/>
                    <a:pt x="112" y="132"/>
                    <a:pt x="105" y="134"/>
                  </a:cubicBezTo>
                  <a:cubicBezTo>
                    <a:pt x="93" y="140"/>
                    <a:pt x="76" y="140"/>
                    <a:pt x="64" y="134"/>
                  </a:cubicBezTo>
                  <a:cubicBezTo>
                    <a:pt x="58" y="132"/>
                    <a:pt x="52" y="128"/>
                    <a:pt x="48" y="123"/>
                  </a:cubicBezTo>
                  <a:cubicBezTo>
                    <a:pt x="44" y="118"/>
                    <a:pt x="40" y="112"/>
                    <a:pt x="38" y="106"/>
                  </a:cubicBezTo>
                  <a:cubicBezTo>
                    <a:pt x="35" y="99"/>
                    <a:pt x="34" y="92"/>
                    <a:pt x="34" y="85"/>
                  </a:cubicBezTo>
                  <a:cubicBezTo>
                    <a:pt x="34" y="77"/>
                    <a:pt x="35" y="70"/>
                    <a:pt x="38" y="64"/>
                  </a:cubicBezTo>
                  <a:cubicBezTo>
                    <a:pt x="40" y="57"/>
                    <a:pt x="44" y="51"/>
                    <a:pt x="48" y="46"/>
                  </a:cubicBezTo>
                  <a:cubicBezTo>
                    <a:pt x="52" y="42"/>
                    <a:pt x="58" y="38"/>
                    <a:pt x="64" y="35"/>
                  </a:cubicBezTo>
                  <a:cubicBezTo>
                    <a:pt x="70" y="32"/>
                    <a:pt x="77" y="31"/>
                    <a:pt x="85" y="31"/>
                  </a:cubicBezTo>
                  <a:cubicBezTo>
                    <a:pt x="92" y="31"/>
                    <a:pt x="99" y="32"/>
                    <a:pt x="105" y="35"/>
                  </a:cubicBezTo>
                  <a:cubicBezTo>
                    <a:pt x="112" y="38"/>
                    <a:pt x="117" y="42"/>
                    <a:pt x="121" y="46"/>
                  </a:cubicBezTo>
                  <a:cubicBezTo>
                    <a:pt x="126" y="51"/>
                    <a:pt x="129" y="57"/>
                    <a:pt x="132" y="64"/>
                  </a:cubicBezTo>
                  <a:cubicBezTo>
                    <a:pt x="134" y="70"/>
                    <a:pt x="136" y="77"/>
                    <a:pt x="136" y="85"/>
                  </a:cubicBezTo>
                  <a:cubicBezTo>
                    <a:pt x="136" y="92"/>
                    <a:pt x="134" y="99"/>
                    <a:pt x="13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5" name="Freeform 9"/>
            <p:cNvSpPr>
              <a:spLocks noEditPoints="1"/>
            </p:cNvSpPr>
            <p:nvPr userDrawn="1"/>
          </p:nvSpPr>
          <p:spPr bwMode="auto">
            <a:xfrm>
              <a:off x="7711515" y="2394682"/>
              <a:ext cx="282575" cy="376237"/>
            </a:xfrm>
            <a:custGeom>
              <a:avLst/>
              <a:gdLst>
                <a:gd name="T0" fmla="*/ 82 w 129"/>
                <a:gd name="T1" fmla="*/ 96 h 170"/>
                <a:gd name="T2" fmla="*/ 104 w 129"/>
                <a:gd name="T3" fmla="*/ 83 h 170"/>
                <a:gd name="T4" fmla="*/ 117 w 129"/>
                <a:gd name="T5" fmla="*/ 50 h 170"/>
                <a:gd name="T6" fmla="*/ 110 w 129"/>
                <a:gd name="T7" fmla="*/ 23 h 170"/>
                <a:gd name="T8" fmla="*/ 93 w 129"/>
                <a:gd name="T9" fmla="*/ 8 h 170"/>
                <a:gd name="T10" fmla="*/ 70 w 129"/>
                <a:gd name="T11" fmla="*/ 1 h 170"/>
                <a:gd name="T12" fmla="*/ 47 w 129"/>
                <a:gd name="T13" fmla="*/ 0 h 170"/>
                <a:gd name="T14" fmla="*/ 0 w 129"/>
                <a:gd name="T15" fmla="*/ 0 h 170"/>
                <a:gd name="T16" fmla="*/ 0 w 129"/>
                <a:gd name="T17" fmla="*/ 170 h 170"/>
                <a:gd name="T18" fmla="*/ 34 w 129"/>
                <a:gd name="T19" fmla="*/ 170 h 170"/>
                <a:gd name="T20" fmla="*/ 34 w 129"/>
                <a:gd name="T21" fmla="*/ 101 h 170"/>
                <a:gd name="T22" fmla="*/ 45 w 129"/>
                <a:gd name="T23" fmla="*/ 101 h 170"/>
                <a:gd name="T24" fmla="*/ 87 w 129"/>
                <a:gd name="T25" fmla="*/ 170 h 170"/>
                <a:gd name="T26" fmla="*/ 116 w 129"/>
                <a:gd name="T27" fmla="*/ 170 h 170"/>
                <a:gd name="T28" fmla="*/ 129 w 129"/>
                <a:gd name="T29" fmla="*/ 170 h 170"/>
                <a:gd name="T30" fmla="*/ 129 w 129"/>
                <a:gd name="T31" fmla="*/ 170 h 170"/>
                <a:gd name="T32" fmla="*/ 82 w 129"/>
                <a:gd name="T33" fmla="*/ 96 h 170"/>
                <a:gd name="T34" fmla="*/ 79 w 129"/>
                <a:gd name="T35" fmla="*/ 60 h 170"/>
                <a:gd name="T36" fmla="*/ 71 w 129"/>
                <a:gd name="T37" fmla="*/ 65 h 170"/>
                <a:gd name="T38" fmla="*/ 58 w 129"/>
                <a:gd name="T39" fmla="*/ 68 h 170"/>
                <a:gd name="T40" fmla="*/ 42 w 129"/>
                <a:gd name="T41" fmla="*/ 68 h 170"/>
                <a:gd name="T42" fmla="*/ 34 w 129"/>
                <a:gd name="T43" fmla="*/ 68 h 170"/>
                <a:gd name="T44" fmla="*/ 34 w 129"/>
                <a:gd name="T45" fmla="*/ 32 h 170"/>
                <a:gd name="T46" fmla="*/ 52 w 129"/>
                <a:gd name="T47" fmla="*/ 32 h 170"/>
                <a:gd name="T48" fmla="*/ 64 w 129"/>
                <a:gd name="T49" fmla="*/ 33 h 170"/>
                <a:gd name="T50" fmla="*/ 74 w 129"/>
                <a:gd name="T51" fmla="*/ 36 h 170"/>
                <a:gd name="T52" fmla="*/ 79 w 129"/>
                <a:gd name="T53" fmla="*/ 41 h 170"/>
                <a:gd name="T54" fmla="*/ 81 w 129"/>
                <a:gd name="T55" fmla="*/ 50 h 170"/>
                <a:gd name="T56" fmla="*/ 79 w 129"/>
                <a:gd name="T57" fmla="*/ 6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29" h="170">
                  <a:moveTo>
                    <a:pt x="82" y="96"/>
                  </a:moveTo>
                  <a:cubicBezTo>
                    <a:pt x="91" y="94"/>
                    <a:pt x="98" y="89"/>
                    <a:pt x="104" y="83"/>
                  </a:cubicBezTo>
                  <a:cubicBezTo>
                    <a:pt x="112" y="75"/>
                    <a:pt x="117" y="63"/>
                    <a:pt x="117" y="50"/>
                  </a:cubicBezTo>
                  <a:cubicBezTo>
                    <a:pt x="117" y="39"/>
                    <a:pt x="114" y="30"/>
                    <a:pt x="110" y="23"/>
                  </a:cubicBezTo>
                  <a:cubicBezTo>
                    <a:pt x="106" y="16"/>
                    <a:pt x="100" y="11"/>
                    <a:pt x="93" y="8"/>
                  </a:cubicBezTo>
                  <a:cubicBezTo>
                    <a:pt x="86" y="4"/>
                    <a:pt x="78" y="2"/>
                    <a:pt x="70" y="1"/>
                  </a:cubicBezTo>
                  <a:cubicBezTo>
                    <a:pt x="63" y="0"/>
                    <a:pt x="55" y="0"/>
                    <a:pt x="4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70"/>
                    <a:pt x="0" y="170"/>
                    <a:pt x="0" y="170"/>
                  </a:cubicBezTo>
                  <a:cubicBezTo>
                    <a:pt x="34" y="170"/>
                    <a:pt x="34" y="170"/>
                    <a:pt x="34" y="170"/>
                  </a:cubicBezTo>
                  <a:cubicBezTo>
                    <a:pt x="34" y="101"/>
                    <a:pt x="34" y="101"/>
                    <a:pt x="34" y="101"/>
                  </a:cubicBezTo>
                  <a:cubicBezTo>
                    <a:pt x="45" y="101"/>
                    <a:pt x="45" y="101"/>
                    <a:pt x="45" y="101"/>
                  </a:cubicBezTo>
                  <a:cubicBezTo>
                    <a:pt x="87" y="170"/>
                    <a:pt x="87" y="170"/>
                    <a:pt x="87" y="170"/>
                  </a:cubicBezTo>
                  <a:cubicBezTo>
                    <a:pt x="116" y="170"/>
                    <a:pt x="116" y="170"/>
                    <a:pt x="116" y="170"/>
                  </a:cubicBezTo>
                  <a:cubicBezTo>
                    <a:pt x="129" y="170"/>
                    <a:pt x="129" y="170"/>
                    <a:pt x="129" y="170"/>
                  </a:cubicBezTo>
                  <a:cubicBezTo>
                    <a:pt x="129" y="170"/>
                    <a:pt x="129" y="170"/>
                    <a:pt x="129" y="170"/>
                  </a:cubicBezTo>
                  <a:lnTo>
                    <a:pt x="82" y="96"/>
                  </a:lnTo>
                  <a:close/>
                  <a:moveTo>
                    <a:pt x="79" y="60"/>
                  </a:moveTo>
                  <a:cubicBezTo>
                    <a:pt x="77" y="62"/>
                    <a:pt x="74" y="64"/>
                    <a:pt x="71" y="65"/>
                  </a:cubicBezTo>
                  <a:cubicBezTo>
                    <a:pt x="67" y="67"/>
                    <a:pt x="62" y="67"/>
                    <a:pt x="58" y="68"/>
                  </a:cubicBezTo>
                  <a:cubicBezTo>
                    <a:pt x="52" y="68"/>
                    <a:pt x="47" y="68"/>
                    <a:pt x="42" y="68"/>
                  </a:cubicBezTo>
                  <a:cubicBezTo>
                    <a:pt x="34" y="68"/>
                    <a:pt x="34" y="68"/>
                    <a:pt x="34" y="68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52" y="32"/>
                    <a:pt x="52" y="32"/>
                    <a:pt x="52" y="32"/>
                  </a:cubicBezTo>
                  <a:cubicBezTo>
                    <a:pt x="56" y="32"/>
                    <a:pt x="60" y="33"/>
                    <a:pt x="64" y="33"/>
                  </a:cubicBezTo>
                  <a:cubicBezTo>
                    <a:pt x="68" y="34"/>
                    <a:pt x="71" y="35"/>
                    <a:pt x="74" y="36"/>
                  </a:cubicBezTo>
                  <a:cubicBezTo>
                    <a:pt x="76" y="37"/>
                    <a:pt x="78" y="39"/>
                    <a:pt x="79" y="41"/>
                  </a:cubicBezTo>
                  <a:cubicBezTo>
                    <a:pt x="81" y="43"/>
                    <a:pt x="81" y="46"/>
                    <a:pt x="81" y="50"/>
                  </a:cubicBezTo>
                  <a:cubicBezTo>
                    <a:pt x="81" y="55"/>
                    <a:pt x="81" y="58"/>
                    <a:pt x="79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6" name="Freeform 10"/>
            <p:cNvSpPr>
              <a:spLocks noEditPoints="1"/>
            </p:cNvSpPr>
            <p:nvPr userDrawn="1"/>
          </p:nvSpPr>
          <p:spPr bwMode="auto">
            <a:xfrm>
              <a:off x="8003615" y="2394682"/>
              <a:ext cx="347662" cy="376237"/>
            </a:xfrm>
            <a:custGeom>
              <a:avLst/>
              <a:gdLst>
                <a:gd name="T0" fmla="*/ 119 w 219"/>
                <a:gd name="T1" fmla="*/ 0 h 237"/>
                <a:gd name="T2" fmla="*/ 81 w 219"/>
                <a:gd name="T3" fmla="*/ 0 h 237"/>
                <a:gd name="T4" fmla="*/ 0 w 219"/>
                <a:gd name="T5" fmla="*/ 188 h 237"/>
                <a:gd name="T6" fmla="*/ 30 w 219"/>
                <a:gd name="T7" fmla="*/ 237 h 237"/>
                <a:gd name="T8" fmla="*/ 52 w 219"/>
                <a:gd name="T9" fmla="*/ 184 h 237"/>
                <a:gd name="T10" fmla="*/ 144 w 219"/>
                <a:gd name="T11" fmla="*/ 184 h 237"/>
                <a:gd name="T12" fmla="*/ 166 w 219"/>
                <a:gd name="T13" fmla="*/ 237 h 237"/>
                <a:gd name="T14" fmla="*/ 219 w 219"/>
                <a:gd name="T15" fmla="*/ 237 h 237"/>
                <a:gd name="T16" fmla="*/ 119 w 219"/>
                <a:gd name="T17" fmla="*/ 0 h 237"/>
                <a:gd name="T18" fmla="*/ 70 w 219"/>
                <a:gd name="T19" fmla="*/ 141 h 237"/>
                <a:gd name="T20" fmla="*/ 99 w 219"/>
                <a:gd name="T21" fmla="*/ 71 h 237"/>
                <a:gd name="T22" fmla="*/ 128 w 219"/>
                <a:gd name="T23" fmla="*/ 141 h 237"/>
                <a:gd name="T24" fmla="*/ 70 w 219"/>
                <a:gd name="T25" fmla="*/ 141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19" h="237">
                  <a:moveTo>
                    <a:pt x="119" y="0"/>
                  </a:moveTo>
                  <a:lnTo>
                    <a:pt x="81" y="0"/>
                  </a:lnTo>
                  <a:lnTo>
                    <a:pt x="0" y="188"/>
                  </a:lnTo>
                  <a:lnTo>
                    <a:pt x="30" y="237"/>
                  </a:lnTo>
                  <a:lnTo>
                    <a:pt x="52" y="184"/>
                  </a:lnTo>
                  <a:lnTo>
                    <a:pt x="144" y="184"/>
                  </a:lnTo>
                  <a:lnTo>
                    <a:pt x="166" y="237"/>
                  </a:lnTo>
                  <a:lnTo>
                    <a:pt x="219" y="237"/>
                  </a:lnTo>
                  <a:lnTo>
                    <a:pt x="119" y="0"/>
                  </a:lnTo>
                  <a:close/>
                  <a:moveTo>
                    <a:pt x="70" y="141"/>
                  </a:moveTo>
                  <a:lnTo>
                    <a:pt x="99" y="71"/>
                  </a:lnTo>
                  <a:lnTo>
                    <a:pt x="128" y="141"/>
                  </a:lnTo>
                  <a:lnTo>
                    <a:pt x="70" y="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7" name="Freeform 11"/>
            <p:cNvSpPr>
              <a:spLocks/>
            </p:cNvSpPr>
            <p:nvPr userDrawn="1"/>
          </p:nvSpPr>
          <p:spPr bwMode="auto">
            <a:xfrm>
              <a:off x="8340165" y="2394682"/>
              <a:ext cx="295275" cy="376237"/>
            </a:xfrm>
            <a:custGeom>
              <a:avLst/>
              <a:gdLst>
                <a:gd name="T0" fmla="*/ 118 w 135"/>
                <a:gd name="T1" fmla="*/ 129 h 170"/>
                <a:gd name="T2" fmla="*/ 118 w 135"/>
                <a:gd name="T3" fmla="*/ 127 h 170"/>
                <a:gd name="T4" fmla="*/ 116 w 135"/>
                <a:gd name="T5" fmla="*/ 129 h 170"/>
                <a:gd name="T6" fmla="*/ 115 w 135"/>
                <a:gd name="T7" fmla="*/ 129 h 170"/>
                <a:gd name="T8" fmla="*/ 106 w 135"/>
                <a:gd name="T9" fmla="*/ 134 h 170"/>
                <a:gd name="T10" fmla="*/ 87 w 135"/>
                <a:gd name="T11" fmla="*/ 138 h 170"/>
                <a:gd name="T12" fmla="*/ 50 w 135"/>
                <a:gd name="T13" fmla="*/ 123 h 170"/>
                <a:gd name="T14" fmla="*/ 34 w 135"/>
                <a:gd name="T15" fmla="*/ 85 h 170"/>
                <a:gd name="T16" fmla="*/ 50 w 135"/>
                <a:gd name="T17" fmla="*/ 47 h 170"/>
                <a:gd name="T18" fmla="*/ 87 w 135"/>
                <a:gd name="T19" fmla="*/ 32 h 170"/>
                <a:gd name="T20" fmla="*/ 116 w 135"/>
                <a:gd name="T21" fmla="*/ 41 h 170"/>
                <a:gd name="T22" fmla="*/ 117 w 135"/>
                <a:gd name="T23" fmla="*/ 42 h 170"/>
                <a:gd name="T24" fmla="*/ 134 w 135"/>
                <a:gd name="T25" fmla="*/ 15 h 170"/>
                <a:gd name="T26" fmla="*/ 135 w 135"/>
                <a:gd name="T27" fmla="*/ 13 h 170"/>
                <a:gd name="T28" fmla="*/ 132 w 135"/>
                <a:gd name="T29" fmla="*/ 12 h 170"/>
                <a:gd name="T30" fmla="*/ 88 w 135"/>
                <a:gd name="T31" fmla="*/ 0 h 170"/>
                <a:gd name="T32" fmla="*/ 21 w 135"/>
                <a:gd name="T33" fmla="*/ 30 h 170"/>
                <a:gd name="T34" fmla="*/ 0 w 135"/>
                <a:gd name="T35" fmla="*/ 86 h 170"/>
                <a:gd name="T36" fmla="*/ 25 w 135"/>
                <a:gd name="T37" fmla="*/ 145 h 170"/>
                <a:gd name="T38" fmla="*/ 86 w 135"/>
                <a:gd name="T39" fmla="*/ 170 h 170"/>
                <a:gd name="T40" fmla="*/ 132 w 135"/>
                <a:gd name="T41" fmla="*/ 158 h 170"/>
                <a:gd name="T42" fmla="*/ 135 w 135"/>
                <a:gd name="T43" fmla="*/ 156 h 170"/>
                <a:gd name="T44" fmla="*/ 118 w 135"/>
                <a:gd name="T45" fmla="*/ 129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35" h="170">
                  <a:moveTo>
                    <a:pt x="118" y="129"/>
                  </a:moveTo>
                  <a:cubicBezTo>
                    <a:pt x="118" y="127"/>
                    <a:pt x="118" y="127"/>
                    <a:pt x="118" y="127"/>
                  </a:cubicBezTo>
                  <a:cubicBezTo>
                    <a:pt x="116" y="129"/>
                    <a:pt x="116" y="129"/>
                    <a:pt x="116" y="129"/>
                  </a:cubicBezTo>
                  <a:cubicBezTo>
                    <a:pt x="115" y="129"/>
                    <a:pt x="115" y="129"/>
                    <a:pt x="115" y="129"/>
                  </a:cubicBezTo>
                  <a:cubicBezTo>
                    <a:pt x="112" y="131"/>
                    <a:pt x="109" y="133"/>
                    <a:pt x="106" y="134"/>
                  </a:cubicBezTo>
                  <a:cubicBezTo>
                    <a:pt x="101" y="137"/>
                    <a:pt x="94" y="138"/>
                    <a:pt x="87" y="138"/>
                  </a:cubicBezTo>
                  <a:cubicBezTo>
                    <a:pt x="72" y="138"/>
                    <a:pt x="60" y="133"/>
                    <a:pt x="50" y="123"/>
                  </a:cubicBezTo>
                  <a:cubicBezTo>
                    <a:pt x="39" y="112"/>
                    <a:pt x="34" y="100"/>
                    <a:pt x="34" y="85"/>
                  </a:cubicBezTo>
                  <a:cubicBezTo>
                    <a:pt x="34" y="70"/>
                    <a:pt x="39" y="58"/>
                    <a:pt x="50" y="47"/>
                  </a:cubicBezTo>
                  <a:cubicBezTo>
                    <a:pt x="60" y="37"/>
                    <a:pt x="72" y="32"/>
                    <a:pt x="87" y="32"/>
                  </a:cubicBezTo>
                  <a:cubicBezTo>
                    <a:pt x="96" y="32"/>
                    <a:pt x="106" y="35"/>
                    <a:pt x="116" y="41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34" y="15"/>
                    <a:pt x="134" y="15"/>
                    <a:pt x="134" y="15"/>
                  </a:cubicBezTo>
                  <a:cubicBezTo>
                    <a:pt x="135" y="13"/>
                    <a:pt x="135" y="13"/>
                    <a:pt x="135" y="13"/>
                  </a:cubicBezTo>
                  <a:cubicBezTo>
                    <a:pt x="132" y="12"/>
                    <a:pt x="132" y="12"/>
                    <a:pt x="132" y="12"/>
                  </a:cubicBezTo>
                  <a:cubicBezTo>
                    <a:pt x="118" y="4"/>
                    <a:pt x="103" y="0"/>
                    <a:pt x="88" y="0"/>
                  </a:cubicBezTo>
                  <a:cubicBezTo>
                    <a:pt x="61" y="0"/>
                    <a:pt x="38" y="10"/>
                    <a:pt x="21" y="30"/>
                  </a:cubicBezTo>
                  <a:cubicBezTo>
                    <a:pt x="7" y="46"/>
                    <a:pt x="0" y="65"/>
                    <a:pt x="0" y="86"/>
                  </a:cubicBezTo>
                  <a:cubicBezTo>
                    <a:pt x="0" y="109"/>
                    <a:pt x="9" y="129"/>
                    <a:pt x="25" y="145"/>
                  </a:cubicBezTo>
                  <a:cubicBezTo>
                    <a:pt x="42" y="161"/>
                    <a:pt x="63" y="170"/>
                    <a:pt x="86" y="170"/>
                  </a:cubicBezTo>
                  <a:cubicBezTo>
                    <a:pt x="102" y="170"/>
                    <a:pt x="117" y="166"/>
                    <a:pt x="132" y="158"/>
                  </a:cubicBezTo>
                  <a:cubicBezTo>
                    <a:pt x="135" y="156"/>
                    <a:pt x="135" y="156"/>
                    <a:pt x="135" y="156"/>
                  </a:cubicBezTo>
                  <a:lnTo>
                    <a:pt x="118" y="1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126606605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217" userDrawn="1">
          <p15:clr>
            <a:srgbClr val="FBAE40"/>
          </p15:clr>
        </p15:guide>
        <p15:guide id="2" pos="6023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내용 개체 틀 2"/>
          <p:cNvSpPr>
            <a:spLocks noGrp="1"/>
          </p:cNvSpPr>
          <p:nvPr>
            <p:ph idx="1" hasCustomPrompt="1"/>
          </p:nvPr>
        </p:nvSpPr>
        <p:spPr>
          <a:xfrm>
            <a:off x="3656856" y="1016733"/>
            <a:ext cx="5760640" cy="4525963"/>
          </a:xfrm>
          <a:prstGeom prst="rect">
            <a:avLst/>
          </a:prstGeom>
        </p:spPr>
        <p:txBody>
          <a:bodyPr>
            <a:normAutofit/>
          </a:bodyPr>
          <a:lstStyle>
            <a:lvl1pPr marL="449263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  <a:defRPr lang="en-US" altLang="ko-KR" sz="2000" b="1" kern="1200" spc="-20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  <a:lvl2pPr marL="631825" indent="-273050">
              <a:buFont typeface="+mj-lt"/>
              <a:buAutoNum type="arabicPeriod"/>
              <a:defRPr sz="1600" b="0">
                <a:solidFill>
                  <a:srgbClr val="7F7F7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00" b="1">
                <a:solidFill>
                  <a:srgbClr val="00B0F0"/>
                </a:solidFill>
              </a:defRPr>
            </a:lvl3pPr>
            <a:lvl4pPr>
              <a:defRPr sz="1800" b="1">
                <a:solidFill>
                  <a:srgbClr val="00B0F0"/>
                </a:solidFill>
              </a:defRPr>
            </a:lvl4pPr>
            <a:lvl5pPr>
              <a:defRPr sz="1800" b="1">
                <a:solidFill>
                  <a:srgbClr val="00B0F0"/>
                </a:solidFill>
              </a:defRPr>
            </a:lvl5pPr>
          </a:lstStyle>
          <a:p>
            <a:pPr marL="449263" lvl="0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</a:pPr>
            <a:r>
              <a:rPr lang="ko-KR" altLang="en-US" dirty="0" smtClean="0"/>
              <a:t>본문의 대 제목 </a:t>
            </a:r>
            <a:r>
              <a:rPr lang="en-US" altLang="ko-KR" dirty="0" smtClean="0"/>
              <a:t>01</a:t>
            </a:r>
          </a:p>
          <a:p>
            <a:pPr lvl="0"/>
            <a:r>
              <a:rPr lang="ko-KR" altLang="en-US" dirty="0" smtClean="0"/>
              <a:t>본문의 대 제목 </a:t>
            </a:r>
            <a:r>
              <a:rPr lang="en-US" altLang="ko-KR" dirty="0" smtClean="0"/>
              <a:t>02</a:t>
            </a:r>
          </a:p>
          <a:p>
            <a:pPr lvl="0"/>
            <a:r>
              <a:rPr lang="ko-KR" altLang="en-US" dirty="0" smtClean="0"/>
              <a:t>본문의 대 제목 </a:t>
            </a:r>
            <a:r>
              <a:rPr lang="en-US" altLang="ko-KR" dirty="0" smtClean="0"/>
              <a:t>03</a:t>
            </a:r>
          </a:p>
          <a:p>
            <a:pPr lvl="0"/>
            <a:r>
              <a:rPr lang="ko-KR" altLang="en-US" dirty="0" smtClean="0"/>
              <a:t>본문의 대 제목 </a:t>
            </a:r>
            <a:r>
              <a:rPr lang="en-US" altLang="ko-KR" dirty="0" smtClean="0"/>
              <a:t>04</a:t>
            </a:r>
          </a:p>
          <a:p>
            <a:pPr lvl="0"/>
            <a:r>
              <a:rPr lang="ko-KR" altLang="en-US" dirty="0" smtClean="0"/>
              <a:t>본문의 대 제목 </a:t>
            </a:r>
            <a:r>
              <a:rPr lang="en-US" altLang="ko-KR" dirty="0" smtClean="0"/>
              <a:t>05</a:t>
            </a:r>
          </a:p>
          <a:p>
            <a:pPr lvl="0"/>
            <a:r>
              <a:rPr lang="ko-KR" altLang="en-US" dirty="0" smtClean="0"/>
              <a:t>별첨자료</a:t>
            </a:r>
          </a:p>
        </p:txBody>
      </p:sp>
      <p:grpSp>
        <p:nvGrpSpPr>
          <p:cNvPr id="3" name="그룹 2"/>
          <p:cNvGrpSpPr/>
          <p:nvPr userDrawn="1"/>
        </p:nvGrpSpPr>
        <p:grpSpPr>
          <a:xfrm>
            <a:off x="884548" y="908722"/>
            <a:ext cx="1944217" cy="1944215"/>
            <a:chOff x="884548" y="908722"/>
            <a:chExt cx="1944217" cy="1944215"/>
          </a:xfrm>
        </p:grpSpPr>
        <p:sp>
          <p:nvSpPr>
            <p:cNvPr id="11" name="직사각형 10"/>
            <p:cNvSpPr/>
            <p:nvPr/>
          </p:nvSpPr>
          <p:spPr>
            <a:xfrm rot="16200000">
              <a:off x="1802651" y="-9381"/>
              <a:ext cx="108012" cy="1944217"/>
            </a:xfrm>
            <a:prstGeom prst="rect">
              <a:avLst/>
            </a:prstGeom>
            <a:solidFill>
              <a:srgbClr val="005A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/>
            <p:cNvSpPr/>
            <p:nvPr/>
          </p:nvSpPr>
          <p:spPr>
            <a:xfrm rot="5400000">
              <a:off x="1802651" y="1826822"/>
              <a:ext cx="108012" cy="1944217"/>
            </a:xfrm>
            <a:prstGeom prst="rect">
              <a:avLst/>
            </a:prstGeom>
            <a:solidFill>
              <a:srgbClr val="005A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901845" y="1618816"/>
            <a:ext cx="1909625" cy="54117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ko-KR"/>
            </a:defPPr>
            <a:lvl1pPr>
              <a:lnSpc>
                <a:spcPts val="3500"/>
              </a:lnSpc>
              <a:spcBef>
                <a:spcPts val="0"/>
              </a:spcBef>
              <a:defRPr sz="3200" spc="-2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164194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algn="ctr"/>
            <a:r>
              <a:rPr lang="en-US" altLang="ko-KR" b="1" dirty="0" smtClean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Contents</a:t>
            </a:r>
            <a:endParaRPr lang="en-US" altLang="ko-KR" b="1" dirty="0">
              <a:solidFill>
                <a:schemeClr val="accent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4" name="그룹 3"/>
          <p:cNvGrpSpPr/>
          <p:nvPr userDrawn="1"/>
        </p:nvGrpSpPr>
        <p:grpSpPr>
          <a:xfrm>
            <a:off x="884549" y="908721"/>
            <a:ext cx="1944217" cy="1944216"/>
            <a:chOff x="884549" y="908721"/>
            <a:chExt cx="1944217" cy="1944216"/>
          </a:xfrm>
          <a:solidFill>
            <a:schemeClr val="accent1"/>
          </a:solidFill>
        </p:grpSpPr>
        <p:grpSp>
          <p:nvGrpSpPr>
            <p:cNvPr id="10" name="그룹 9"/>
            <p:cNvGrpSpPr/>
            <p:nvPr/>
          </p:nvGrpSpPr>
          <p:grpSpPr>
            <a:xfrm>
              <a:off x="884549" y="908721"/>
              <a:ext cx="1944217" cy="216024"/>
              <a:chOff x="900000" y="998739"/>
              <a:chExt cx="3240000" cy="360000"/>
            </a:xfrm>
            <a:grpFill/>
          </p:grpSpPr>
          <p:sp>
            <p:nvSpPr>
              <p:cNvPr id="18" name="직사각형 17"/>
              <p:cNvSpPr/>
              <p:nvPr/>
            </p:nvSpPr>
            <p:spPr>
              <a:xfrm>
                <a:off x="3960000" y="998739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9" name="직사각형 18"/>
              <p:cNvSpPr/>
              <p:nvPr/>
            </p:nvSpPr>
            <p:spPr>
              <a:xfrm>
                <a:off x="900000" y="998739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grpSp>
          <p:nvGrpSpPr>
            <p:cNvPr id="12" name="그룹 11"/>
            <p:cNvGrpSpPr/>
            <p:nvPr/>
          </p:nvGrpSpPr>
          <p:grpSpPr>
            <a:xfrm rot="10800000">
              <a:off x="884549" y="2636913"/>
              <a:ext cx="1944217" cy="216024"/>
              <a:chOff x="900000" y="998739"/>
              <a:chExt cx="3240000" cy="360000"/>
            </a:xfrm>
            <a:grpFill/>
          </p:grpSpPr>
          <p:sp>
            <p:nvSpPr>
              <p:cNvPr id="15" name="직사각형 14"/>
              <p:cNvSpPr/>
              <p:nvPr/>
            </p:nvSpPr>
            <p:spPr>
              <a:xfrm>
                <a:off x="3960000" y="998739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6" name="직사각형 15"/>
              <p:cNvSpPr/>
              <p:nvPr/>
            </p:nvSpPr>
            <p:spPr>
              <a:xfrm>
                <a:off x="900000" y="998739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597611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본문">
    <p:bg>
      <p:bgPr>
        <a:solidFill>
          <a:sysClr val="window" lastClr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380999" y="427042"/>
            <a:ext cx="914400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lvl1pPr algn="l">
              <a:defRPr kumimoji="1" lang="en-US" sz="26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defTabSz="457200" fontAlgn="t" latinLnBrk="0"/>
            <a:r>
              <a:rPr lang="ko-KR" altLang="en-US" dirty="0" smtClean="0"/>
              <a:t>페이지 제목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Bold 26pt)</a:t>
            </a:r>
            <a:endParaRPr lang="en-US" dirty="0"/>
          </a:p>
        </p:txBody>
      </p:sp>
      <p:sp>
        <p:nvSpPr>
          <p:cNvPr id="39" name="슬라이드 번호 개체 틀 5"/>
          <p:cNvSpPr txBox="1">
            <a:spLocks/>
          </p:cNvSpPr>
          <p:nvPr userDrawn="1"/>
        </p:nvSpPr>
        <p:spPr>
          <a:xfrm>
            <a:off x="3838575" y="6460617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fld id="{D84941F0-AFF0-444F-9320-08D07B73C7AD}" type="slidenum">
              <a:rPr lang="ko-KR" altLang="en-US" smtClean="0"/>
              <a:pPr lvl="0"/>
              <a:t>‹#›</a:t>
            </a:fld>
            <a:r>
              <a:rPr lang="en-US" altLang="ko-KR" dirty="0" smtClean="0"/>
              <a:t>/</a:t>
            </a:r>
            <a:r>
              <a:rPr lang="ko-KR" altLang="en-US" dirty="0" smtClean="0"/>
              <a:t>총페이지수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381000" y="899269"/>
            <a:ext cx="9144000" cy="24622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2pPr>
            <a:lvl3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3pPr>
            <a:lvl4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4pPr>
            <a:lvl5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5pPr>
          </a:lstStyle>
          <a:p>
            <a:pPr lvl="0"/>
            <a:r>
              <a:rPr lang="ko-KR" altLang="en-US" dirty="0" smtClean="0"/>
              <a:t>페이지 설명 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16pt)</a:t>
            </a:r>
          </a:p>
        </p:txBody>
      </p:sp>
      <p:grpSp>
        <p:nvGrpSpPr>
          <p:cNvPr id="10" name="그룹 9"/>
          <p:cNvGrpSpPr/>
          <p:nvPr userDrawn="1"/>
        </p:nvGrpSpPr>
        <p:grpSpPr>
          <a:xfrm>
            <a:off x="6922602" y="6587034"/>
            <a:ext cx="2602398" cy="126449"/>
            <a:chOff x="6922602" y="6587034"/>
            <a:chExt cx="2602398" cy="126449"/>
          </a:xfrm>
        </p:grpSpPr>
        <p:sp>
          <p:nvSpPr>
            <p:cNvPr id="29" name="Text Box 9"/>
            <p:cNvSpPr txBox="1">
              <a:spLocks noChangeArrowheads="1"/>
            </p:cNvSpPr>
            <p:nvPr userDrawn="1"/>
          </p:nvSpPr>
          <p:spPr bwMode="auto">
            <a:xfrm>
              <a:off x="6922602" y="6605761"/>
              <a:ext cx="1899751" cy="1077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ctr" anchorCtr="0">
              <a:spAutoFit/>
            </a:bodyPr>
            <a:lstStyle/>
            <a:p>
              <a:pPr algn="r" defTabSz="957474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700" dirty="0" smtClean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7F7F7F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Copyright © </a:t>
              </a:r>
              <a:r>
                <a:rPr kumimoji="1" lang="en-US" altLang="ko-KR" sz="700" dirty="0" err="1" smtClean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7F7F7F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Miracom,Inc</a:t>
              </a:r>
              <a:r>
                <a:rPr kumimoji="1" lang="en-US" altLang="ko-KR" sz="700" dirty="0" smtClean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7F7F7F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. All rights reserved.</a:t>
              </a:r>
            </a:p>
          </p:txBody>
        </p:sp>
        <p:grpSp>
          <p:nvGrpSpPr>
            <p:cNvPr id="50" name="그룹 49"/>
            <p:cNvGrpSpPr/>
            <p:nvPr userDrawn="1"/>
          </p:nvGrpSpPr>
          <p:grpSpPr>
            <a:xfrm>
              <a:off x="8842727" y="6587034"/>
              <a:ext cx="682273" cy="112290"/>
              <a:chOff x="7132078" y="2394682"/>
              <a:chExt cx="2286000" cy="376237"/>
            </a:xfrm>
            <a:solidFill>
              <a:srgbClr val="005AB4"/>
            </a:solidFill>
          </p:grpSpPr>
          <p:sp>
            <p:nvSpPr>
              <p:cNvPr id="51" name="Freeform 5"/>
              <p:cNvSpPr>
                <a:spLocks/>
              </p:cNvSpPr>
              <p:nvPr userDrawn="1"/>
            </p:nvSpPr>
            <p:spPr bwMode="auto">
              <a:xfrm>
                <a:off x="9046603" y="2394682"/>
                <a:ext cx="371475" cy="376237"/>
              </a:xfrm>
              <a:custGeom>
                <a:avLst/>
                <a:gdLst>
                  <a:gd name="T0" fmla="*/ 117 w 234"/>
                  <a:gd name="T1" fmla="*/ 154 h 237"/>
                  <a:gd name="T2" fmla="*/ 54 w 234"/>
                  <a:gd name="T3" fmla="*/ 0 h 237"/>
                  <a:gd name="T4" fmla="*/ 0 w 234"/>
                  <a:gd name="T5" fmla="*/ 0 h 237"/>
                  <a:gd name="T6" fmla="*/ 0 w 234"/>
                  <a:gd name="T7" fmla="*/ 237 h 237"/>
                  <a:gd name="T8" fmla="*/ 44 w 234"/>
                  <a:gd name="T9" fmla="*/ 237 h 237"/>
                  <a:gd name="T10" fmla="*/ 44 w 234"/>
                  <a:gd name="T11" fmla="*/ 96 h 237"/>
                  <a:gd name="T12" fmla="*/ 102 w 234"/>
                  <a:gd name="T13" fmla="*/ 237 h 237"/>
                  <a:gd name="T14" fmla="*/ 131 w 234"/>
                  <a:gd name="T15" fmla="*/ 237 h 237"/>
                  <a:gd name="T16" fmla="*/ 189 w 234"/>
                  <a:gd name="T17" fmla="*/ 96 h 237"/>
                  <a:gd name="T18" fmla="*/ 189 w 234"/>
                  <a:gd name="T19" fmla="*/ 237 h 237"/>
                  <a:gd name="T20" fmla="*/ 234 w 234"/>
                  <a:gd name="T21" fmla="*/ 237 h 237"/>
                  <a:gd name="T22" fmla="*/ 234 w 234"/>
                  <a:gd name="T23" fmla="*/ 0 h 237"/>
                  <a:gd name="T24" fmla="*/ 181 w 234"/>
                  <a:gd name="T25" fmla="*/ 0 h 237"/>
                  <a:gd name="T26" fmla="*/ 117 w 234"/>
                  <a:gd name="T27" fmla="*/ 154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34" h="237">
                    <a:moveTo>
                      <a:pt x="117" y="154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37"/>
                    </a:lnTo>
                    <a:lnTo>
                      <a:pt x="44" y="237"/>
                    </a:lnTo>
                    <a:lnTo>
                      <a:pt x="44" y="96"/>
                    </a:lnTo>
                    <a:lnTo>
                      <a:pt x="102" y="237"/>
                    </a:lnTo>
                    <a:lnTo>
                      <a:pt x="131" y="237"/>
                    </a:lnTo>
                    <a:lnTo>
                      <a:pt x="189" y="96"/>
                    </a:lnTo>
                    <a:lnTo>
                      <a:pt x="189" y="237"/>
                    </a:lnTo>
                    <a:lnTo>
                      <a:pt x="234" y="237"/>
                    </a:lnTo>
                    <a:lnTo>
                      <a:pt x="234" y="0"/>
                    </a:lnTo>
                    <a:lnTo>
                      <a:pt x="181" y="0"/>
                    </a:lnTo>
                    <a:lnTo>
                      <a:pt x="117" y="15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2" name="Freeform 6"/>
              <p:cNvSpPr>
                <a:spLocks/>
              </p:cNvSpPr>
              <p:nvPr userDrawn="1"/>
            </p:nvSpPr>
            <p:spPr bwMode="auto">
              <a:xfrm>
                <a:off x="7132078" y="2394682"/>
                <a:ext cx="371475" cy="376237"/>
              </a:xfrm>
              <a:custGeom>
                <a:avLst/>
                <a:gdLst>
                  <a:gd name="T0" fmla="*/ 117 w 234"/>
                  <a:gd name="T1" fmla="*/ 154 h 237"/>
                  <a:gd name="T2" fmla="*/ 54 w 234"/>
                  <a:gd name="T3" fmla="*/ 0 h 237"/>
                  <a:gd name="T4" fmla="*/ 0 w 234"/>
                  <a:gd name="T5" fmla="*/ 0 h 237"/>
                  <a:gd name="T6" fmla="*/ 0 w 234"/>
                  <a:gd name="T7" fmla="*/ 237 h 237"/>
                  <a:gd name="T8" fmla="*/ 45 w 234"/>
                  <a:gd name="T9" fmla="*/ 237 h 237"/>
                  <a:gd name="T10" fmla="*/ 45 w 234"/>
                  <a:gd name="T11" fmla="*/ 96 h 237"/>
                  <a:gd name="T12" fmla="*/ 103 w 234"/>
                  <a:gd name="T13" fmla="*/ 237 h 237"/>
                  <a:gd name="T14" fmla="*/ 132 w 234"/>
                  <a:gd name="T15" fmla="*/ 237 h 237"/>
                  <a:gd name="T16" fmla="*/ 189 w 234"/>
                  <a:gd name="T17" fmla="*/ 96 h 237"/>
                  <a:gd name="T18" fmla="*/ 189 w 234"/>
                  <a:gd name="T19" fmla="*/ 237 h 237"/>
                  <a:gd name="T20" fmla="*/ 234 w 234"/>
                  <a:gd name="T21" fmla="*/ 237 h 237"/>
                  <a:gd name="T22" fmla="*/ 234 w 234"/>
                  <a:gd name="T23" fmla="*/ 0 h 237"/>
                  <a:gd name="T24" fmla="*/ 182 w 234"/>
                  <a:gd name="T25" fmla="*/ 0 h 237"/>
                  <a:gd name="T26" fmla="*/ 117 w 234"/>
                  <a:gd name="T27" fmla="*/ 154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34" h="237">
                    <a:moveTo>
                      <a:pt x="117" y="154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37"/>
                    </a:lnTo>
                    <a:lnTo>
                      <a:pt x="45" y="237"/>
                    </a:lnTo>
                    <a:lnTo>
                      <a:pt x="45" y="96"/>
                    </a:lnTo>
                    <a:lnTo>
                      <a:pt x="103" y="237"/>
                    </a:lnTo>
                    <a:lnTo>
                      <a:pt x="132" y="237"/>
                    </a:lnTo>
                    <a:lnTo>
                      <a:pt x="189" y="96"/>
                    </a:lnTo>
                    <a:lnTo>
                      <a:pt x="189" y="237"/>
                    </a:lnTo>
                    <a:lnTo>
                      <a:pt x="234" y="237"/>
                    </a:lnTo>
                    <a:lnTo>
                      <a:pt x="234" y="0"/>
                    </a:lnTo>
                    <a:lnTo>
                      <a:pt x="182" y="0"/>
                    </a:lnTo>
                    <a:lnTo>
                      <a:pt x="117" y="15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4" name="Rectangle 7"/>
              <p:cNvSpPr>
                <a:spLocks noChangeArrowheads="1"/>
              </p:cNvSpPr>
              <p:nvPr userDrawn="1"/>
            </p:nvSpPr>
            <p:spPr bwMode="auto">
              <a:xfrm>
                <a:off x="7571815" y="2394682"/>
                <a:ext cx="73025" cy="37623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6" name="Freeform 8"/>
              <p:cNvSpPr>
                <a:spLocks noEditPoints="1"/>
              </p:cNvSpPr>
              <p:nvPr userDrawn="1"/>
            </p:nvSpPr>
            <p:spPr bwMode="auto">
              <a:xfrm>
                <a:off x="8629090" y="2394682"/>
                <a:ext cx="369887" cy="376237"/>
              </a:xfrm>
              <a:custGeom>
                <a:avLst/>
                <a:gdLst>
                  <a:gd name="T0" fmla="*/ 163 w 169"/>
                  <a:gd name="T1" fmla="*/ 51 h 170"/>
                  <a:gd name="T2" fmla="*/ 145 w 169"/>
                  <a:gd name="T3" fmla="*/ 24 h 170"/>
                  <a:gd name="T4" fmla="*/ 119 w 169"/>
                  <a:gd name="T5" fmla="*/ 6 h 170"/>
                  <a:gd name="T6" fmla="*/ 85 w 169"/>
                  <a:gd name="T7" fmla="*/ 0 h 170"/>
                  <a:gd name="T8" fmla="*/ 51 w 169"/>
                  <a:gd name="T9" fmla="*/ 6 h 170"/>
                  <a:gd name="T10" fmla="*/ 24 w 169"/>
                  <a:gd name="T11" fmla="*/ 24 h 170"/>
                  <a:gd name="T12" fmla="*/ 6 w 169"/>
                  <a:gd name="T13" fmla="*/ 51 h 170"/>
                  <a:gd name="T14" fmla="*/ 0 w 169"/>
                  <a:gd name="T15" fmla="*/ 85 h 170"/>
                  <a:gd name="T16" fmla="*/ 6 w 169"/>
                  <a:gd name="T17" fmla="*/ 118 h 170"/>
                  <a:gd name="T18" fmla="*/ 24 w 169"/>
                  <a:gd name="T19" fmla="*/ 146 h 170"/>
                  <a:gd name="T20" fmla="*/ 51 w 169"/>
                  <a:gd name="T21" fmla="*/ 163 h 170"/>
                  <a:gd name="T22" fmla="*/ 85 w 169"/>
                  <a:gd name="T23" fmla="*/ 170 h 170"/>
                  <a:gd name="T24" fmla="*/ 119 w 169"/>
                  <a:gd name="T25" fmla="*/ 163 h 170"/>
                  <a:gd name="T26" fmla="*/ 145 w 169"/>
                  <a:gd name="T27" fmla="*/ 146 h 170"/>
                  <a:gd name="T28" fmla="*/ 163 w 169"/>
                  <a:gd name="T29" fmla="*/ 118 h 170"/>
                  <a:gd name="T30" fmla="*/ 169 w 169"/>
                  <a:gd name="T31" fmla="*/ 85 h 170"/>
                  <a:gd name="T32" fmla="*/ 163 w 169"/>
                  <a:gd name="T33" fmla="*/ 51 h 170"/>
                  <a:gd name="T34" fmla="*/ 132 w 169"/>
                  <a:gd name="T35" fmla="*/ 106 h 170"/>
                  <a:gd name="T36" fmla="*/ 121 w 169"/>
                  <a:gd name="T37" fmla="*/ 123 h 170"/>
                  <a:gd name="T38" fmla="*/ 105 w 169"/>
                  <a:gd name="T39" fmla="*/ 134 h 170"/>
                  <a:gd name="T40" fmla="*/ 64 w 169"/>
                  <a:gd name="T41" fmla="*/ 134 h 170"/>
                  <a:gd name="T42" fmla="*/ 48 w 169"/>
                  <a:gd name="T43" fmla="*/ 123 h 170"/>
                  <a:gd name="T44" fmla="*/ 38 w 169"/>
                  <a:gd name="T45" fmla="*/ 106 h 170"/>
                  <a:gd name="T46" fmla="*/ 34 w 169"/>
                  <a:gd name="T47" fmla="*/ 85 h 170"/>
                  <a:gd name="T48" fmla="*/ 38 w 169"/>
                  <a:gd name="T49" fmla="*/ 64 h 170"/>
                  <a:gd name="T50" fmla="*/ 48 w 169"/>
                  <a:gd name="T51" fmla="*/ 46 h 170"/>
                  <a:gd name="T52" fmla="*/ 64 w 169"/>
                  <a:gd name="T53" fmla="*/ 35 h 170"/>
                  <a:gd name="T54" fmla="*/ 85 w 169"/>
                  <a:gd name="T55" fmla="*/ 31 h 170"/>
                  <a:gd name="T56" fmla="*/ 105 w 169"/>
                  <a:gd name="T57" fmla="*/ 35 h 170"/>
                  <a:gd name="T58" fmla="*/ 121 w 169"/>
                  <a:gd name="T59" fmla="*/ 46 h 170"/>
                  <a:gd name="T60" fmla="*/ 132 w 169"/>
                  <a:gd name="T61" fmla="*/ 64 h 170"/>
                  <a:gd name="T62" fmla="*/ 136 w 169"/>
                  <a:gd name="T63" fmla="*/ 85 h 170"/>
                  <a:gd name="T64" fmla="*/ 132 w 169"/>
                  <a:gd name="T65" fmla="*/ 106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69" h="170">
                    <a:moveTo>
                      <a:pt x="163" y="51"/>
                    </a:moveTo>
                    <a:cubicBezTo>
                      <a:pt x="159" y="41"/>
                      <a:pt x="153" y="31"/>
                      <a:pt x="145" y="24"/>
                    </a:cubicBezTo>
                    <a:cubicBezTo>
                      <a:pt x="138" y="16"/>
                      <a:pt x="129" y="10"/>
                      <a:pt x="119" y="6"/>
                    </a:cubicBezTo>
                    <a:cubicBezTo>
                      <a:pt x="108" y="2"/>
                      <a:pt x="97" y="0"/>
                      <a:pt x="85" y="0"/>
                    </a:cubicBezTo>
                    <a:cubicBezTo>
                      <a:pt x="73" y="0"/>
                      <a:pt x="61" y="2"/>
                      <a:pt x="51" y="6"/>
                    </a:cubicBezTo>
                    <a:cubicBezTo>
                      <a:pt x="41" y="10"/>
                      <a:pt x="32" y="16"/>
                      <a:pt x="24" y="24"/>
                    </a:cubicBezTo>
                    <a:cubicBezTo>
                      <a:pt x="17" y="31"/>
                      <a:pt x="11" y="41"/>
                      <a:pt x="6" y="51"/>
                    </a:cubicBezTo>
                    <a:cubicBezTo>
                      <a:pt x="2" y="61"/>
                      <a:pt x="0" y="73"/>
                      <a:pt x="0" y="85"/>
                    </a:cubicBezTo>
                    <a:cubicBezTo>
                      <a:pt x="0" y="97"/>
                      <a:pt x="2" y="108"/>
                      <a:pt x="6" y="118"/>
                    </a:cubicBezTo>
                    <a:cubicBezTo>
                      <a:pt x="11" y="129"/>
                      <a:pt x="17" y="138"/>
                      <a:pt x="24" y="146"/>
                    </a:cubicBezTo>
                    <a:cubicBezTo>
                      <a:pt x="32" y="153"/>
                      <a:pt x="41" y="159"/>
                      <a:pt x="51" y="163"/>
                    </a:cubicBezTo>
                    <a:cubicBezTo>
                      <a:pt x="61" y="168"/>
                      <a:pt x="73" y="170"/>
                      <a:pt x="85" y="170"/>
                    </a:cubicBezTo>
                    <a:cubicBezTo>
                      <a:pt x="97" y="170"/>
                      <a:pt x="108" y="168"/>
                      <a:pt x="119" y="163"/>
                    </a:cubicBezTo>
                    <a:cubicBezTo>
                      <a:pt x="129" y="159"/>
                      <a:pt x="138" y="153"/>
                      <a:pt x="145" y="146"/>
                    </a:cubicBezTo>
                    <a:cubicBezTo>
                      <a:pt x="153" y="138"/>
                      <a:pt x="159" y="129"/>
                      <a:pt x="163" y="118"/>
                    </a:cubicBezTo>
                    <a:cubicBezTo>
                      <a:pt x="167" y="108"/>
                      <a:pt x="169" y="97"/>
                      <a:pt x="169" y="85"/>
                    </a:cubicBezTo>
                    <a:cubicBezTo>
                      <a:pt x="169" y="73"/>
                      <a:pt x="167" y="61"/>
                      <a:pt x="163" y="51"/>
                    </a:cubicBezTo>
                    <a:close/>
                    <a:moveTo>
                      <a:pt x="132" y="106"/>
                    </a:moveTo>
                    <a:cubicBezTo>
                      <a:pt x="129" y="112"/>
                      <a:pt x="126" y="118"/>
                      <a:pt x="121" y="123"/>
                    </a:cubicBezTo>
                    <a:cubicBezTo>
                      <a:pt x="117" y="128"/>
                      <a:pt x="112" y="132"/>
                      <a:pt x="105" y="134"/>
                    </a:cubicBezTo>
                    <a:cubicBezTo>
                      <a:pt x="93" y="140"/>
                      <a:pt x="76" y="140"/>
                      <a:pt x="64" y="134"/>
                    </a:cubicBezTo>
                    <a:cubicBezTo>
                      <a:pt x="58" y="132"/>
                      <a:pt x="52" y="128"/>
                      <a:pt x="48" y="123"/>
                    </a:cubicBezTo>
                    <a:cubicBezTo>
                      <a:pt x="44" y="118"/>
                      <a:pt x="40" y="112"/>
                      <a:pt x="38" y="106"/>
                    </a:cubicBezTo>
                    <a:cubicBezTo>
                      <a:pt x="35" y="99"/>
                      <a:pt x="34" y="92"/>
                      <a:pt x="34" y="85"/>
                    </a:cubicBezTo>
                    <a:cubicBezTo>
                      <a:pt x="34" y="77"/>
                      <a:pt x="35" y="70"/>
                      <a:pt x="38" y="64"/>
                    </a:cubicBezTo>
                    <a:cubicBezTo>
                      <a:pt x="40" y="57"/>
                      <a:pt x="44" y="51"/>
                      <a:pt x="48" y="46"/>
                    </a:cubicBezTo>
                    <a:cubicBezTo>
                      <a:pt x="52" y="42"/>
                      <a:pt x="58" y="38"/>
                      <a:pt x="64" y="35"/>
                    </a:cubicBezTo>
                    <a:cubicBezTo>
                      <a:pt x="70" y="32"/>
                      <a:pt x="77" y="31"/>
                      <a:pt x="85" y="31"/>
                    </a:cubicBezTo>
                    <a:cubicBezTo>
                      <a:pt x="92" y="31"/>
                      <a:pt x="99" y="32"/>
                      <a:pt x="105" y="35"/>
                    </a:cubicBezTo>
                    <a:cubicBezTo>
                      <a:pt x="112" y="38"/>
                      <a:pt x="117" y="42"/>
                      <a:pt x="121" y="46"/>
                    </a:cubicBezTo>
                    <a:cubicBezTo>
                      <a:pt x="126" y="51"/>
                      <a:pt x="129" y="57"/>
                      <a:pt x="132" y="64"/>
                    </a:cubicBezTo>
                    <a:cubicBezTo>
                      <a:pt x="134" y="70"/>
                      <a:pt x="136" y="77"/>
                      <a:pt x="136" y="85"/>
                    </a:cubicBezTo>
                    <a:cubicBezTo>
                      <a:pt x="136" y="92"/>
                      <a:pt x="134" y="99"/>
                      <a:pt x="132" y="10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7" name="Freeform 9"/>
              <p:cNvSpPr>
                <a:spLocks noEditPoints="1"/>
              </p:cNvSpPr>
              <p:nvPr userDrawn="1"/>
            </p:nvSpPr>
            <p:spPr bwMode="auto">
              <a:xfrm>
                <a:off x="7711515" y="2394682"/>
                <a:ext cx="282575" cy="376237"/>
              </a:xfrm>
              <a:custGeom>
                <a:avLst/>
                <a:gdLst>
                  <a:gd name="T0" fmla="*/ 82 w 129"/>
                  <a:gd name="T1" fmla="*/ 96 h 170"/>
                  <a:gd name="T2" fmla="*/ 104 w 129"/>
                  <a:gd name="T3" fmla="*/ 83 h 170"/>
                  <a:gd name="T4" fmla="*/ 117 w 129"/>
                  <a:gd name="T5" fmla="*/ 50 h 170"/>
                  <a:gd name="T6" fmla="*/ 110 w 129"/>
                  <a:gd name="T7" fmla="*/ 23 h 170"/>
                  <a:gd name="T8" fmla="*/ 93 w 129"/>
                  <a:gd name="T9" fmla="*/ 8 h 170"/>
                  <a:gd name="T10" fmla="*/ 70 w 129"/>
                  <a:gd name="T11" fmla="*/ 1 h 170"/>
                  <a:gd name="T12" fmla="*/ 47 w 129"/>
                  <a:gd name="T13" fmla="*/ 0 h 170"/>
                  <a:gd name="T14" fmla="*/ 0 w 129"/>
                  <a:gd name="T15" fmla="*/ 0 h 170"/>
                  <a:gd name="T16" fmla="*/ 0 w 129"/>
                  <a:gd name="T17" fmla="*/ 170 h 170"/>
                  <a:gd name="T18" fmla="*/ 34 w 129"/>
                  <a:gd name="T19" fmla="*/ 170 h 170"/>
                  <a:gd name="T20" fmla="*/ 34 w 129"/>
                  <a:gd name="T21" fmla="*/ 101 h 170"/>
                  <a:gd name="T22" fmla="*/ 45 w 129"/>
                  <a:gd name="T23" fmla="*/ 101 h 170"/>
                  <a:gd name="T24" fmla="*/ 87 w 129"/>
                  <a:gd name="T25" fmla="*/ 170 h 170"/>
                  <a:gd name="T26" fmla="*/ 116 w 129"/>
                  <a:gd name="T27" fmla="*/ 170 h 170"/>
                  <a:gd name="T28" fmla="*/ 129 w 129"/>
                  <a:gd name="T29" fmla="*/ 170 h 170"/>
                  <a:gd name="T30" fmla="*/ 129 w 129"/>
                  <a:gd name="T31" fmla="*/ 170 h 170"/>
                  <a:gd name="T32" fmla="*/ 82 w 129"/>
                  <a:gd name="T33" fmla="*/ 96 h 170"/>
                  <a:gd name="T34" fmla="*/ 79 w 129"/>
                  <a:gd name="T35" fmla="*/ 60 h 170"/>
                  <a:gd name="T36" fmla="*/ 71 w 129"/>
                  <a:gd name="T37" fmla="*/ 65 h 170"/>
                  <a:gd name="T38" fmla="*/ 58 w 129"/>
                  <a:gd name="T39" fmla="*/ 68 h 170"/>
                  <a:gd name="T40" fmla="*/ 42 w 129"/>
                  <a:gd name="T41" fmla="*/ 68 h 170"/>
                  <a:gd name="T42" fmla="*/ 34 w 129"/>
                  <a:gd name="T43" fmla="*/ 68 h 170"/>
                  <a:gd name="T44" fmla="*/ 34 w 129"/>
                  <a:gd name="T45" fmla="*/ 32 h 170"/>
                  <a:gd name="T46" fmla="*/ 52 w 129"/>
                  <a:gd name="T47" fmla="*/ 32 h 170"/>
                  <a:gd name="T48" fmla="*/ 64 w 129"/>
                  <a:gd name="T49" fmla="*/ 33 h 170"/>
                  <a:gd name="T50" fmla="*/ 74 w 129"/>
                  <a:gd name="T51" fmla="*/ 36 h 170"/>
                  <a:gd name="T52" fmla="*/ 79 w 129"/>
                  <a:gd name="T53" fmla="*/ 41 h 170"/>
                  <a:gd name="T54" fmla="*/ 81 w 129"/>
                  <a:gd name="T55" fmla="*/ 50 h 170"/>
                  <a:gd name="T56" fmla="*/ 79 w 129"/>
                  <a:gd name="T57" fmla="*/ 60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29" h="170">
                    <a:moveTo>
                      <a:pt x="82" y="96"/>
                    </a:moveTo>
                    <a:cubicBezTo>
                      <a:pt x="91" y="94"/>
                      <a:pt x="98" y="89"/>
                      <a:pt x="104" y="83"/>
                    </a:cubicBezTo>
                    <a:cubicBezTo>
                      <a:pt x="112" y="75"/>
                      <a:pt x="117" y="63"/>
                      <a:pt x="117" y="50"/>
                    </a:cubicBezTo>
                    <a:cubicBezTo>
                      <a:pt x="117" y="39"/>
                      <a:pt x="114" y="30"/>
                      <a:pt x="110" y="23"/>
                    </a:cubicBezTo>
                    <a:cubicBezTo>
                      <a:pt x="106" y="16"/>
                      <a:pt x="100" y="11"/>
                      <a:pt x="93" y="8"/>
                    </a:cubicBezTo>
                    <a:cubicBezTo>
                      <a:pt x="86" y="4"/>
                      <a:pt x="78" y="2"/>
                      <a:pt x="70" y="1"/>
                    </a:cubicBezTo>
                    <a:cubicBezTo>
                      <a:pt x="63" y="0"/>
                      <a:pt x="55" y="0"/>
                      <a:pt x="4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70"/>
                      <a:pt x="0" y="170"/>
                      <a:pt x="0" y="170"/>
                    </a:cubicBezTo>
                    <a:cubicBezTo>
                      <a:pt x="34" y="170"/>
                      <a:pt x="34" y="170"/>
                      <a:pt x="34" y="170"/>
                    </a:cubicBezTo>
                    <a:cubicBezTo>
                      <a:pt x="34" y="101"/>
                      <a:pt x="34" y="101"/>
                      <a:pt x="34" y="101"/>
                    </a:cubicBezTo>
                    <a:cubicBezTo>
                      <a:pt x="45" y="101"/>
                      <a:pt x="45" y="101"/>
                      <a:pt x="45" y="101"/>
                    </a:cubicBezTo>
                    <a:cubicBezTo>
                      <a:pt x="87" y="170"/>
                      <a:pt x="87" y="170"/>
                      <a:pt x="87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29" y="170"/>
                      <a:pt x="129" y="170"/>
                      <a:pt x="129" y="170"/>
                    </a:cubicBezTo>
                    <a:cubicBezTo>
                      <a:pt x="129" y="170"/>
                      <a:pt x="129" y="170"/>
                      <a:pt x="129" y="170"/>
                    </a:cubicBezTo>
                    <a:lnTo>
                      <a:pt x="82" y="96"/>
                    </a:lnTo>
                    <a:close/>
                    <a:moveTo>
                      <a:pt x="79" y="60"/>
                    </a:moveTo>
                    <a:cubicBezTo>
                      <a:pt x="77" y="62"/>
                      <a:pt x="74" y="64"/>
                      <a:pt x="71" y="65"/>
                    </a:cubicBezTo>
                    <a:cubicBezTo>
                      <a:pt x="67" y="67"/>
                      <a:pt x="62" y="67"/>
                      <a:pt x="58" y="68"/>
                    </a:cubicBezTo>
                    <a:cubicBezTo>
                      <a:pt x="52" y="68"/>
                      <a:pt x="47" y="68"/>
                      <a:pt x="42" y="68"/>
                    </a:cubicBezTo>
                    <a:cubicBezTo>
                      <a:pt x="34" y="68"/>
                      <a:pt x="34" y="68"/>
                      <a:pt x="34" y="68"/>
                    </a:cubicBezTo>
                    <a:cubicBezTo>
                      <a:pt x="34" y="32"/>
                      <a:pt x="34" y="32"/>
                      <a:pt x="34" y="32"/>
                    </a:cubicBezTo>
                    <a:cubicBezTo>
                      <a:pt x="52" y="32"/>
                      <a:pt x="52" y="32"/>
                      <a:pt x="52" y="32"/>
                    </a:cubicBezTo>
                    <a:cubicBezTo>
                      <a:pt x="56" y="32"/>
                      <a:pt x="60" y="33"/>
                      <a:pt x="64" y="33"/>
                    </a:cubicBezTo>
                    <a:cubicBezTo>
                      <a:pt x="68" y="34"/>
                      <a:pt x="71" y="35"/>
                      <a:pt x="74" y="36"/>
                    </a:cubicBezTo>
                    <a:cubicBezTo>
                      <a:pt x="76" y="37"/>
                      <a:pt x="78" y="39"/>
                      <a:pt x="79" y="41"/>
                    </a:cubicBezTo>
                    <a:cubicBezTo>
                      <a:pt x="81" y="43"/>
                      <a:pt x="81" y="46"/>
                      <a:pt x="81" y="50"/>
                    </a:cubicBezTo>
                    <a:cubicBezTo>
                      <a:pt x="81" y="55"/>
                      <a:pt x="81" y="58"/>
                      <a:pt x="79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8" name="Freeform 10"/>
              <p:cNvSpPr>
                <a:spLocks noEditPoints="1"/>
              </p:cNvSpPr>
              <p:nvPr userDrawn="1"/>
            </p:nvSpPr>
            <p:spPr bwMode="auto">
              <a:xfrm>
                <a:off x="8003615" y="2394682"/>
                <a:ext cx="347662" cy="376237"/>
              </a:xfrm>
              <a:custGeom>
                <a:avLst/>
                <a:gdLst>
                  <a:gd name="T0" fmla="*/ 119 w 219"/>
                  <a:gd name="T1" fmla="*/ 0 h 237"/>
                  <a:gd name="T2" fmla="*/ 81 w 219"/>
                  <a:gd name="T3" fmla="*/ 0 h 237"/>
                  <a:gd name="T4" fmla="*/ 0 w 219"/>
                  <a:gd name="T5" fmla="*/ 188 h 237"/>
                  <a:gd name="T6" fmla="*/ 30 w 219"/>
                  <a:gd name="T7" fmla="*/ 237 h 237"/>
                  <a:gd name="T8" fmla="*/ 52 w 219"/>
                  <a:gd name="T9" fmla="*/ 184 h 237"/>
                  <a:gd name="T10" fmla="*/ 144 w 219"/>
                  <a:gd name="T11" fmla="*/ 184 h 237"/>
                  <a:gd name="T12" fmla="*/ 166 w 219"/>
                  <a:gd name="T13" fmla="*/ 237 h 237"/>
                  <a:gd name="T14" fmla="*/ 219 w 219"/>
                  <a:gd name="T15" fmla="*/ 237 h 237"/>
                  <a:gd name="T16" fmla="*/ 119 w 219"/>
                  <a:gd name="T17" fmla="*/ 0 h 237"/>
                  <a:gd name="T18" fmla="*/ 70 w 219"/>
                  <a:gd name="T19" fmla="*/ 141 h 237"/>
                  <a:gd name="T20" fmla="*/ 99 w 219"/>
                  <a:gd name="T21" fmla="*/ 71 h 237"/>
                  <a:gd name="T22" fmla="*/ 128 w 219"/>
                  <a:gd name="T23" fmla="*/ 141 h 237"/>
                  <a:gd name="T24" fmla="*/ 70 w 219"/>
                  <a:gd name="T25" fmla="*/ 141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19" h="237">
                    <a:moveTo>
                      <a:pt x="119" y="0"/>
                    </a:moveTo>
                    <a:lnTo>
                      <a:pt x="81" y="0"/>
                    </a:lnTo>
                    <a:lnTo>
                      <a:pt x="0" y="188"/>
                    </a:lnTo>
                    <a:lnTo>
                      <a:pt x="30" y="237"/>
                    </a:lnTo>
                    <a:lnTo>
                      <a:pt x="52" y="184"/>
                    </a:lnTo>
                    <a:lnTo>
                      <a:pt x="144" y="184"/>
                    </a:lnTo>
                    <a:lnTo>
                      <a:pt x="166" y="237"/>
                    </a:lnTo>
                    <a:lnTo>
                      <a:pt x="219" y="237"/>
                    </a:lnTo>
                    <a:lnTo>
                      <a:pt x="119" y="0"/>
                    </a:lnTo>
                    <a:close/>
                    <a:moveTo>
                      <a:pt x="70" y="141"/>
                    </a:moveTo>
                    <a:lnTo>
                      <a:pt x="99" y="71"/>
                    </a:lnTo>
                    <a:lnTo>
                      <a:pt x="128" y="141"/>
                    </a:lnTo>
                    <a:lnTo>
                      <a:pt x="70" y="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9" name="Freeform 11"/>
              <p:cNvSpPr>
                <a:spLocks/>
              </p:cNvSpPr>
              <p:nvPr userDrawn="1"/>
            </p:nvSpPr>
            <p:spPr bwMode="auto">
              <a:xfrm>
                <a:off x="8340165" y="2394682"/>
                <a:ext cx="295275" cy="376237"/>
              </a:xfrm>
              <a:custGeom>
                <a:avLst/>
                <a:gdLst>
                  <a:gd name="T0" fmla="*/ 118 w 135"/>
                  <a:gd name="T1" fmla="*/ 129 h 170"/>
                  <a:gd name="T2" fmla="*/ 118 w 135"/>
                  <a:gd name="T3" fmla="*/ 127 h 170"/>
                  <a:gd name="T4" fmla="*/ 116 w 135"/>
                  <a:gd name="T5" fmla="*/ 129 h 170"/>
                  <a:gd name="T6" fmla="*/ 115 w 135"/>
                  <a:gd name="T7" fmla="*/ 129 h 170"/>
                  <a:gd name="T8" fmla="*/ 106 w 135"/>
                  <a:gd name="T9" fmla="*/ 134 h 170"/>
                  <a:gd name="T10" fmla="*/ 87 w 135"/>
                  <a:gd name="T11" fmla="*/ 138 h 170"/>
                  <a:gd name="T12" fmla="*/ 50 w 135"/>
                  <a:gd name="T13" fmla="*/ 123 h 170"/>
                  <a:gd name="T14" fmla="*/ 34 w 135"/>
                  <a:gd name="T15" fmla="*/ 85 h 170"/>
                  <a:gd name="T16" fmla="*/ 50 w 135"/>
                  <a:gd name="T17" fmla="*/ 47 h 170"/>
                  <a:gd name="T18" fmla="*/ 87 w 135"/>
                  <a:gd name="T19" fmla="*/ 32 h 170"/>
                  <a:gd name="T20" fmla="*/ 116 w 135"/>
                  <a:gd name="T21" fmla="*/ 41 h 170"/>
                  <a:gd name="T22" fmla="*/ 117 w 135"/>
                  <a:gd name="T23" fmla="*/ 42 h 170"/>
                  <a:gd name="T24" fmla="*/ 134 w 135"/>
                  <a:gd name="T25" fmla="*/ 15 h 170"/>
                  <a:gd name="T26" fmla="*/ 135 w 135"/>
                  <a:gd name="T27" fmla="*/ 13 h 170"/>
                  <a:gd name="T28" fmla="*/ 132 w 135"/>
                  <a:gd name="T29" fmla="*/ 12 h 170"/>
                  <a:gd name="T30" fmla="*/ 88 w 135"/>
                  <a:gd name="T31" fmla="*/ 0 h 170"/>
                  <a:gd name="T32" fmla="*/ 21 w 135"/>
                  <a:gd name="T33" fmla="*/ 30 h 170"/>
                  <a:gd name="T34" fmla="*/ 0 w 135"/>
                  <a:gd name="T35" fmla="*/ 86 h 170"/>
                  <a:gd name="T36" fmla="*/ 25 w 135"/>
                  <a:gd name="T37" fmla="*/ 145 h 170"/>
                  <a:gd name="T38" fmla="*/ 86 w 135"/>
                  <a:gd name="T39" fmla="*/ 170 h 170"/>
                  <a:gd name="T40" fmla="*/ 132 w 135"/>
                  <a:gd name="T41" fmla="*/ 158 h 170"/>
                  <a:gd name="T42" fmla="*/ 135 w 135"/>
                  <a:gd name="T43" fmla="*/ 156 h 170"/>
                  <a:gd name="T44" fmla="*/ 118 w 135"/>
                  <a:gd name="T45" fmla="*/ 129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35" h="170">
                    <a:moveTo>
                      <a:pt x="118" y="129"/>
                    </a:moveTo>
                    <a:cubicBezTo>
                      <a:pt x="118" y="127"/>
                      <a:pt x="118" y="127"/>
                      <a:pt x="118" y="127"/>
                    </a:cubicBezTo>
                    <a:cubicBezTo>
                      <a:pt x="116" y="129"/>
                      <a:pt x="116" y="129"/>
                      <a:pt x="116" y="129"/>
                    </a:cubicBezTo>
                    <a:cubicBezTo>
                      <a:pt x="115" y="129"/>
                      <a:pt x="115" y="129"/>
                      <a:pt x="115" y="129"/>
                    </a:cubicBezTo>
                    <a:cubicBezTo>
                      <a:pt x="112" y="131"/>
                      <a:pt x="109" y="133"/>
                      <a:pt x="106" y="134"/>
                    </a:cubicBezTo>
                    <a:cubicBezTo>
                      <a:pt x="101" y="137"/>
                      <a:pt x="94" y="138"/>
                      <a:pt x="87" y="138"/>
                    </a:cubicBezTo>
                    <a:cubicBezTo>
                      <a:pt x="72" y="138"/>
                      <a:pt x="60" y="133"/>
                      <a:pt x="50" y="123"/>
                    </a:cubicBezTo>
                    <a:cubicBezTo>
                      <a:pt x="39" y="112"/>
                      <a:pt x="34" y="100"/>
                      <a:pt x="34" y="85"/>
                    </a:cubicBezTo>
                    <a:cubicBezTo>
                      <a:pt x="34" y="70"/>
                      <a:pt x="39" y="58"/>
                      <a:pt x="50" y="47"/>
                    </a:cubicBezTo>
                    <a:cubicBezTo>
                      <a:pt x="60" y="37"/>
                      <a:pt x="72" y="32"/>
                      <a:pt x="87" y="32"/>
                    </a:cubicBezTo>
                    <a:cubicBezTo>
                      <a:pt x="96" y="32"/>
                      <a:pt x="106" y="35"/>
                      <a:pt x="116" y="41"/>
                    </a:cubicBezTo>
                    <a:cubicBezTo>
                      <a:pt x="117" y="42"/>
                      <a:pt x="117" y="42"/>
                      <a:pt x="117" y="42"/>
                    </a:cubicBezTo>
                    <a:cubicBezTo>
                      <a:pt x="134" y="15"/>
                      <a:pt x="134" y="15"/>
                      <a:pt x="134" y="15"/>
                    </a:cubicBezTo>
                    <a:cubicBezTo>
                      <a:pt x="135" y="13"/>
                      <a:pt x="135" y="13"/>
                      <a:pt x="135" y="13"/>
                    </a:cubicBezTo>
                    <a:cubicBezTo>
                      <a:pt x="132" y="12"/>
                      <a:pt x="132" y="12"/>
                      <a:pt x="132" y="12"/>
                    </a:cubicBezTo>
                    <a:cubicBezTo>
                      <a:pt x="118" y="4"/>
                      <a:pt x="103" y="0"/>
                      <a:pt x="88" y="0"/>
                    </a:cubicBezTo>
                    <a:cubicBezTo>
                      <a:pt x="61" y="0"/>
                      <a:pt x="38" y="10"/>
                      <a:pt x="21" y="30"/>
                    </a:cubicBezTo>
                    <a:cubicBezTo>
                      <a:pt x="7" y="46"/>
                      <a:pt x="0" y="65"/>
                      <a:pt x="0" y="86"/>
                    </a:cubicBezTo>
                    <a:cubicBezTo>
                      <a:pt x="0" y="109"/>
                      <a:pt x="9" y="129"/>
                      <a:pt x="25" y="145"/>
                    </a:cubicBezTo>
                    <a:cubicBezTo>
                      <a:pt x="42" y="161"/>
                      <a:pt x="63" y="170"/>
                      <a:pt x="86" y="170"/>
                    </a:cubicBezTo>
                    <a:cubicBezTo>
                      <a:pt x="102" y="170"/>
                      <a:pt x="117" y="166"/>
                      <a:pt x="132" y="158"/>
                    </a:cubicBezTo>
                    <a:cubicBezTo>
                      <a:pt x="135" y="156"/>
                      <a:pt x="135" y="156"/>
                      <a:pt x="135" y="156"/>
                    </a:cubicBezTo>
                    <a:lnTo>
                      <a:pt x="118" y="12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</p:grpSp>
      </p:grpSp>
      <p:sp>
        <p:nvSpPr>
          <p:cNvPr id="17" name="직사각형 16"/>
          <p:cNvSpPr/>
          <p:nvPr userDrawn="1"/>
        </p:nvSpPr>
        <p:spPr>
          <a:xfrm>
            <a:off x="381000" y="1520825"/>
            <a:ext cx="9144000" cy="4968875"/>
          </a:xfrm>
          <a:prstGeom prst="rect">
            <a:avLst/>
          </a:prstGeom>
          <a:noFill/>
          <a:ln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/>
          <p:cNvSpPr txBox="1"/>
          <p:nvPr userDrawn="1"/>
        </p:nvSpPr>
        <p:spPr>
          <a:xfrm>
            <a:off x="380999" y="6498039"/>
            <a:ext cx="5645580" cy="21544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>
            <a:defPPr>
              <a:defRPr lang="ko-KR"/>
            </a:defPPr>
            <a:lvl2pPr marL="126000" lvl="1" indent="-126000" latinLnBrk="0">
              <a:spcBef>
                <a:spcPts val="600"/>
              </a:spcBef>
              <a:spcAft>
                <a:spcPts val="0"/>
              </a:spcAft>
              <a:buFont typeface="Arial" pitchFamily="34" charset="0"/>
              <a:buChar char="•"/>
              <a:defRPr sz="1400" spc="-80">
                <a:solidFill>
                  <a:srgbClr val="5F5F5F"/>
                </a:solidFill>
                <a:latin typeface="맑은 고딕"/>
              </a:defRPr>
            </a:lvl2pPr>
          </a:lstStyle>
          <a:p>
            <a:pPr defTabSz="914400" latinLnBrk="0"/>
            <a:r>
              <a:rPr lang="en-US" altLang="ko-KR" sz="1400" b="1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6"/>
                </a:solidFill>
                <a:latin typeface="+mn-ea"/>
                <a:cs typeface="Segoe UI" panose="020B0502040204020203" pitchFamily="34" charset="0"/>
              </a:rPr>
              <a:t>#</a:t>
            </a:r>
            <a:r>
              <a:rPr lang="ko-KR" altLang="en-US" sz="1400" b="1" dirty="0" err="1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6"/>
                </a:solidFill>
                <a:latin typeface="+mn-ea"/>
                <a:cs typeface="Segoe UI" panose="020B0502040204020203" pitchFamily="34" charset="0"/>
              </a:rPr>
              <a:t>본문내용은</a:t>
            </a:r>
            <a:r>
              <a:rPr lang="ko-KR" altLang="en-US" sz="1400" b="1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6"/>
                </a:solidFill>
                <a:latin typeface="+mn-ea"/>
                <a:cs typeface="Segoe UI" panose="020B0502040204020203" pitchFamily="34" charset="0"/>
              </a:rPr>
              <a:t> </a:t>
            </a:r>
            <a:r>
              <a:rPr lang="ko-KR" altLang="en-US" sz="1400" b="1" dirty="0" err="1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6"/>
                </a:solidFill>
                <a:latin typeface="+mn-ea"/>
                <a:cs typeface="Segoe UI" panose="020B0502040204020203" pitchFamily="34" charset="0"/>
              </a:rPr>
              <a:t>점선박스</a:t>
            </a:r>
            <a:r>
              <a:rPr lang="ko-KR" altLang="en-US" sz="1400" b="1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6"/>
                </a:solidFill>
                <a:latin typeface="+mn-ea"/>
                <a:cs typeface="Segoe UI" panose="020B0502040204020203" pitchFamily="34" charset="0"/>
              </a:rPr>
              <a:t> 구역에 </a:t>
            </a:r>
            <a:r>
              <a:rPr lang="ko-KR" altLang="en-US" sz="1400" b="1" dirty="0" err="1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6"/>
                </a:solidFill>
                <a:latin typeface="+mn-ea"/>
                <a:cs typeface="Segoe UI" panose="020B0502040204020203" pitchFamily="34" charset="0"/>
              </a:rPr>
              <a:t>작성부탁드립니다</a:t>
            </a:r>
            <a:r>
              <a:rPr lang="en-US" altLang="ko-KR" sz="1400" b="1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6"/>
                </a:solidFill>
                <a:latin typeface="+mn-ea"/>
                <a:cs typeface="Segoe UI" panose="020B0502040204020203" pitchFamily="34" charset="0"/>
              </a:rPr>
              <a:t>.</a:t>
            </a:r>
            <a:endParaRPr lang="en-US" altLang="ko-KR" sz="1400" b="1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accent6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0504037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958" userDrawn="1">
          <p15:clr>
            <a:srgbClr val="FBAE40"/>
          </p15:clr>
        </p15:guide>
        <p15:guide id="2" orient="horz" pos="4088" userDrawn="1">
          <p15:clr>
            <a:srgbClr val="FBAE40"/>
          </p15:clr>
        </p15:guide>
        <p15:guide id="3" pos="240" userDrawn="1">
          <p15:clr>
            <a:srgbClr val="FBAE40"/>
          </p15:clr>
        </p15:guide>
        <p15:guide id="4" pos="600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뒷표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3491291" y="3432561"/>
            <a:ext cx="2921376" cy="246221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defPPr>
              <a:defRPr lang="ko-KR"/>
            </a:defPPr>
            <a:lvl1pPr indent="0" algn="ctr" defTabSz="914400">
              <a:spcBef>
                <a:spcPts val="0"/>
              </a:spcBef>
              <a:buFont typeface="Arial" pitchFamily="34" charset="0"/>
              <a:buNone/>
              <a:defRPr sz="1200" b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 marL="742950" indent="-285750" defTabSz="91440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 defTabSz="9144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 defTabSz="9144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 defTabSz="9144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 algn="ctr"/>
            <a:r>
              <a:rPr lang="en-US" altLang="ko-KR" sz="1600" b="1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Be</a:t>
            </a:r>
            <a:r>
              <a:rPr lang="en-US" altLang="ko-KR" sz="1600" b="1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Smart with Smart factory</a:t>
            </a:r>
            <a:endParaRPr lang="ko-KR" altLang="en-US" sz="16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3" name="그룹 12"/>
          <p:cNvGrpSpPr/>
          <p:nvPr userDrawn="1"/>
        </p:nvGrpSpPr>
        <p:grpSpPr>
          <a:xfrm>
            <a:off x="4151537" y="3103569"/>
            <a:ext cx="1600879" cy="263476"/>
            <a:chOff x="7132078" y="2394682"/>
            <a:chExt cx="2286000" cy="376237"/>
          </a:xfrm>
          <a:solidFill>
            <a:schemeClr val="accent1"/>
          </a:solidFill>
        </p:grpSpPr>
        <p:sp>
          <p:nvSpPr>
            <p:cNvPr id="14" name="Freeform 5"/>
            <p:cNvSpPr>
              <a:spLocks/>
            </p:cNvSpPr>
            <p:nvPr userDrawn="1"/>
          </p:nvSpPr>
          <p:spPr bwMode="auto">
            <a:xfrm>
              <a:off x="9046603" y="2394682"/>
              <a:ext cx="371475" cy="376237"/>
            </a:xfrm>
            <a:custGeom>
              <a:avLst/>
              <a:gdLst>
                <a:gd name="T0" fmla="*/ 117 w 234"/>
                <a:gd name="T1" fmla="*/ 154 h 237"/>
                <a:gd name="T2" fmla="*/ 54 w 234"/>
                <a:gd name="T3" fmla="*/ 0 h 237"/>
                <a:gd name="T4" fmla="*/ 0 w 234"/>
                <a:gd name="T5" fmla="*/ 0 h 237"/>
                <a:gd name="T6" fmla="*/ 0 w 234"/>
                <a:gd name="T7" fmla="*/ 237 h 237"/>
                <a:gd name="T8" fmla="*/ 44 w 234"/>
                <a:gd name="T9" fmla="*/ 237 h 237"/>
                <a:gd name="T10" fmla="*/ 44 w 234"/>
                <a:gd name="T11" fmla="*/ 96 h 237"/>
                <a:gd name="T12" fmla="*/ 102 w 234"/>
                <a:gd name="T13" fmla="*/ 237 h 237"/>
                <a:gd name="T14" fmla="*/ 131 w 234"/>
                <a:gd name="T15" fmla="*/ 237 h 237"/>
                <a:gd name="T16" fmla="*/ 189 w 234"/>
                <a:gd name="T17" fmla="*/ 96 h 237"/>
                <a:gd name="T18" fmla="*/ 189 w 234"/>
                <a:gd name="T19" fmla="*/ 237 h 237"/>
                <a:gd name="T20" fmla="*/ 234 w 234"/>
                <a:gd name="T21" fmla="*/ 237 h 237"/>
                <a:gd name="T22" fmla="*/ 234 w 234"/>
                <a:gd name="T23" fmla="*/ 0 h 237"/>
                <a:gd name="T24" fmla="*/ 181 w 234"/>
                <a:gd name="T25" fmla="*/ 0 h 237"/>
                <a:gd name="T26" fmla="*/ 117 w 234"/>
                <a:gd name="T27" fmla="*/ 15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237">
                  <a:moveTo>
                    <a:pt x="117" y="154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37"/>
                  </a:lnTo>
                  <a:lnTo>
                    <a:pt x="44" y="237"/>
                  </a:lnTo>
                  <a:lnTo>
                    <a:pt x="44" y="96"/>
                  </a:lnTo>
                  <a:lnTo>
                    <a:pt x="102" y="237"/>
                  </a:lnTo>
                  <a:lnTo>
                    <a:pt x="131" y="237"/>
                  </a:lnTo>
                  <a:lnTo>
                    <a:pt x="189" y="96"/>
                  </a:lnTo>
                  <a:lnTo>
                    <a:pt x="189" y="237"/>
                  </a:lnTo>
                  <a:lnTo>
                    <a:pt x="234" y="237"/>
                  </a:lnTo>
                  <a:lnTo>
                    <a:pt x="234" y="0"/>
                  </a:lnTo>
                  <a:lnTo>
                    <a:pt x="181" y="0"/>
                  </a:lnTo>
                  <a:lnTo>
                    <a:pt x="117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" name="Freeform 6"/>
            <p:cNvSpPr>
              <a:spLocks/>
            </p:cNvSpPr>
            <p:nvPr userDrawn="1"/>
          </p:nvSpPr>
          <p:spPr bwMode="auto">
            <a:xfrm>
              <a:off x="7132078" y="2394682"/>
              <a:ext cx="371475" cy="376237"/>
            </a:xfrm>
            <a:custGeom>
              <a:avLst/>
              <a:gdLst>
                <a:gd name="T0" fmla="*/ 117 w 234"/>
                <a:gd name="T1" fmla="*/ 154 h 237"/>
                <a:gd name="T2" fmla="*/ 54 w 234"/>
                <a:gd name="T3" fmla="*/ 0 h 237"/>
                <a:gd name="T4" fmla="*/ 0 w 234"/>
                <a:gd name="T5" fmla="*/ 0 h 237"/>
                <a:gd name="T6" fmla="*/ 0 w 234"/>
                <a:gd name="T7" fmla="*/ 237 h 237"/>
                <a:gd name="T8" fmla="*/ 45 w 234"/>
                <a:gd name="T9" fmla="*/ 237 h 237"/>
                <a:gd name="T10" fmla="*/ 45 w 234"/>
                <a:gd name="T11" fmla="*/ 96 h 237"/>
                <a:gd name="T12" fmla="*/ 103 w 234"/>
                <a:gd name="T13" fmla="*/ 237 h 237"/>
                <a:gd name="T14" fmla="*/ 132 w 234"/>
                <a:gd name="T15" fmla="*/ 237 h 237"/>
                <a:gd name="T16" fmla="*/ 189 w 234"/>
                <a:gd name="T17" fmla="*/ 96 h 237"/>
                <a:gd name="T18" fmla="*/ 189 w 234"/>
                <a:gd name="T19" fmla="*/ 237 h 237"/>
                <a:gd name="T20" fmla="*/ 234 w 234"/>
                <a:gd name="T21" fmla="*/ 237 h 237"/>
                <a:gd name="T22" fmla="*/ 234 w 234"/>
                <a:gd name="T23" fmla="*/ 0 h 237"/>
                <a:gd name="T24" fmla="*/ 182 w 234"/>
                <a:gd name="T25" fmla="*/ 0 h 237"/>
                <a:gd name="T26" fmla="*/ 117 w 234"/>
                <a:gd name="T27" fmla="*/ 15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237">
                  <a:moveTo>
                    <a:pt x="117" y="154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37"/>
                  </a:lnTo>
                  <a:lnTo>
                    <a:pt x="45" y="237"/>
                  </a:lnTo>
                  <a:lnTo>
                    <a:pt x="45" y="96"/>
                  </a:lnTo>
                  <a:lnTo>
                    <a:pt x="103" y="237"/>
                  </a:lnTo>
                  <a:lnTo>
                    <a:pt x="132" y="237"/>
                  </a:lnTo>
                  <a:lnTo>
                    <a:pt x="189" y="96"/>
                  </a:lnTo>
                  <a:lnTo>
                    <a:pt x="189" y="237"/>
                  </a:lnTo>
                  <a:lnTo>
                    <a:pt x="234" y="237"/>
                  </a:lnTo>
                  <a:lnTo>
                    <a:pt x="234" y="0"/>
                  </a:lnTo>
                  <a:lnTo>
                    <a:pt x="182" y="0"/>
                  </a:lnTo>
                  <a:lnTo>
                    <a:pt x="117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" name="Rectangle 7"/>
            <p:cNvSpPr>
              <a:spLocks noChangeArrowheads="1"/>
            </p:cNvSpPr>
            <p:nvPr userDrawn="1"/>
          </p:nvSpPr>
          <p:spPr bwMode="auto">
            <a:xfrm>
              <a:off x="7571815" y="2394682"/>
              <a:ext cx="73025" cy="37623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7" name="Freeform 8"/>
            <p:cNvSpPr>
              <a:spLocks noEditPoints="1"/>
            </p:cNvSpPr>
            <p:nvPr userDrawn="1"/>
          </p:nvSpPr>
          <p:spPr bwMode="auto">
            <a:xfrm>
              <a:off x="8629090" y="2394682"/>
              <a:ext cx="369887" cy="376237"/>
            </a:xfrm>
            <a:custGeom>
              <a:avLst/>
              <a:gdLst>
                <a:gd name="T0" fmla="*/ 163 w 169"/>
                <a:gd name="T1" fmla="*/ 51 h 170"/>
                <a:gd name="T2" fmla="*/ 145 w 169"/>
                <a:gd name="T3" fmla="*/ 24 h 170"/>
                <a:gd name="T4" fmla="*/ 119 w 169"/>
                <a:gd name="T5" fmla="*/ 6 h 170"/>
                <a:gd name="T6" fmla="*/ 85 w 169"/>
                <a:gd name="T7" fmla="*/ 0 h 170"/>
                <a:gd name="T8" fmla="*/ 51 w 169"/>
                <a:gd name="T9" fmla="*/ 6 h 170"/>
                <a:gd name="T10" fmla="*/ 24 w 169"/>
                <a:gd name="T11" fmla="*/ 24 h 170"/>
                <a:gd name="T12" fmla="*/ 6 w 169"/>
                <a:gd name="T13" fmla="*/ 51 h 170"/>
                <a:gd name="T14" fmla="*/ 0 w 169"/>
                <a:gd name="T15" fmla="*/ 85 h 170"/>
                <a:gd name="T16" fmla="*/ 6 w 169"/>
                <a:gd name="T17" fmla="*/ 118 h 170"/>
                <a:gd name="T18" fmla="*/ 24 w 169"/>
                <a:gd name="T19" fmla="*/ 146 h 170"/>
                <a:gd name="T20" fmla="*/ 51 w 169"/>
                <a:gd name="T21" fmla="*/ 163 h 170"/>
                <a:gd name="T22" fmla="*/ 85 w 169"/>
                <a:gd name="T23" fmla="*/ 170 h 170"/>
                <a:gd name="T24" fmla="*/ 119 w 169"/>
                <a:gd name="T25" fmla="*/ 163 h 170"/>
                <a:gd name="T26" fmla="*/ 145 w 169"/>
                <a:gd name="T27" fmla="*/ 146 h 170"/>
                <a:gd name="T28" fmla="*/ 163 w 169"/>
                <a:gd name="T29" fmla="*/ 118 h 170"/>
                <a:gd name="T30" fmla="*/ 169 w 169"/>
                <a:gd name="T31" fmla="*/ 85 h 170"/>
                <a:gd name="T32" fmla="*/ 163 w 169"/>
                <a:gd name="T33" fmla="*/ 51 h 170"/>
                <a:gd name="T34" fmla="*/ 132 w 169"/>
                <a:gd name="T35" fmla="*/ 106 h 170"/>
                <a:gd name="T36" fmla="*/ 121 w 169"/>
                <a:gd name="T37" fmla="*/ 123 h 170"/>
                <a:gd name="T38" fmla="*/ 105 w 169"/>
                <a:gd name="T39" fmla="*/ 134 h 170"/>
                <a:gd name="T40" fmla="*/ 64 w 169"/>
                <a:gd name="T41" fmla="*/ 134 h 170"/>
                <a:gd name="T42" fmla="*/ 48 w 169"/>
                <a:gd name="T43" fmla="*/ 123 h 170"/>
                <a:gd name="T44" fmla="*/ 38 w 169"/>
                <a:gd name="T45" fmla="*/ 106 h 170"/>
                <a:gd name="T46" fmla="*/ 34 w 169"/>
                <a:gd name="T47" fmla="*/ 85 h 170"/>
                <a:gd name="T48" fmla="*/ 38 w 169"/>
                <a:gd name="T49" fmla="*/ 64 h 170"/>
                <a:gd name="T50" fmla="*/ 48 w 169"/>
                <a:gd name="T51" fmla="*/ 46 h 170"/>
                <a:gd name="T52" fmla="*/ 64 w 169"/>
                <a:gd name="T53" fmla="*/ 35 h 170"/>
                <a:gd name="T54" fmla="*/ 85 w 169"/>
                <a:gd name="T55" fmla="*/ 31 h 170"/>
                <a:gd name="T56" fmla="*/ 105 w 169"/>
                <a:gd name="T57" fmla="*/ 35 h 170"/>
                <a:gd name="T58" fmla="*/ 121 w 169"/>
                <a:gd name="T59" fmla="*/ 46 h 170"/>
                <a:gd name="T60" fmla="*/ 132 w 169"/>
                <a:gd name="T61" fmla="*/ 64 h 170"/>
                <a:gd name="T62" fmla="*/ 136 w 169"/>
                <a:gd name="T63" fmla="*/ 85 h 170"/>
                <a:gd name="T64" fmla="*/ 132 w 169"/>
                <a:gd name="T65" fmla="*/ 106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69" h="170">
                  <a:moveTo>
                    <a:pt x="163" y="51"/>
                  </a:moveTo>
                  <a:cubicBezTo>
                    <a:pt x="159" y="41"/>
                    <a:pt x="153" y="31"/>
                    <a:pt x="145" y="24"/>
                  </a:cubicBezTo>
                  <a:cubicBezTo>
                    <a:pt x="138" y="16"/>
                    <a:pt x="129" y="10"/>
                    <a:pt x="119" y="6"/>
                  </a:cubicBezTo>
                  <a:cubicBezTo>
                    <a:pt x="108" y="2"/>
                    <a:pt x="97" y="0"/>
                    <a:pt x="85" y="0"/>
                  </a:cubicBezTo>
                  <a:cubicBezTo>
                    <a:pt x="73" y="0"/>
                    <a:pt x="61" y="2"/>
                    <a:pt x="51" y="6"/>
                  </a:cubicBezTo>
                  <a:cubicBezTo>
                    <a:pt x="41" y="10"/>
                    <a:pt x="32" y="16"/>
                    <a:pt x="24" y="24"/>
                  </a:cubicBezTo>
                  <a:cubicBezTo>
                    <a:pt x="17" y="31"/>
                    <a:pt x="11" y="41"/>
                    <a:pt x="6" y="51"/>
                  </a:cubicBezTo>
                  <a:cubicBezTo>
                    <a:pt x="2" y="61"/>
                    <a:pt x="0" y="73"/>
                    <a:pt x="0" y="85"/>
                  </a:cubicBezTo>
                  <a:cubicBezTo>
                    <a:pt x="0" y="97"/>
                    <a:pt x="2" y="108"/>
                    <a:pt x="6" y="118"/>
                  </a:cubicBezTo>
                  <a:cubicBezTo>
                    <a:pt x="11" y="129"/>
                    <a:pt x="17" y="138"/>
                    <a:pt x="24" y="146"/>
                  </a:cubicBezTo>
                  <a:cubicBezTo>
                    <a:pt x="32" y="153"/>
                    <a:pt x="41" y="159"/>
                    <a:pt x="51" y="163"/>
                  </a:cubicBezTo>
                  <a:cubicBezTo>
                    <a:pt x="61" y="168"/>
                    <a:pt x="73" y="170"/>
                    <a:pt x="85" y="170"/>
                  </a:cubicBezTo>
                  <a:cubicBezTo>
                    <a:pt x="97" y="170"/>
                    <a:pt x="108" y="168"/>
                    <a:pt x="119" y="163"/>
                  </a:cubicBezTo>
                  <a:cubicBezTo>
                    <a:pt x="129" y="159"/>
                    <a:pt x="138" y="153"/>
                    <a:pt x="145" y="146"/>
                  </a:cubicBezTo>
                  <a:cubicBezTo>
                    <a:pt x="153" y="138"/>
                    <a:pt x="159" y="129"/>
                    <a:pt x="163" y="118"/>
                  </a:cubicBezTo>
                  <a:cubicBezTo>
                    <a:pt x="167" y="108"/>
                    <a:pt x="169" y="97"/>
                    <a:pt x="169" y="85"/>
                  </a:cubicBezTo>
                  <a:cubicBezTo>
                    <a:pt x="169" y="73"/>
                    <a:pt x="167" y="61"/>
                    <a:pt x="163" y="51"/>
                  </a:cubicBezTo>
                  <a:close/>
                  <a:moveTo>
                    <a:pt x="132" y="106"/>
                  </a:moveTo>
                  <a:cubicBezTo>
                    <a:pt x="129" y="112"/>
                    <a:pt x="126" y="118"/>
                    <a:pt x="121" y="123"/>
                  </a:cubicBezTo>
                  <a:cubicBezTo>
                    <a:pt x="117" y="128"/>
                    <a:pt x="112" y="132"/>
                    <a:pt x="105" y="134"/>
                  </a:cubicBezTo>
                  <a:cubicBezTo>
                    <a:pt x="93" y="140"/>
                    <a:pt x="76" y="140"/>
                    <a:pt x="64" y="134"/>
                  </a:cubicBezTo>
                  <a:cubicBezTo>
                    <a:pt x="58" y="132"/>
                    <a:pt x="52" y="128"/>
                    <a:pt x="48" y="123"/>
                  </a:cubicBezTo>
                  <a:cubicBezTo>
                    <a:pt x="44" y="118"/>
                    <a:pt x="40" y="112"/>
                    <a:pt x="38" y="106"/>
                  </a:cubicBezTo>
                  <a:cubicBezTo>
                    <a:pt x="35" y="99"/>
                    <a:pt x="34" y="92"/>
                    <a:pt x="34" y="85"/>
                  </a:cubicBezTo>
                  <a:cubicBezTo>
                    <a:pt x="34" y="77"/>
                    <a:pt x="35" y="70"/>
                    <a:pt x="38" y="64"/>
                  </a:cubicBezTo>
                  <a:cubicBezTo>
                    <a:pt x="40" y="57"/>
                    <a:pt x="44" y="51"/>
                    <a:pt x="48" y="46"/>
                  </a:cubicBezTo>
                  <a:cubicBezTo>
                    <a:pt x="52" y="42"/>
                    <a:pt x="58" y="38"/>
                    <a:pt x="64" y="35"/>
                  </a:cubicBezTo>
                  <a:cubicBezTo>
                    <a:pt x="70" y="32"/>
                    <a:pt x="77" y="31"/>
                    <a:pt x="85" y="31"/>
                  </a:cubicBezTo>
                  <a:cubicBezTo>
                    <a:pt x="92" y="31"/>
                    <a:pt x="99" y="32"/>
                    <a:pt x="105" y="35"/>
                  </a:cubicBezTo>
                  <a:cubicBezTo>
                    <a:pt x="112" y="38"/>
                    <a:pt x="117" y="42"/>
                    <a:pt x="121" y="46"/>
                  </a:cubicBezTo>
                  <a:cubicBezTo>
                    <a:pt x="126" y="51"/>
                    <a:pt x="129" y="57"/>
                    <a:pt x="132" y="64"/>
                  </a:cubicBezTo>
                  <a:cubicBezTo>
                    <a:pt x="134" y="70"/>
                    <a:pt x="136" y="77"/>
                    <a:pt x="136" y="85"/>
                  </a:cubicBezTo>
                  <a:cubicBezTo>
                    <a:pt x="136" y="92"/>
                    <a:pt x="134" y="99"/>
                    <a:pt x="13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" name="Freeform 9"/>
            <p:cNvSpPr>
              <a:spLocks noEditPoints="1"/>
            </p:cNvSpPr>
            <p:nvPr userDrawn="1"/>
          </p:nvSpPr>
          <p:spPr bwMode="auto">
            <a:xfrm>
              <a:off x="7711515" y="2394682"/>
              <a:ext cx="282575" cy="376237"/>
            </a:xfrm>
            <a:custGeom>
              <a:avLst/>
              <a:gdLst>
                <a:gd name="T0" fmla="*/ 82 w 129"/>
                <a:gd name="T1" fmla="*/ 96 h 170"/>
                <a:gd name="T2" fmla="*/ 104 w 129"/>
                <a:gd name="T3" fmla="*/ 83 h 170"/>
                <a:gd name="T4" fmla="*/ 117 w 129"/>
                <a:gd name="T5" fmla="*/ 50 h 170"/>
                <a:gd name="T6" fmla="*/ 110 w 129"/>
                <a:gd name="T7" fmla="*/ 23 h 170"/>
                <a:gd name="T8" fmla="*/ 93 w 129"/>
                <a:gd name="T9" fmla="*/ 8 h 170"/>
                <a:gd name="T10" fmla="*/ 70 w 129"/>
                <a:gd name="T11" fmla="*/ 1 h 170"/>
                <a:gd name="T12" fmla="*/ 47 w 129"/>
                <a:gd name="T13" fmla="*/ 0 h 170"/>
                <a:gd name="T14" fmla="*/ 0 w 129"/>
                <a:gd name="T15" fmla="*/ 0 h 170"/>
                <a:gd name="T16" fmla="*/ 0 w 129"/>
                <a:gd name="T17" fmla="*/ 170 h 170"/>
                <a:gd name="T18" fmla="*/ 34 w 129"/>
                <a:gd name="T19" fmla="*/ 170 h 170"/>
                <a:gd name="T20" fmla="*/ 34 w 129"/>
                <a:gd name="T21" fmla="*/ 101 h 170"/>
                <a:gd name="T22" fmla="*/ 45 w 129"/>
                <a:gd name="T23" fmla="*/ 101 h 170"/>
                <a:gd name="T24" fmla="*/ 87 w 129"/>
                <a:gd name="T25" fmla="*/ 170 h 170"/>
                <a:gd name="T26" fmla="*/ 116 w 129"/>
                <a:gd name="T27" fmla="*/ 170 h 170"/>
                <a:gd name="T28" fmla="*/ 129 w 129"/>
                <a:gd name="T29" fmla="*/ 170 h 170"/>
                <a:gd name="T30" fmla="*/ 129 w 129"/>
                <a:gd name="T31" fmla="*/ 170 h 170"/>
                <a:gd name="T32" fmla="*/ 82 w 129"/>
                <a:gd name="T33" fmla="*/ 96 h 170"/>
                <a:gd name="T34" fmla="*/ 79 w 129"/>
                <a:gd name="T35" fmla="*/ 60 h 170"/>
                <a:gd name="T36" fmla="*/ 71 w 129"/>
                <a:gd name="T37" fmla="*/ 65 h 170"/>
                <a:gd name="T38" fmla="*/ 58 w 129"/>
                <a:gd name="T39" fmla="*/ 68 h 170"/>
                <a:gd name="T40" fmla="*/ 42 w 129"/>
                <a:gd name="T41" fmla="*/ 68 h 170"/>
                <a:gd name="T42" fmla="*/ 34 w 129"/>
                <a:gd name="T43" fmla="*/ 68 h 170"/>
                <a:gd name="T44" fmla="*/ 34 w 129"/>
                <a:gd name="T45" fmla="*/ 32 h 170"/>
                <a:gd name="T46" fmla="*/ 52 w 129"/>
                <a:gd name="T47" fmla="*/ 32 h 170"/>
                <a:gd name="T48" fmla="*/ 64 w 129"/>
                <a:gd name="T49" fmla="*/ 33 h 170"/>
                <a:gd name="T50" fmla="*/ 74 w 129"/>
                <a:gd name="T51" fmla="*/ 36 h 170"/>
                <a:gd name="T52" fmla="*/ 79 w 129"/>
                <a:gd name="T53" fmla="*/ 41 h 170"/>
                <a:gd name="T54" fmla="*/ 81 w 129"/>
                <a:gd name="T55" fmla="*/ 50 h 170"/>
                <a:gd name="T56" fmla="*/ 79 w 129"/>
                <a:gd name="T57" fmla="*/ 6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29" h="170">
                  <a:moveTo>
                    <a:pt x="82" y="96"/>
                  </a:moveTo>
                  <a:cubicBezTo>
                    <a:pt x="91" y="94"/>
                    <a:pt x="98" y="89"/>
                    <a:pt x="104" y="83"/>
                  </a:cubicBezTo>
                  <a:cubicBezTo>
                    <a:pt x="112" y="75"/>
                    <a:pt x="117" y="63"/>
                    <a:pt x="117" y="50"/>
                  </a:cubicBezTo>
                  <a:cubicBezTo>
                    <a:pt x="117" y="39"/>
                    <a:pt x="114" y="30"/>
                    <a:pt x="110" y="23"/>
                  </a:cubicBezTo>
                  <a:cubicBezTo>
                    <a:pt x="106" y="16"/>
                    <a:pt x="100" y="11"/>
                    <a:pt x="93" y="8"/>
                  </a:cubicBezTo>
                  <a:cubicBezTo>
                    <a:pt x="86" y="4"/>
                    <a:pt x="78" y="2"/>
                    <a:pt x="70" y="1"/>
                  </a:cubicBezTo>
                  <a:cubicBezTo>
                    <a:pt x="63" y="0"/>
                    <a:pt x="55" y="0"/>
                    <a:pt x="4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70"/>
                    <a:pt x="0" y="170"/>
                    <a:pt x="0" y="170"/>
                  </a:cubicBezTo>
                  <a:cubicBezTo>
                    <a:pt x="34" y="170"/>
                    <a:pt x="34" y="170"/>
                    <a:pt x="34" y="170"/>
                  </a:cubicBezTo>
                  <a:cubicBezTo>
                    <a:pt x="34" y="101"/>
                    <a:pt x="34" y="101"/>
                    <a:pt x="34" y="101"/>
                  </a:cubicBezTo>
                  <a:cubicBezTo>
                    <a:pt x="45" y="101"/>
                    <a:pt x="45" y="101"/>
                    <a:pt x="45" y="101"/>
                  </a:cubicBezTo>
                  <a:cubicBezTo>
                    <a:pt x="87" y="170"/>
                    <a:pt x="87" y="170"/>
                    <a:pt x="87" y="170"/>
                  </a:cubicBezTo>
                  <a:cubicBezTo>
                    <a:pt x="116" y="170"/>
                    <a:pt x="116" y="170"/>
                    <a:pt x="116" y="170"/>
                  </a:cubicBezTo>
                  <a:cubicBezTo>
                    <a:pt x="129" y="170"/>
                    <a:pt x="129" y="170"/>
                    <a:pt x="129" y="170"/>
                  </a:cubicBezTo>
                  <a:cubicBezTo>
                    <a:pt x="129" y="170"/>
                    <a:pt x="129" y="170"/>
                    <a:pt x="129" y="170"/>
                  </a:cubicBezTo>
                  <a:lnTo>
                    <a:pt x="82" y="96"/>
                  </a:lnTo>
                  <a:close/>
                  <a:moveTo>
                    <a:pt x="79" y="60"/>
                  </a:moveTo>
                  <a:cubicBezTo>
                    <a:pt x="77" y="62"/>
                    <a:pt x="74" y="64"/>
                    <a:pt x="71" y="65"/>
                  </a:cubicBezTo>
                  <a:cubicBezTo>
                    <a:pt x="67" y="67"/>
                    <a:pt x="62" y="67"/>
                    <a:pt x="58" y="68"/>
                  </a:cubicBezTo>
                  <a:cubicBezTo>
                    <a:pt x="52" y="68"/>
                    <a:pt x="47" y="68"/>
                    <a:pt x="42" y="68"/>
                  </a:cubicBezTo>
                  <a:cubicBezTo>
                    <a:pt x="34" y="68"/>
                    <a:pt x="34" y="68"/>
                    <a:pt x="34" y="68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52" y="32"/>
                    <a:pt x="52" y="32"/>
                    <a:pt x="52" y="32"/>
                  </a:cubicBezTo>
                  <a:cubicBezTo>
                    <a:pt x="56" y="32"/>
                    <a:pt x="60" y="33"/>
                    <a:pt x="64" y="33"/>
                  </a:cubicBezTo>
                  <a:cubicBezTo>
                    <a:pt x="68" y="34"/>
                    <a:pt x="71" y="35"/>
                    <a:pt x="74" y="36"/>
                  </a:cubicBezTo>
                  <a:cubicBezTo>
                    <a:pt x="76" y="37"/>
                    <a:pt x="78" y="39"/>
                    <a:pt x="79" y="41"/>
                  </a:cubicBezTo>
                  <a:cubicBezTo>
                    <a:pt x="81" y="43"/>
                    <a:pt x="81" y="46"/>
                    <a:pt x="81" y="50"/>
                  </a:cubicBezTo>
                  <a:cubicBezTo>
                    <a:pt x="81" y="55"/>
                    <a:pt x="81" y="58"/>
                    <a:pt x="79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9" name="Freeform 10"/>
            <p:cNvSpPr>
              <a:spLocks noEditPoints="1"/>
            </p:cNvSpPr>
            <p:nvPr userDrawn="1"/>
          </p:nvSpPr>
          <p:spPr bwMode="auto">
            <a:xfrm>
              <a:off x="8003615" y="2394682"/>
              <a:ext cx="347662" cy="376237"/>
            </a:xfrm>
            <a:custGeom>
              <a:avLst/>
              <a:gdLst>
                <a:gd name="T0" fmla="*/ 119 w 219"/>
                <a:gd name="T1" fmla="*/ 0 h 237"/>
                <a:gd name="T2" fmla="*/ 81 w 219"/>
                <a:gd name="T3" fmla="*/ 0 h 237"/>
                <a:gd name="T4" fmla="*/ 0 w 219"/>
                <a:gd name="T5" fmla="*/ 188 h 237"/>
                <a:gd name="T6" fmla="*/ 30 w 219"/>
                <a:gd name="T7" fmla="*/ 237 h 237"/>
                <a:gd name="T8" fmla="*/ 52 w 219"/>
                <a:gd name="T9" fmla="*/ 184 h 237"/>
                <a:gd name="T10" fmla="*/ 144 w 219"/>
                <a:gd name="T11" fmla="*/ 184 h 237"/>
                <a:gd name="T12" fmla="*/ 166 w 219"/>
                <a:gd name="T13" fmla="*/ 237 h 237"/>
                <a:gd name="T14" fmla="*/ 219 w 219"/>
                <a:gd name="T15" fmla="*/ 237 h 237"/>
                <a:gd name="T16" fmla="*/ 119 w 219"/>
                <a:gd name="T17" fmla="*/ 0 h 237"/>
                <a:gd name="T18" fmla="*/ 70 w 219"/>
                <a:gd name="T19" fmla="*/ 141 h 237"/>
                <a:gd name="T20" fmla="*/ 99 w 219"/>
                <a:gd name="T21" fmla="*/ 71 h 237"/>
                <a:gd name="T22" fmla="*/ 128 w 219"/>
                <a:gd name="T23" fmla="*/ 141 h 237"/>
                <a:gd name="T24" fmla="*/ 70 w 219"/>
                <a:gd name="T25" fmla="*/ 141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19" h="237">
                  <a:moveTo>
                    <a:pt x="119" y="0"/>
                  </a:moveTo>
                  <a:lnTo>
                    <a:pt x="81" y="0"/>
                  </a:lnTo>
                  <a:lnTo>
                    <a:pt x="0" y="188"/>
                  </a:lnTo>
                  <a:lnTo>
                    <a:pt x="30" y="237"/>
                  </a:lnTo>
                  <a:lnTo>
                    <a:pt x="52" y="184"/>
                  </a:lnTo>
                  <a:lnTo>
                    <a:pt x="144" y="184"/>
                  </a:lnTo>
                  <a:lnTo>
                    <a:pt x="166" y="237"/>
                  </a:lnTo>
                  <a:lnTo>
                    <a:pt x="219" y="237"/>
                  </a:lnTo>
                  <a:lnTo>
                    <a:pt x="119" y="0"/>
                  </a:lnTo>
                  <a:close/>
                  <a:moveTo>
                    <a:pt x="70" y="141"/>
                  </a:moveTo>
                  <a:lnTo>
                    <a:pt x="99" y="71"/>
                  </a:lnTo>
                  <a:lnTo>
                    <a:pt x="128" y="141"/>
                  </a:lnTo>
                  <a:lnTo>
                    <a:pt x="70" y="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0" name="Freeform 11"/>
            <p:cNvSpPr>
              <a:spLocks/>
            </p:cNvSpPr>
            <p:nvPr userDrawn="1"/>
          </p:nvSpPr>
          <p:spPr bwMode="auto">
            <a:xfrm>
              <a:off x="8340165" y="2394682"/>
              <a:ext cx="295275" cy="376237"/>
            </a:xfrm>
            <a:custGeom>
              <a:avLst/>
              <a:gdLst>
                <a:gd name="T0" fmla="*/ 118 w 135"/>
                <a:gd name="T1" fmla="*/ 129 h 170"/>
                <a:gd name="T2" fmla="*/ 118 w 135"/>
                <a:gd name="T3" fmla="*/ 127 h 170"/>
                <a:gd name="T4" fmla="*/ 116 w 135"/>
                <a:gd name="T5" fmla="*/ 129 h 170"/>
                <a:gd name="T6" fmla="*/ 115 w 135"/>
                <a:gd name="T7" fmla="*/ 129 h 170"/>
                <a:gd name="T8" fmla="*/ 106 w 135"/>
                <a:gd name="T9" fmla="*/ 134 h 170"/>
                <a:gd name="T10" fmla="*/ 87 w 135"/>
                <a:gd name="T11" fmla="*/ 138 h 170"/>
                <a:gd name="T12" fmla="*/ 50 w 135"/>
                <a:gd name="T13" fmla="*/ 123 h 170"/>
                <a:gd name="T14" fmla="*/ 34 w 135"/>
                <a:gd name="T15" fmla="*/ 85 h 170"/>
                <a:gd name="T16" fmla="*/ 50 w 135"/>
                <a:gd name="T17" fmla="*/ 47 h 170"/>
                <a:gd name="T18" fmla="*/ 87 w 135"/>
                <a:gd name="T19" fmla="*/ 32 h 170"/>
                <a:gd name="T20" fmla="*/ 116 w 135"/>
                <a:gd name="T21" fmla="*/ 41 h 170"/>
                <a:gd name="T22" fmla="*/ 117 w 135"/>
                <a:gd name="T23" fmla="*/ 42 h 170"/>
                <a:gd name="T24" fmla="*/ 134 w 135"/>
                <a:gd name="T25" fmla="*/ 15 h 170"/>
                <a:gd name="T26" fmla="*/ 135 w 135"/>
                <a:gd name="T27" fmla="*/ 13 h 170"/>
                <a:gd name="T28" fmla="*/ 132 w 135"/>
                <a:gd name="T29" fmla="*/ 12 h 170"/>
                <a:gd name="T30" fmla="*/ 88 w 135"/>
                <a:gd name="T31" fmla="*/ 0 h 170"/>
                <a:gd name="T32" fmla="*/ 21 w 135"/>
                <a:gd name="T33" fmla="*/ 30 h 170"/>
                <a:gd name="T34" fmla="*/ 0 w 135"/>
                <a:gd name="T35" fmla="*/ 86 h 170"/>
                <a:gd name="T36" fmla="*/ 25 w 135"/>
                <a:gd name="T37" fmla="*/ 145 h 170"/>
                <a:gd name="T38" fmla="*/ 86 w 135"/>
                <a:gd name="T39" fmla="*/ 170 h 170"/>
                <a:gd name="T40" fmla="*/ 132 w 135"/>
                <a:gd name="T41" fmla="*/ 158 h 170"/>
                <a:gd name="T42" fmla="*/ 135 w 135"/>
                <a:gd name="T43" fmla="*/ 156 h 170"/>
                <a:gd name="T44" fmla="*/ 118 w 135"/>
                <a:gd name="T45" fmla="*/ 129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35" h="170">
                  <a:moveTo>
                    <a:pt x="118" y="129"/>
                  </a:moveTo>
                  <a:cubicBezTo>
                    <a:pt x="118" y="127"/>
                    <a:pt x="118" y="127"/>
                    <a:pt x="118" y="127"/>
                  </a:cubicBezTo>
                  <a:cubicBezTo>
                    <a:pt x="116" y="129"/>
                    <a:pt x="116" y="129"/>
                    <a:pt x="116" y="129"/>
                  </a:cubicBezTo>
                  <a:cubicBezTo>
                    <a:pt x="115" y="129"/>
                    <a:pt x="115" y="129"/>
                    <a:pt x="115" y="129"/>
                  </a:cubicBezTo>
                  <a:cubicBezTo>
                    <a:pt x="112" y="131"/>
                    <a:pt x="109" y="133"/>
                    <a:pt x="106" y="134"/>
                  </a:cubicBezTo>
                  <a:cubicBezTo>
                    <a:pt x="101" y="137"/>
                    <a:pt x="94" y="138"/>
                    <a:pt x="87" y="138"/>
                  </a:cubicBezTo>
                  <a:cubicBezTo>
                    <a:pt x="72" y="138"/>
                    <a:pt x="60" y="133"/>
                    <a:pt x="50" y="123"/>
                  </a:cubicBezTo>
                  <a:cubicBezTo>
                    <a:pt x="39" y="112"/>
                    <a:pt x="34" y="100"/>
                    <a:pt x="34" y="85"/>
                  </a:cubicBezTo>
                  <a:cubicBezTo>
                    <a:pt x="34" y="70"/>
                    <a:pt x="39" y="58"/>
                    <a:pt x="50" y="47"/>
                  </a:cubicBezTo>
                  <a:cubicBezTo>
                    <a:pt x="60" y="37"/>
                    <a:pt x="72" y="32"/>
                    <a:pt x="87" y="32"/>
                  </a:cubicBezTo>
                  <a:cubicBezTo>
                    <a:pt x="96" y="32"/>
                    <a:pt x="106" y="35"/>
                    <a:pt x="116" y="41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34" y="15"/>
                    <a:pt x="134" y="15"/>
                    <a:pt x="134" y="15"/>
                  </a:cubicBezTo>
                  <a:cubicBezTo>
                    <a:pt x="135" y="13"/>
                    <a:pt x="135" y="13"/>
                    <a:pt x="135" y="13"/>
                  </a:cubicBezTo>
                  <a:cubicBezTo>
                    <a:pt x="132" y="12"/>
                    <a:pt x="132" y="12"/>
                    <a:pt x="132" y="12"/>
                  </a:cubicBezTo>
                  <a:cubicBezTo>
                    <a:pt x="118" y="4"/>
                    <a:pt x="103" y="0"/>
                    <a:pt x="88" y="0"/>
                  </a:cubicBezTo>
                  <a:cubicBezTo>
                    <a:pt x="61" y="0"/>
                    <a:pt x="38" y="10"/>
                    <a:pt x="21" y="30"/>
                  </a:cubicBezTo>
                  <a:cubicBezTo>
                    <a:pt x="7" y="46"/>
                    <a:pt x="0" y="65"/>
                    <a:pt x="0" y="86"/>
                  </a:cubicBezTo>
                  <a:cubicBezTo>
                    <a:pt x="0" y="109"/>
                    <a:pt x="9" y="129"/>
                    <a:pt x="25" y="145"/>
                  </a:cubicBezTo>
                  <a:cubicBezTo>
                    <a:pt x="42" y="161"/>
                    <a:pt x="63" y="170"/>
                    <a:pt x="86" y="170"/>
                  </a:cubicBezTo>
                  <a:cubicBezTo>
                    <a:pt x="102" y="170"/>
                    <a:pt x="117" y="166"/>
                    <a:pt x="132" y="158"/>
                  </a:cubicBezTo>
                  <a:cubicBezTo>
                    <a:pt x="135" y="156"/>
                    <a:pt x="135" y="156"/>
                    <a:pt x="135" y="156"/>
                  </a:cubicBezTo>
                  <a:lnTo>
                    <a:pt x="118" y="1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66613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 smtClean="0"/>
              <a:t>마스터 텍스트 스타일 편집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E6DCC-97F7-4ACF-97C1-6DBC9656D44A}" type="datetimeFigureOut">
              <a:rPr lang="ko-KR" altLang="en-US" smtClean="0"/>
              <a:t>2025-04-11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029E8-BA52-4248-B1ED-DE1A38AB7C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9778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5428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6" r:id="rId1"/>
    <p:sldLayoutId id="2147483958" r:id="rId2"/>
    <p:sldLayoutId id="2147484095" r:id="rId3"/>
    <p:sldLayoutId id="2147484096" r:id="rId4"/>
    <p:sldLayoutId id="2147484097" r:id="rId5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296" rtl="0" eaLnBrk="1" latinLnBrk="1" hangingPunct="1">
        <a:spcBef>
          <a:spcPct val="0"/>
        </a:spcBef>
        <a:buNone/>
        <a:defRPr sz="4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61" indent="-342861" algn="l" defTabSz="914296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866" indent="-285717" algn="l" defTabSz="914296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70" indent="-228574" algn="l" defTabSz="914296" rtl="0" eaLnBrk="1" latinLnBrk="1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17" indent="-228574" algn="l" defTabSz="914296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66" indent="-228574" algn="l" defTabSz="914296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14" indent="-228574" algn="l" defTabSz="914296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62" indent="-228574" algn="l" defTabSz="914296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10" indent="-228574" algn="l" defTabSz="914296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758" indent="-228574" algn="l" defTabSz="914296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8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96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45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92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40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88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36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84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emf"/><Relationship Id="rId7" Type="http://schemas.openxmlformats.org/officeDocument/2006/relationships/image" Target="../media/image6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jpe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부제목 1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6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ko-KR" altLang="en-US" dirty="0" smtClean="0"/>
              <a:t>부서명</a:t>
            </a:r>
            <a:endParaRPr lang="ko-KR" altLang="en-US" dirty="0"/>
          </a:p>
        </p:txBody>
      </p:sp>
      <p:sp>
        <p:nvSpPr>
          <p:cNvPr id="20" name="내용 개체 틀 19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ko-KR" altLang="en-US" dirty="0" smtClean="0"/>
              <a:t>운영</a:t>
            </a:r>
            <a:r>
              <a:rPr lang="ko-KR" altLang="en-US" dirty="0" smtClean="0"/>
              <a:t>시스템 </a:t>
            </a:r>
            <a:r>
              <a:rPr lang="ko-KR" altLang="en-US" dirty="0" err="1" smtClean="0"/>
              <a:t>설치계획서</a:t>
            </a:r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8019962" y="404813"/>
            <a:ext cx="1499128" cy="276999"/>
          </a:xfrm>
          <a:prstGeom prst="rect">
            <a:avLst/>
          </a:prstGeom>
          <a:ln>
            <a:solidFill>
              <a:srgbClr val="7F7F7F"/>
            </a:solidFill>
          </a:ln>
        </p:spPr>
        <p:txBody>
          <a:bodyPr wrap="none">
            <a:spAutoFit/>
          </a:bodyPr>
          <a:lstStyle/>
          <a:p>
            <a:r>
              <a:rPr lang="ko-KR" altLang="en-US" sz="1200" dirty="0">
                <a:solidFill>
                  <a:srgbClr val="7F7F7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고객사 </a:t>
            </a:r>
            <a:r>
              <a:rPr lang="en-US" altLang="ko-KR" sz="1200" dirty="0">
                <a:solidFill>
                  <a:srgbClr val="7F7F7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CI(optional)</a:t>
            </a:r>
          </a:p>
        </p:txBody>
      </p:sp>
      <p:sp>
        <p:nvSpPr>
          <p:cNvPr id="9" name="내용 개체 틀 1"/>
          <p:cNvSpPr>
            <a:spLocks noGrp="1"/>
          </p:cNvSpPr>
          <p:nvPr>
            <p:ph sz="quarter" idx="17"/>
          </p:nvPr>
        </p:nvSpPr>
        <p:spPr>
          <a:xfrm>
            <a:off x="1080000" y="3356991"/>
            <a:ext cx="5133140" cy="720081"/>
          </a:xfrm>
        </p:spPr>
        <p:txBody>
          <a:bodyPr/>
          <a:lstStyle/>
          <a:p>
            <a:r>
              <a:rPr lang="ko-KR" altLang="en-US" dirty="0" smtClean="0"/>
              <a:t>부제목을 입력하세요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49309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743077" y="599744"/>
            <a:ext cx="8629497" cy="2996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54000" tIns="10800" rIns="54000" bIns="10800"/>
          <a:lstStyle>
            <a:lvl1pPr marL="342900" indent="-3429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fontAlgn="base" latinLnBrk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0" lang="ko-KR" altLang="en-US" sz="2000" b="1" dirty="0">
                <a:latin typeface="+mn-ea"/>
                <a:ea typeface="+mn-ea"/>
              </a:rPr>
              <a:t>문서 </a:t>
            </a:r>
            <a:r>
              <a:rPr kumimoji="0" lang="ko-KR" altLang="en-US" sz="2000" b="1" dirty="0" err="1">
                <a:latin typeface="+mn-ea"/>
                <a:ea typeface="+mn-ea"/>
              </a:rPr>
              <a:t>개정이력표</a:t>
            </a:r>
            <a:endParaRPr kumimoji="0" lang="en-US" altLang="ko-KR" sz="2000" b="1" dirty="0">
              <a:latin typeface="+mn-ea"/>
              <a:ea typeface="+mn-ea"/>
            </a:endParaRPr>
          </a:p>
        </p:txBody>
      </p:sp>
      <p:graphicFrame>
        <p:nvGraphicFramePr>
          <p:cNvPr id="6" name="Group 2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6736715"/>
              </p:ext>
            </p:extLst>
          </p:nvPr>
        </p:nvGraphicFramePr>
        <p:xfrm>
          <a:off x="821175" y="1101688"/>
          <a:ext cx="8190640" cy="471208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74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91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2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6203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버전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날짜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내용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굴림" pitchFamily="50" charset="-127"/>
                          <a:cs typeface="+mn-cs"/>
                        </a:rPr>
                        <a:t>작성자</a:t>
                      </a:r>
                      <a:endParaRPr kumimoji="1" lang="ko-KR" altLang="en-US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굴림" pitchFamily="50" charset="-127"/>
                        <a:cs typeface="+mn-cs"/>
                      </a:endParaRPr>
                    </a:p>
                  </a:txBody>
                  <a:tcPr anchor="ctr" horzOverflow="overflow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2582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1.0</a:t>
                      </a: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20XX.XX.XX</a:t>
                      </a: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최초 제정</a:t>
                      </a: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OOO</a:t>
                      </a: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942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8692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203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2582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25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323220670"/>
                  </a:ext>
                </a:extLst>
              </a:tr>
              <a:tr h="3025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2544925369"/>
                  </a:ext>
                </a:extLst>
              </a:tr>
              <a:tr h="302582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25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946507743"/>
                  </a:ext>
                </a:extLst>
              </a:tr>
              <a:tr h="3025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511648706"/>
                  </a:ext>
                </a:extLst>
              </a:tr>
              <a:tr h="302582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25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2815606028"/>
                  </a:ext>
                </a:extLst>
              </a:tr>
              <a:tr h="3025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170983"/>
                  </a:ext>
                </a:extLst>
              </a:tr>
              <a:tr h="378228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79445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buFont typeface="+mj-lt"/>
              <a:buAutoNum type="arabicPeriod"/>
            </a:pPr>
            <a:r>
              <a:rPr lang="ko-KR" altLang="en-US" dirty="0" smtClean="0"/>
              <a:t>운영</a:t>
            </a:r>
            <a:r>
              <a:rPr lang="ko-KR" altLang="en-US" dirty="0" smtClean="0"/>
              <a:t> </a:t>
            </a:r>
            <a:r>
              <a:rPr lang="ko-KR" altLang="en-US" dirty="0"/>
              <a:t>시스템 구성</a:t>
            </a:r>
            <a:endParaRPr lang="en-US" altLang="ko-KR" dirty="0"/>
          </a:p>
          <a:p>
            <a:pPr lvl="0">
              <a:buFont typeface="+mj-lt"/>
              <a:buAutoNum type="arabicPeriod"/>
            </a:pPr>
            <a:r>
              <a:rPr lang="ko-KR" altLang="en-US" dirty="0" smtClean="0"/>
              <a:t>운영 </a:t>
            </a:r>
            <a:r>
              <a:rPr lang="ko-KR" altLang="en-US" dirty="0"/>
              <a:t>하드웨어 사양</a:t>
            </a:r>
            <a:endParaRPr lang="en-US" altLang="ko-KR" dirty="0"/>
          </a:p>
          <a:p>
            <a:pPr lvl="0">
              <a:buAutoNum type="arabicPeriod"/>
            </a:pPr>
            <a:r>
              <a:rPr lang="ko-KR" altLang="en-US" dirty="0" smtClean="0"/>
              <a:t>운영 </a:t>
            </a:r>
            <a:r>
              <a:rPr lang="ko-KR" altLang="en-US" dirty="0"/>
              <a:t>소프트웨어 아키텍처 정의</a:t>
            </a:r>
            <a:endParaRPr lang="en-US" altLang="ko-KR" dirty="0"/>
          </a:p>
          <a:p>
            <a:pPr lvl="0">
              <a:buAutoNum type="arabicPeriod"/>
            </a:pPr>
            <a:r>
              <a:rPr lang="ko-KR" altLang="en-US" dirty="0" smtClean="0"/>
              <a:t>운영 </a:t>
            </a:r>
            <a:r>
              <a:rPr lang="ko-KR" altLang="en-US" dirty="0"/>
              <a:t>소프트웨어 사양</a:t>
            </a:r>
            <a:endParaRPr lang="en-US" altLang="ko-KR" dirty="0"/>
          </a:p>
          <a:p>
            <a:pPr lvl="0">
              <a:buAutoNum type="arabicPeriod"/>
            </a:pPr>
            <a:r>
              <a:rPr lang="ko-KR" altLang="en-US" dirty="0" smtClean="0"/>
              <a:t>운영 </a:t>
            </a:r>
            <a:r>
              <a:rPr lang="ko-KR" altLang="en-US" dirty="0"/>
              <a:t>어플리케이션 프로세스 구성</a:t>
            </a:r>
            <a:endParaRPr lang="en-US" altLang="ko-KR" dirty="0"/>
          </a:p>
          <a:p>
            <a:pPr lvl="0">
              <a:buAutoNum type="arabicPeriod"/>
            </a:pPr>
            <a:r>
              <a:rPr lang="ko-KR" altLang="en-US" dirty="0" smtClean="0"/>
              <a:t>운영 </a:t>
            </a:r>
            <a:r>
              <a:rPr lang="ko-KR" altLang="en-US" dirty="0"/>
              <a:t>환경 </a:t>
            </a:r>
            <a:r>
              <a:rPr lang="ko-KR" altLang="en-US" dirty="0" smtClean="0"/>
              <a:t>정보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83237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 </a:t>
            </a:r>
            <a:r>
              <a:rPr lang="ko-KR" altLang="en-US" dirty="0" smtClean="0"/>
              <a:t>운영 </a:t>
            </a:r>
            <a:r>
              <a:rPr lang="ko-KR" altLang="en-US" dirty="0" smtClean="0"/>
              <a:t>시스템 구성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>
          <a:xfrm>
            <a:off x="381000" y="899269"/>
            <a:ext cx="9144000" cy="246221"/>
          </a:xfrm>
        </p:spPr>
        <p:txBody>
          <a:bodyPr/>
          <a:lstStyle/>
          <a:p>
            <a:endParaRPr lang="en-US" altLang="ko-KR" dirty="0"/>
          </a:p>
        </p:txBody>
      </p:sp>
      <p:sp>
        <p:nvSpPr>
          <p:cNvPr id="5" name="직사각형 4"/>
          <p:cNvSpPr/>
          <p:nvPr/>
        </p:nvSpPr>
        <p:spPr>
          <a:xfrm>
            <a:off x="4158034" y="1843045"/>
            <a:ext cx="1834504" cy="1653655"/>
          </a:xfrm>
          <a:prstGeom prst="rect">
            <a:avLst/>
          </a:prstGeom>
          <a:solidFill>
            <a:schemeClr val="bg1"/>
          </a:solidFill>
          <a:ln>
            <a:solidFill>
              <a:srgbClr val="B9B8BB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7275" tIns="53637" rIns="107275" bIns="53637" rtlCol="0" anchor="ctr"/>
          <a:lstStyle/>
          <a:p>
            <a:pPr algn="ctr" defTabSz="536372" fontAlgn="auto" latinLnBrk="0">
              <a:spcBef>
                <a:spcPts val="0"/>
              </a:spcBef>
              <a:spcAft>
                <a:spcPts val="0"/>
              </a:spcAft>
            </a:pPr>
            <a:endParaRPr kumimoji="0" lang="ko-KR" altLang="en-US" sz="900">
              <a:solidFill>
                <a:prstClr val="white"/>
              </a:solidFill>
              <a:latin typeface="+mn-ea"/>
              <a:cs typeface="Arial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58035" y="1834253"/>
            <a:ext cx="1834503" cy="539209"/>
          </a:xfrm>
          <a:prstGeom prst="rect">
            <a:avLst/>
          </a:prstGeom>
          <a:noFill/>
        </p:spPr>
        <p:txBody>
          <a:bodyPr wrap="square" lIns="107275" tIns="53637" rIns="107275" bIns="53637" rtlCol="0">
            <a:spAutoFit/>
          </a:bodyPr>
          <a:lstStyle/>
          <a:p>
            <a:pPr algn="ctr" defTabSz="504711" fontAlgn="auto" latinLnBrk="0">
              <a:spcBef>
                <a:spcPts val="0"/>
              </a:spcBef>
              <a:spcAft>
                <a:spcPts val="469"/>
              </a:spcAft>
              <a:buSzPct val="100000"/>
            </a:pPr>
            <a:r>
              <a:rPr kumimoji="0" lang="en-US" altLang="ko-KR" sz="1400" b="1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[</a:t>
            </a:r>
            <a:r>
              <a:rPr kumimoji="0" lang="ko-KR" altLang="en-US" sz="1400" b="1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운영</a:t>
            </a:r>
            <a:r>
              <a:rPr kumimoji="0" lang="en-US" altLang="ko-KR" sz="1400" b="1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] </a:t>
            </a:r>
            <a:r>
              <a:rPr kumimoji="0" lang="en-US" altLang="ko-KR" sz="1400" b="1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MES DB/App. Server</a:t>
            </a:r>
            <a:endParaRPr kumimoji="0" lang="ko-KR" altLang="en-US" sz="1400" b="1" dirty="0">
              <a:solidFill>
                <a:srgbClr val="000000"/>
              </a:solidFill>
              <a:latin typeface="+mn-ea"/>
              <a:cs typeface="Arial" pitchFamily="34" charset="0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1286" y="2508311"/>
            <a:ext cx="648000" cy="882000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7595" y="4784052"/>
            <a:ext cx="891000" cy="864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19930" y="4171984"/>
            <a:ext cx="2176355" cy="603329"/>
          </a:xfrm>
          <a:prstGeom prst="rect">
            <a:avLst/>
          </a:prstGeom>
          <a:noFill/>
        </p:spPr>
        <p:txBody>
          <a:bodyPr wrap="square" lIns="107275" tIns="53637" rIns="107275" bIns="53637" rtlCol="0">
            <a:spAutoFit/>
          </a:bodyPr>
          <a:lstStyle/>
          <a:p>
            <a:pPr algn="ctr" defTabSz="504711" fontAlgn="auto" latinLnBrk="0">
              <a:spcBef>
                <a:spcPts val="0"/>
              </a:spcBef>
              <a:spcAft>
                <a:spcPts val="469"/>
              </a:spcAft>
              <a:buSzPct val="100000"/>
            </a:pPr>
            <a:r>
              <a:rPr lang="ko-KR" altLang="en-US" sz="1400" b="1" dirty="0" err="1" smtClean="0">
                <a:solidFill>
                  <a:srgbClr val="000000"/>
                </a:solidFill>
                <a:latin typeface="+mn-ea"/>
                <a:cs typeface="Arial" pitchFamily="34" charset="0"/>
              </a:rPr>
              <a:t>운영이자</a:t>
            </a:r>
            <a:r>
              <a:rPr lang="ko-KR" altLang="en-US" sz="1400" b="1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 </a:t>
            </a:r>
            <a:r>
              <a:rPr lang="ko-KR" altLang="en-US" sz="1400" b="1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노트북 </a:t>
            </a:r>
            <a:r>
              <a:rPr lang="en-US" altLang="ko-KR" sz="1400" b="1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#1~n</a:t>
            </a:r>
          </a:p>
          <a:p>
            <a:pPr algn="ctr" defTabSz="504711" fontAlgn="auto" latinLnBrk="0">
              <a:spcBef>
                <a:spcPts val="0"/>
              </a:spcBef>
              <a:spcAft>
                <a:spcPts val="469"/>
              </a:spcAft>
              <a:buSzPct val="100000"/>
            </a:pPr>
            <a:r>
              <a:rPr kumimoji="0" lang="en-US" altLang="ko-KR" sz="1400" b="1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(</a:t>
            </a:r>
            <a:r>
              <a:rPr lang="ko-KR" altLang="en-US" sz="1400" b="1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클라이언트</a:t>
            </a:r>
            <a:r>
              <a:rPr lang="en-US" altLang="ko-KR" sz="1400" b="1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/</a:t>
            </a:r>
            <a:r>
              <a:rPr lang="ko-KR" altLang="en-US" sz="1400" b="1" dirty="0" err="1" smtClean="0">
                <a:solidFill>
                  <a:srgbClr val="000000"/>
                </a:solidFill>
                <a:latin typeface="+mn-ea"/>
                <a:cs typeface="Arial" pitchFamily="34" charset="0"/>
              </a:rPr>
              <a:t>서버운영용</a:t>
            </a:r>
            <a:r>
              <a:rPr lang="en-US" altLang="ko-KR" sz="1400" b="1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)</a:t>
            </a:r>
            <a:endParaRPr kumimoji="0" lang="ko-KR" altLang="en-US" sz="1400" b="1" dirty="0">
              <a:solidFill>
                <a:srgbClr val="000000"/>
              </a:solidFill>
              <a:latin typeface="+mn-ea"/>
              <a:cs typeface="Arial" pitchFamily="34" charset="0"/>
            </a:endParaRPr>
          </a:p>
        </p:txBody>
      </p:sp>
      <p:pic>
        <p:nvPicPr>
          <p:cNvPr id="10" name="Picture 2" descr="Products Photo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756467" y="4834376"/>
            <a:ext cx="763352" cy="763352"/>
          </a:xfrm>
          <a:prstGeom prst="rect">
            <a:avLst/>
          </a:prstGeom>
          <a:noFill/>
        </p:spPr>
      </p:pic>
      <p:sp>
        <p:nvSpPr>
          <p:cNvPr id="11" name="TextBox 10"/>
          <p:cNvSpPr txBox="1"/>
          <p:nvPr/>
        </p:nvSpPr>
        <p:spPr>
          <a:xfrm>
            <a:off x="3040210" y="4170891"/>
            <a:ext cx="2176355" cy="603329"/>
          </a:xfrm>
          <a:prstGeom prst="rect">
            <a:avLst/>
          </a:prstGeom>
          <a:noFill/>
        </p:spPr>
        <p:txBody>
          <a:bodyPr wrap="square" lIns="107275" tIns="53637" rIns="107275" bIns="53637" rtlCol="0">
            <a:spAutoFit/>
          </a:bodyPr>
          <a:lstStyle/>
          <a:p>
            <a:pPr algn="ctr" defTabSz="504711" fontAlgn="auto" latinLnBrk="0">
              <a:spcBef>
                <a:spcPts val="0"/>
              </a:spcBef>
              <a:spcAft>
                <a:spcPts val="469"/>
              </a:spcAft>
              <a:buSzPct val="100000"/>
            </a:pPr>
            <a:r>
              <a:rPr lang="en-US" altLang="ko-KR" sz="1400" b="1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Touch PC</a:t>
            </a:r>
          </a:p>
          <a:p>
            <a:pPr algn="ctr" defTabSz="504711" fontAlgn="auto" latinLnBrk="0">
              <a:spcBef>
                <a:spcPts val="0"/>
              </a:spcBef>
              <a:spcAft>
                <a:spcPts val="469"/>
              </a:spcAft>
              <a:buSzPct val="100000"/>
            </a:pPr>
            <a:r>
              <a:rPr lang="en-US" altLang="ko-KR" sz="1400" b="1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(DAS</a:t>
            </a:r>
            <a:r>
              <a:rPr lang="ko-KR" altLang="en-US" sz="1400" b="1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 </a:t>
            </a:r>
            <a:r>
              <a:rPr lang="ko-KR" altLang="en-US" sz="1400" b="1" dirty="0" err="1" smtClean="0">
                <a:solidFill>
                  <a:srgbClr val="000000"/>
                </a:solidFill>
                <a:latin typeface="+mn-ea"/>
                <a:cs typeface="Arial" pitchFamily="34" charset="0"/>
              </a:rPr>
              <a:t>운영용</a:t>
            </a:r>
            <a:r>
              <a:rPr lang="en-US" altLang="ko-KR" sz="1400" b="1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)</a:t>
            </a:r>
            <a:endParaRPr kumimoji="0" lang="ko-KR" altLang="en-US" sz="1400" b="1" dirty="0">
              <a:solidFill>
                <a:srgbClr val="000000"/>
              </a:solidFill>
              <a:latin typeface="+mn-ea"/>
              <a:cs typeface="Arial" pitchFamily="34" charset="0"/>
            </a:endParaRPr>
          </a:p>
        </p:txBody>
      </p:sp>
      <p:pic>
        <p:nvPicPr>
          <p:cNvPr id="12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465612" y="4676041"/>
            <a:ext cx="917252" cy="1039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5760399" y="4171984"/>
            <a:ext cx="2176355" cy="603329"/>
          </a:xfrm>
          <a:prstGeom prst="rect">
            <a:avLst/>
          </a:prstGeom>
          <a:noFill/>
        </p:spPr>
        <p:txBody>
          <a:bodyPr wrap="square" lIns="107275" tIns="53637" rIns="107275" bIns="53637" rtlCol="0">
            <a:spAutoFit/>
          </a:bodyPr>
          <a:lstStyle/>
          <a:p>
            <a:pPr algn="ctr" defTabSz="504711" fontAlgn="auto" latinLnBrk="0">
              <a:spcBef>
                <a:spcPts val="0"/>
              </a:spcBef>
              <a:spcAft>
                <a:spcPts val="469"/>
              </a:spcAft>
              <a:buSzPct val="100000"/>
            </a:pPr>
            <a:r>
              <a:rPr lang="en-US" altLang="ko-KR" sz="1400" b="1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PDA </a:t>
            </a:r>
            <a:r>
              <a:rPr lang="ko-KR" altLang="en-US" sz="1400" b="1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단말기</a:t>
            </a:r>
            <a:endParaRPr lang="en-US" altLang="ko-KR" sz="1400" b="1" dirty="0" smtClean="0">
              <a:solidFill>
                <a:srgbClr val="000000"/>
              </a:solidFill>
              <a:latin typeface="+mn-ea"/>
              <a:cs typeface="Arial" pitchFamily="34" charset="0"/>
            </a:endParaRPr>
          </a:p>
          <a:p>
            <a:pPr algn="ctr" defTabSz="504711" fontAlgn="auto" latinLnBrk="0">
              <a:spcBef>
                <a:spcPts val="0"/>
              </a:spcBef>
              <a:spcAft>
                <a:spcPts val="469"/>
              </a:spcAft>
              <a:buSzPct val="100000"/>
            </a:pPr>
            <a:r>
              <a:rPr lang="en-US" altLang="ko-KR" sz="1400" b="1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(</a:t>
            </a:r>
            <a:r>
              <a:rPr lang="ko-KR" altLang="en-US" sz="1400" b="1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클라이언트 </a:t>
            </a:r>
            <a:r>
              <a:rPr lang="ko-KR" altLang="en-US" sz="1400" b="1" dirty="0" err="1" smtClean="0">
                <a:solidFill>
                  <a:srgbClr val="000000"/>
                </a:solidFill>
                <a:latin typeface="+mn-ea"/>
                <a:cs typeface="Arial" pitchFamily="34" charset="0"/>
              </a:rPr>
              <a:t>운영용</a:t>
            </a:r>
            <a:r>
              <a:rPr lang="en-US" altLang="ko-KR" sz="1400" b="1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)</a:t>
            </a:r>
            <a:endParaRPr kumimoji="0" lang="ko-KR" altLang="en-US" sz="1400" b="1" dirty="0">
              <a:solidFill>
                <a:srgbClr val="000000"/>
              </a:solidFill>
              <a:latin typeface="+mn-ea"/>
              <a:cs typeface="Arial" pitchFamily="34" charset="0"/>
            </a:endParaRPr>
          </a:p>
        </p:txBody>
      </p:sp>
      <p:pic>
        <p:nvPicPr>
          <p:cNvPr id="14" name="Picture 2" descr="Products Photo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913421" y="4835469"/>
            <a:ext cx="763352" cy="763352"/>
          </a:xfrm>
          <a:prstGeom prst="rect">
            <a:avLst/>
          </a:prstGeom>
          <a:noFill/>
        </p:spPr>
      </p:pic>
      <p:pic>
        <p:nvPicPr>
          <p:cNvPr id="15" name="그림 22" descr="MelsecPLC.jpg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29" t="6250" r="8089" b="6248"/>
          <a:stretch>
            <a:fillRect/>
          </a:stretch>
        </p:blipFill>
        <p:spPr bwMode="auto">
          <a:xfrm>
            <a:off x="7995535" y="5756160"/>
            <a:ext cx="606045" cy="38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6" name="꺾인 연결선 15"/>
          <p:cNvCxnSpPr>
            <a:stCxn id="9" idx="0"/>
            <a:endCxn id="5" idx="2"/>
          </p:cNvCxnSpPr>
          <p:nvPr/>
        </p:nvCxnSpPr>
        <p:spPr>
          <a:xfrm rot="5400000" flipH="1" flipV="1">
            <a:off x="3004055" y="2100753"/>
            <a:ext cx="675284" cy="3467178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7" name="꺾인 연결선 16"/>
          <p:cNvCxnSpPr>
            <a:stCxn id="11" idx="0"/>
            <a:endCxn id="5" idx="2"/>
          </p:cNvCxnSpPr>
          <p:nvPr/>
        </p:nvCxnSpPr>
        <p:spPr>
          <a:xfrm rot="5400000" flipH="1" flipV="1">
            <a:off x="4264742" y="3360347"/>
            <a:ext cx="674191" cy="946898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8" name="꺾인 연결선 17"/>
          <p:cNvCxnSpPr>
            <a:stCxn id="13" idx="0"/>
            <a:endCxn id="5" idx="2"/>
          </p:cNvCxnSpPr>
          <p:nvPr/>
        </p:nvCxnSpPr>
        <p:spPr>
          <a:xfrm rot="16200000" flipV="1">
            <a:off x="5624290" y="2947696"/>
            <a:ext cx="675284" cy="1773291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9" name="꺾인 연결선 18"/>
          <p:cNvCxnSpPr>
            <a:endCxn id="5" idx="2"/>
          </p:cNvCxnSpPr>
          <p:nvPr/>
        </p:nvCxnSpPr>
        <p:spPr>
          <a:xfrm rot="16200000" flipV="1">
            <a:off x="6417407" y="2154579"/>
            <a:ext cx="684076" cy="3368318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0" name="꺾인 연결선 19"/>
          <p:cNvCxnSpPr>
            <a:stCxn id="15" idx="0"/>
            <a:endCxn id="14" idx="2"/>
          </p:cNvCxnSpPr>
          <p:nvPr/>
        </p:nvCxnSpPr>
        <p:spPr>
          <a:xfrm rot="16200000" flipV="1">
            <a:off x="8218159" y="5675760"/>
            <a:ext cx="157339" cy="3461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049965" y="5577453"/>
            <a:ext cx="2176355" cy="416098"/>
          </a:xfrm>
          <a:prstGeom prst="rect">
            <a:avLst/>
          </a:prstGeom>
          <a:noFill/>
        </p:spPr>
        <p:txBody>
          <a:bodyPr wrap="square" lIns="107275" tIns="53637" rIns="107275" bIns="53637" rtlCol="0">
            <a:spAutoFit/>
          </a:bodyPr>
          <a:lstStyle/>
          <a:p>
            <a:pPr algn="ctr" defTabSz="504711" fontAlgn="auto" latinLnBrk="0">
              <a:spcBef>
                <a:spcPts val="0"/>
              </a:spcBef>
              <a:spcAft>
                <a:spcPts val="469"/>
              </a:spcAft>
              <a:buSzPct val="100000"/>
            </a:pPr>
            <a:r>
              <a:rPr lang="en-US" altLang="ko-KR" sz="1000" b="1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※ </a:t>
            </a:r>
            <a:r>
              <a:rPr lang="ko-KR" altLang="en-US" sz="1000" b="1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검사용 </a:t>
            </a:r>
            <a:r>
              <a:rPr lang="en-US" altLang="ko-KR" sz="1000" b="1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DAS</a:t>
            </a:r>
            <a:r>
              <a:rPr lang="ko-KR" altLang="en-US" sz="1000" b="1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의 경우 작업 현장 분석 후 구성 가능</a:t>
            </a:r>
            <a:endParaRPr kumimoji="0" lang="ko-KR" altLang="en-US" sz="1000" b="1" dirty="0">
              <a:solidFill>
                <a:srgbClr val="000000"/>
              </a:solidFill>
              <a:latin typeface="+mn-ea"/>
              <a:cs typeface="Arial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980677" y="1774097"/>
            <a:ext cx="1272002" cy="262210"/>
          </a:xfrm>
          <a:prstGeom prst="rect">
            <a:avLst/>
          </a:prstGeom>
          <a:noFill/>
        </p:spPr>
        <p:txBody>
          <a:bodyPr wrap="square" lIns="107275" tIns="53637" rIns="107275" bIns="53637" rtlCol="0">
            <a:spAutoFit/>
          </a:bodyPr>
          <a:lstStyle/>
          <a:p>
            <a:pPr algn="ctr" defTabSz="504711" fontAlgn="auto" latinLnBrk="0">
              <a:spcBef>
                <a:spcPts val="0"/>
              </a:spcBef>
              <a:spcAft>
                <a:spcPts val="469"/>
              </a:spcAft>
              <a:buSzPct val="100000"/>
            </a:pPr>
            <a:r>
              <a:rPr lang="en-US" altLang="ko-KR" sz="1000" b="1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※ </a:t>
            </a:r>
            <a:r>
              <a:rPr lang="ko-KR" altLang="en-US" sz="1000" b="1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서버룸에 위치</a:t>
            </a:r>
            <a:endParaRPr kumimoji="0" lang="ko-KR" altLang="en-US" sz="1000" b="1" dirty="0">
              <a:solidFill>
                <a:srgbClr val="000000"/>
              </a:solidFill>
              <a:latin typeface="+mn-ea"/>
              <a:cs typeface="Arial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91004" y="6227017"/>
            <a:ext cx="1501134" cy="262210"/>
          </a:xfrm>
          <a:prstGeom prst="rect">
            <a:avLst/>
          </a:prstGeom>
          <a:noFill/>
        </p:spPr>
        <p:txBody>
          <a:bodyPr wrap="square" lIns="107275" tIns="53637" rIns="107275" bIns="53637" rtlCol="0">
            <a:spAutoFit/>
          </a:bodyPr>
          <a:lstStyle/>
          <a:p>
            <a:pPr algn="ctr" defTabSz="504711" fontAlgn="auto" latinLnBrk="0">
              <a:spcBef>
                <a:spcPts val="0"/>
              </a:spcBef>
              <a:spcAft>
                <a:spcPts val="469"/>
              </a:spcAft>
              <a:buSzPct val="100000"/>
            </a:pPr>
            <a:r>
              <a:rPr lang="en-US" altLang="ko-KR" sz="1000" b="1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※ </a:t>
            </a:r>
            <a:r>
              <a:rPr lang="ko-KR" altLang="en-US" sz="1000" b="1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프로젝트 룸에 위치</a:t>
            </a:r>
            <a:endParaRPr kumimoji="0" lang="ko-KR" altLang="en-US" sz="1000" b="1" dirty="0">
              <a:solidFill>
                <a:srgbClr val="000000"/>
              </a:solidFill>
              <a:latin typeface="+mn-ea"/>
              <a:cs typeface="Arial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375280" y="6224212"/>
            <a:ext cx="1501134" cy="262210"/>
          </a:xfrm>
          <a:prstGeom prst="rect">
            <a:avLst/>
          </a:prstGeom>
          <a:noFill/>
        </p:spPr>
        <p:txBody>
          <a:bodyPr wrap="square" lIns="107275" tIns="53637" rIns="107275" bIns="53637" rtlCol="0">
            <a:spAutoFit/>
          </a:bodyPr>
          <a:lstStyle/>
          <a:p>
            <a:pPr algn="ctr" defTabSz="504711" fontAlgn="auto" latinLnBrk="0">
              <a:spcBef>
                <a:spcPts val="0"/>
              </a:spcBef>
              <a:spcAft>
                <a:spcPts val="469"/>
              </a:spcAft>
              <a:buSzPct val="100000"/>
            </a:pPr>
            <a:r>
              <a:rPr lang="en-US" altLang="ko-KR" sz="1000" b="1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※ </a:t>
            </a:r>
            <a:r>
              <a:rPr lang="ko-KR" altLang="en-US" sz="1000" b="1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프로젝트 룸에 위치</a:t>
            </a:r>
            <a:endParaRPr kumimoji="0" lang="ko-KR" altLang="en-US" sz="1000" b="1" dirty="0">
              <a:solidFill>
                <a:srgbClr val="000000"/>
              </a:solidFill>
              <a:latin typeface="+mn-ea"/>
              <a:cs typeface="Arial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120439" y="6224212"/>
            <a:ext cx="1501134" cy="262210"/>
          </a:xfrm>
          <a:prstGeom prst="rect">
            <a:avLst/>
          </a:prstGeom>
          <a:noFill/>
        </p:spPr>
        <p:txBody>
          <a:bodyPr wrap="square" lIns="107275" tIns="53637" rIns="107275" bIns="53637" rtlCol="0">
            <a:spAutoFit/>
          </a:bodyPr>
          <a:lstStyle/>
          <a:p>
            <a:pPr algn="ctr" defTabSz="504711" fontAlgn="auto" latinLnBrk="0">
              <a:spcBef>
                <a:spcPts val="0"/>
              </a:spcBef>
              <a:spcAft>
                <a:spcPts val="469"/>
              </a:spcAft>
              <a:buSzPct val="100000"/>
            </a:pPr>
            <a:r>
              <a:rPr lang="en-US" altLang="ko-KR" sz="1000" b="1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※ </a:t>
            </a:r>
            <a:r>
              <a:rPr lang="ko-KR" altLang="en-US" sz="1000" b="1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프로젝트 룸에 위치</a:t>
            </a:r>
            <a:endParaRPr kumimoji="0" lang="ko-KR" altLang="en-US" sz="1000" b="1" dirty="0">
              <a:solidFill>
                <a:srgbClr val="000000"/>
              </a:solidFill>
              <a:latin typeface="+mn-ea"/>
              <a:cs typeface="Arial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548349" y="6224212"/>
            <a:ext cx="1501134" cy="262210"/>
          </a:xfrm>
          <a:prstGeom prst="rect">
            <a:avLst/>
          </a:prstGeom>
          <a:noFill/>
        </p:spPr>
        <p:txBody>
          <a:bodyPr wrap="square" lIns="107275" tIns="53637" rIns="107275" bIns="53637" rtlCol="0">
            <a:spAutoFit/>
          </a:bodyPr>
          <a:lstStyle/>
          <a:p>
            <a:pPr algn="ctr" defTabSz="504711" fontAlgn="auto" latinLnBrk="0">
              <a:spcBef>
                <a:spcPts val="0"/>
              </a:spcBef>
              <a:spcAft>
                <a:spcPts val="469"/>
              </a:spcAft>
              <a:buSzPct val="100000"/>
            </a:pPr>
            <a:r>
              <a:rPr lang="en-US" altLang="ko-KR" sz="1000" b="1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※ </a:t>
            </a:r>
            <a:r>
              <a:rPr lang="ko-KR" altLang="en-US" sz="1000" b="1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프로젝트 룸에 위치</a:t>
            </a:r>
            <a:endParaRPr kumimoji="0" lang="ko-KR" altLang="en-US" sz="1000" b="1" dirty="0">
              <a:solidFill>
                <a:srgbClr val="000000"/>
              </a:solidFill>
              <a:latin typeface="+mn-ea"/>
              <a:cs typeface="Arial" pitchFamily="34" charset="0"/>
            </a:endParaRPr>
          </a:p>
        </p:txBody>
      </p:sp>
      <p:grpSp>
        <p:nvGrpSpPr>
          <p:cNvPr id="27" name="그룹 26"/>
          <p:cNvGrpSpPr/>
          <p:nvPr/>
        </p:nvGrpSpPr>
        <p:grpSpPr>
          <a:xfrm>
            <a:off x="488243" y="1553063"/>
            <a:ext cx="3669791" cy="2168963"/>
            <a:chOff x="204789" y="1016732"/>
            <a:chExt cx="3669791" cy="2168963"/>
          </a:xfrm>
        </p:grpSpPr>
        <p:grpSp>
          <p:nvGrpSpPr>
            <p:cNvPr id="28" name="그룹 27"/>
            <p:cNvGrpSpPr/>
            <p:nvPr/>
          </p:nvGrpSpPr>
          <p:grpSpPr>
            <a:xfrm>
              <a:off x="204789" y="1016732"/>
              <a:ext cx="2532244" cy="2168963"/>
              <a:chOff x="204789" y="1016732"/>
              <a:chExt cx="2532244" cy="2168963"/>
            </a:xfrm>
          </p:grpSpPr>
          <p:grpSp>
            <p:nvGrpSpPr>
              <p:cNvPr id="34" name="그룹 33"/>
              <p:cNvGrpSpPr/>
              <p:nvPr/>
            </p:nvGrpSpPr>
            <p:grpSpPr>
              <a:xfrm>
                <a:off x="204789" y="1016732"/>
                <a:ext cx="1219800" cy="549509"/>
                <a:chOff x="4231468" y="1343375"/>
                <a:chExt cx="1834504" cy="549509"/>
              </a:xfrm>
            </p:grpSpPr>
            <p:sp>
              <p:nvSpPr>
                <p:cNvPr id="47" name="직사각형 46"/>
                <p:cNvSpPr/>
                <p:nvPr/>
              </p:nvSpPr>
              <p:spPr>
                <a:xfrm>
                  <a:off x="4231468" y="1343375"/>
                  <a:ext cx="1834504" cy="549509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B9B8BB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lIns="107275" tIns="53637" rIns="107275" bIns="53637" rtlCol="0" anchor="ctr"/>
                <a:lstStyle/>
                <a:p>
                  <a:pPr algn="ctr" defTabSz="536372" fontAlgn="auto" latinLnBrk="0">
                    <a:spcBef>
                      <a:spcPts val="0"/>
                    </a:spcBef>
                    <a:spcAft>
                      <a:spcPts val="0"/>
                    </a:spcAft>
                  </a:pPr>
                  <a:endParaRPr kumimoji="0" lang="ko-KR" altLang="en-US" sz="900">
                    <a:solidFill>
                      <a:prstClr val="white"/>
                    </a:solidFill>
                    <a:latin typeface="+mn-ea"/>
                    <a:cs typeface="Arial" pitchFamily="34" charset="0"/>
                  </a:endParaRPr>
                </a:p>
              </p:txBody>
            </p:sp>
            <p:sp>
              <p:nvSpPr>
                <p:cNvPr id="48" name="TextBox 47"/>
                <p:cNvSpPr txBox="1"/>
                <p:nvPr/>
              </p:nvSpPr>
              <p:spPr>
                <a:xfrm>
                  <a:off x="4231469" y="1448780"/>
                  <a:ext cx="1834503" cy="323765"/>
                </a:xfrm>
                <a:prstGeom prst="rect">
                  <a:avLst/>
                </a:prstGeom>
                <a:noFill/>
              </p:spPr>
              <p:txBody>
                <a:bodyPr wrap="square" lIns="107275" tIns="53637" rIns="107275" bIns="53637" rtlCol="0">
                  <a:spAutoFit/>
                </a:bodyPr>
                <a:lstStyle/>
                <a:p>
                  <a:pPr algn="ctr" defTabSz="504711" fontAlgn="auto" latinLnBrk="0">
                    <a:spcBef>
                      <a:spcPts val="0"/>
                    </a:spcBef>
                    <a:spcAft>
                      <a:spcPts val="469"/>
                    </a:spcAft>
                    <a:buSzPct val="100000"/>
                  </a:pPr>
                  <a:r>
                    <a:rPr lang="en-US" altLang="ko-KR" sz="1400" b="1" dirty="0" smtClean="0">
                      <a:solidFill>
                        <a:srgbClr val="000000"/>
                      </a:solidFill>
                      <a:latin typeface="+mn-ea"/>
                      <a:cs typeface="Arial" pitchFamily="34" charset="0"/>
                    </a:rPr>
                    <a:t>ERP</a:t>
                  </a:r>
                  <a:endParaRPr kumimoji="0" lang="ko-KR" altLang="en-US" sz="1400" b="1" dirty="0">
                    <a:solidFill>
                      <a:srgbClr val="000000"/>
                    </a:solidFill>
                    <a:latin typeface="+mn-ea"/>
                    <a:cs typeface="Arial" pitchFamily="34" charset="0"/>
                  </a:endParaRPr>
                </a:p>
              </p:txBody>
            </p:sp>
          </p:grpSp>
          <p:grpSp>
            <p:nvGrpSpPr>
              <p:cNvPr id="35" name="그룹 34"/>
              <p:cNvGrpSpPr/>
              <p:nvPr/>
            </p:nvGrpSpPr>
            <p:grpSpPr>
              <a:xfrm>
                <a:off x="478848" y="1407736"/>
                <a:ext cx="1219800" cy="549509"/>
                <a:chOff x="4231468" y="1343375"/>
                <a:chExt cx="1834504" cy="549509"/>
              </a:xfrm>
            </p:grpSpPr>
            <p:sp>
              <p:nvSpPr>
                <p:cNvPr id="45" name="직사각형 44"/>
                <p:cNvSpPr/>
                <p:nvPr/>
              </p:nvSpPr>
              <p:spPr>
                <a:xfrm>
                  <a:off x="4231468" y="1343375"/>
                  <a:ext cx="1834504" cy="549509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B9B8BB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lIns="107275" tIns="53637" rIns="107275" bIns="53637" rtlCol="0" anchor="ctr"/>
                <a:lstStyle/>
                <a:p>
                  <a:pPr algn="ctr" defTabSz="536372" fontAlgn="auto" latinLnBrk="0">
                    <a:spcBef>
                      <a:spcPts val="0"/>
                    </a:spcBef>
                    <a:spcAft>
                      <a:spcPts val="0"/>
                    </a:spcAft>
                  </a:pPr>
                  <a:endParaRPr kumimoji="0" lang="ko-KR" altLang="en-US" sz="900">
                    <a:solidFill>
                      <a:prstClr val="white"/>
                    </a:solidFill>
                    <a:latin typeface="+mn-ea"/>
                    <a:cs typeface="Arial" pitchFamily="34" charset="0"/>
                  </a:endParaRPr>
                </a:p>
              </p:txBody>
            </p:sp>
            <p:sp>
              <p:nvSpPr>
                <p:cNvPr id="46" name="TextBox 45"/>
                <p:cNvSpPr txBox="1"/>
                <p:nvPr/>
              </p:nvSpPr>
              <p:spPr>
                <a:xfrm>
                  <a:off x="4231469" y="1448780"/>
                  <a:ext cx="1834503" cy="323765"/>
                </a:xfrm>
                <a:prstGeom prst="rect">
                  <a:avLst/>
                </a:prstGeom>
                <a:noFill/>
              </p:spPr>
              <p:txBody>
                <a:bodyPr wrap="square" lIns="107275" tIns="53637" rIns="107275" bIns="53637" rtlCol="0">
                  <a:spAutoFit/>
                </a:bodyPr>
                <a:lstStyle/>
                <a:p>
                  <a:pPr algn="ctr" defTabSz="504711" fontAlgn="auto" latinLnBrk="0">
                    <a:spcBef>
                      <a:spcPts val="0"/>
                    </a:spcBef>
                    <a:spcAft>
                      <a:spcPts val="469"/>
                    </a:spcAft>
                    <a:buSzPct val="100000"/>
                  </a:pPr>
                  <a:r>
                    <a:rPr lang="en-US" altLang="ko-KR" sz="1400" b="1" dirty="0" smtClean="0">
                      <a:solidFill>
                        <a:srgbClr val="000000"/>
                      </a:solidFill>
                      <a:latin typeface="+mn-ea"/>
                      <a:cs typeface="Arial" pitchFamily="34" charset="0"/>
                    </a:rPr>
                    <a:t>PDM</a:t>
                  </a:r>
                  <a:endParaRPr kumimoji="0" lang="ko-KR" altLang="en-US" sz="1400" b="1" dirty="0">
                    <a:solidFill>
                      <a:srgbClr val="000000"/>
                    </a:solidFill>
                    <a:latin typeface="+mn-ea"/>
                    <a:cs typeface="Arial" pitchFamily="34" charset="0"/>
                  </a:endParaRPr>
                </a:p>
              </p:txBody>
            </p:sp>
          </p:grpSp>
          <p:grpSp>
            <p:nvGrpSpPr>
              <p:cNvPr id="36" name="그룹 35"/>
              <p:cNvGrpSpPr/>
              <p:nvPr/>
            </p:nvGrpSpPr>
            <p:grpSpPr>
              <a:xfrm>
                <a:off x="814689" y="1832670"/>
                <a:ext cx="1219800" cy="549509"/>
                <a:chOff x="4231468" y="1343375"/>
                <a:chExt cx="1834504" cy="549509"/>
              </a:xfrm>
            </p:grpSpPr>
            <p:sp>
              <p:nvSpPr>
                <p:cNvPr id="43" name="직사각형 42"/>
                <p:cNvSpPr/>
                <p:nvPr/>
              </p:nvSpPr>
              <p:spPr>
                <a:xfrm>
                  <a:off x="4231468" y="1343375"/>
                  <a:ext cx="1834504" cy="549509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B9B8BB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lIns="107275" tIns="53637" rIns="107275" bIns="53637" rtlCol="0" anchor="ctr"/>
                <a:lstStyle/>
                <a:p>
                  <a:pPr algn="ctr" defTabSz="536372" fontAlgn="auto" latinLnBrk="0">
                    <a:spcBef>
                      <a:spcPts val="0"/>
                    </a:spcBef>
                    <a:spcAft>
                      <a:spcPts val="0"/>
                    </a:spcAft>
                  </a:pPr>
                  <a:endParaRPr kumimoji="0" lang="ko-KR" altLang="en-US" sz="900">
                    <a:solidFill>
                      <a:prstClr val="white"/>
                    </a:solidFill>
                    <a:latin typeface="+mn-ea"/>
                    <a:cs typeface="Arial" pitchFamily="34" charset="0"/>
                  </a:endParaRPr>
                </a:p>
              </p:txBody>
            </p:sp>
            <p:sp>
              <p:nvSpPr>
                <p:cNvPr id="44" name="TextBox 43"/>
                <p:cNvSpPr txBox="1"/>
                <p:nvPr/>
              </p:nvSpPr>
              <p:spPr>
                <a:xfrm>
                  <a:off x="4231469" y="1448780"/>
                  <a:ext cx="1834503" cy="323765"/>
                </a:xfrm>
                <a:prstGeom prst="rect">
                  <a:avLst/>
                </a:prstGeom>
                <a:noFill/>
              </p:spPr>
              <p:txBody>
                <a:bodyPr wrap="square" lIns="107275" tIns="53637" rIns="107275" bIns="53637" rtlCol="0">
                  <a:spAutoFit/>
                </a:bodyPr>
                <a:lstStyle/>
                <a:p>
                  <a:pPr algn="ctr" defTabSz="504711" fontAlgn="auto" latinLnBrk="0">
                    <a:spcBef>
                      <a:spcPts val="0"/>
                    </a:spcBef>
                    <a:spcAft>
                      <a:spcPts val="469"/>
                    </a:spcAft>
                    <a:buSzPct val="100000"/>
                  </a:pPr>
                  <a:r>
                    <a:rPr kumimoji="0" lang="en-US" altLang="ko-KR" sz="1400" b="1" dirty="0" smtClean="0">
                      <a:solidFill>
                        <a:srgbClr val="000000"/>
                      </a:solidFill>
                      <a:latin typeface="+mn-ea"/>
                      <a:cs typeface="Arial" pitchFamily="34" charset="0"/>
                    </a:rPr>
                    <a:t>APS</a:t>
                  </a:r>
                  <a:endParaRPr kumimoji="0" lang="ko-KR" altLang="en-US" sz="1400" b="1" dirty="0">
                    <a:solidFill>
                      <a:srgbClr val="000000"/>
                    </a:solidFill>
                    <a:latin typeface="+mn-ea"/>
                    <a:cs typeface="Arial" pitchFamily="34" charset="0"/>
                  </a:endParaRPr>
                </a:p>
              </p:txBody>
            </p:sp>
          </p:grpSp>
          <p:grpSp>
            <p:nvGrpSpPr>
              <p:cNvPr id="37" name="그룹 36"/>
              <p:cNvGrpSpPr/>
              <p:nvPr/>
            </p:nvGrpSpPr>
            <p:grpSpPr>
              <a:xfrm>
                <a:off x="1193031" y="2233209"/>
                <a:ext cx="1219800" cy="549509"/>
                <a:chOff x="4231468" y="1343375"/>
                <a:chExt cx="1834504" cy="549509"/>
              </a:xfrm>
            </p:grpSpPr>
            <p:sp>
              <p:nvSpPr>
                <p:cNvPr id="41" name="직사각형 40"/>
                <p:cNvSpPr/>
                <p:nvPr/>
              </p:nvSpPr>
              <p:spPr>
                <a:xfrm>
                  <a:off x="4231468" y="1343375"/>
                  <a:ext cx="1834504" cy="549509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B9B8BB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lIns="107275" tIns="53637" rIns="107275" bIns="53637" rtlCol="0" anchor="ctr"/>
                <a:lstStyle/>
                <a:p>
                  <a:pPr algn="ctr" defTabSz="536372" fontAlgn="auto" latinLnBrk="0">
                    <a:spcBef>
                      <a:spcPts val="0"/>
                    </a:spcBef>
                    <a:spcAft>
                      <a:spcPts val="0"/>
                    </a:spcAft>
                  </a:pPr>
                  <a:endParaRPr kumimoji="0" lang="ko-KR" altLang="en-US" sz="900">
                    <a:solidFill>
                      <a:prstClr val="white"/>
                    </a:solidFill>
                    <a:latin typeface="+mn-ea"/>
                    <a:cs typeface="Arial" pitchFamily="34" charset="0"/>
                  </a:endParaRPr>
                </a:p>
              </p:txBody>
            </p:sp>
            <p:sp>
              <p:nvSpPr>
                <p:cNvPr id="42" name="TextBox 41"/>
                <p:cNvSpPr txBox="1"/>
                <p:nvPr/>
              </p:nvSpPr>
              <p:spPr>
                <a:xfrm>
                  <a:off x="4231469" y="1448780"/>
                  <a:ext cx="1834503" cy="323765"/>
                </a:xfrm>
                <a:prstGeom prst="rect">
                  <a:avLst/>
                </a:prstGeom>
                <a:noFill/>
              </p:spPr>
              <p:txBody>
                <a:bodyPr wrap="square" lIns="107275" tIns="53637" rIns="107275" bIns="53637" rtlCol="0">
                  <a:spAutoFit/>
                </a:bodyPr>
                <a:lstStyle/>
                <a:p>
                  <a:pPr algn="ctr" defTabSz="504711" fontAlgn="auto" latinLnBrk="0">
                    <a:spcBef>
                      <a:spcPts val="0"/>
                    </a:spcBef>
                    <a:spcAft>
                      <a:spcPts val="469"/>
                    </a:spcAft>
                    <a:buSzPct val="100000"/>
                  </a:pPr>
                  <a:r>
                    <a:rPr kumimoji="0" lang="en-US" altLang="ko-KR" sz="1400" b="1" dirty="0" smtClean="0">
                      <a:solidFill>
                        <a:srgbClr val="000000"/>
                      </a:solidFill>
                      <a:latin typeface="+mn-ea"/>
                      <a:cs typeface="Arial" pitchFamily="34" charset="0"/>
                    </a:rPr>
                    <a:t>WMS</a:t>
                  </a:r>
                  <a:endParaRPr kumimoji="0" lang="ko-KR" altLang="en-US" sz="1400" b="1" dirty="0">
                    <a:solidFill>
                      <a:srgbClr val="000000"/>
                    </a:solidFill>
                    <a:latin typeface="+mn-ea"/>
                    <a:cs typeface="Arial" pitchFamily="34" charset="0"/>
                  </a:endParaRPr>
                </a:p>
              </p:txBody>
            </p:sp>
          </p:grpSp>
          <p:grpSp>
            <p:nvGrpSpPr>
              <p:cNvPr id="38" name="그룹 37"/>
              <p:cNvGrpSpPr/>
              <p:nvPr/>
            </p:nvGrpSpPr>
            <p:grpSpPr>
              <a:xfrm>
                <a:off x="1517233" y="2636186"/>
                <a:ext cx="1219800" cy="549509"/>
                <a:chOff x="4231468" y="1343375"/>
                <a:chExt cx="1834504" cy="549509"/>
              </a:xfrm>
            </p:grpSpPr>
            <p:sp>
              <p:nvSpPr>
                <p:cNvPr id="39" name="직사각형 38"/>
                <p:cNvSpPr/>
                <p:nvPr/>
              </p:nvSpPr>
              <p:spPr>
                <a:xfrm>
                  <a:off x="4231468" y="1343375"/>
                  <a:ext cx="1834504" cy="549509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B9B8BB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lIns="107275" tIns="53637" rIns="107275" bIns="53637" rtlCol="0" anchor="ctr"/>
                <a:lstStyle/>
                <a:p>
                  <a:pPr algn="ctr" defTabSz="536372" fontAlgn="auto" latinLnBrk="0">
                    <a:spcBef>
                      <a:spcPts val="0"/>
                    </a:spcBef>
                    <a:spcAft>
                      <a:spcPts val="0"/>
                    </a:spcAft>
                  </a:pPr>
                  <a:endParaRPr kumimoji="0" lang="ko-KR" altLang="en-US" sz="900">
                    <a:solidFill>
                      <a:prstClr val="white"/>
                    </a:solidFill>
                    <a:latin typeface="+mn-ea"/>
                    <a:cs typeface="Arial" pitchFamily="34" charset="0"/>
                  </a:endParaRPr>
                </a:p>
              </p:txBody>
            </p:sp>
            <p:sp>
              <p:nvSpPr>
                <p:cNvPr id="40" name="TextBox 39"/>
                <p:cNvSpPr txBox="1"/>
                <p:nvPr/>
              </p:nvSpPr>
              <p:spPr>
                <a:xfrm>
                  <a:off x="4231469" y="1448780"/>
                  <a:ext cx="1834503" cy="323765"/>
                </a:xfrm>
                <a:prstGeom prst="rect">
                  <a:avLst/>
                </a:prstGeom>
                <a:noFill/>
              </p:spPr>
              <p:txBody>
                <a:bodyPr wrap="square" lIns="107275" tIns="53637" rIns="107275" bIns="53637" rtlCol="0">
                  <a:spAutoFit/>
                </a:bodyPr>
                <a:lstStyle/>
                <a:p>
                  <a:pPr algn="ctr" defTabSz="504711" fontAlgn="auto" latinLnBrk="0">
                    <a:spcBef>
                      <a:spcPts val="0"/>
                    </a:spcBef>
                    <a:spcAft>
                      <a:spcPts val="469"/>
                    </a:spcAft>
                    <a:buSzPct val="100000"/>
                  </a:pPr>
                  <a:r>
                    <a:rPr kumimoji="0" lang="en-US" altLang="ko-KR" sz="1400" b="1" dirty="0" smtClean="0">
                      <a:solidFill>
                        <a:srgbClr val="000000"/>
                      </a:solidFill>
                      <a:latin typeface="+mn-ea"/>
                      <a:cs typeface="Arial" pitchFamily="34" charset="0"/>
                    </a:rPr>
                    <a:t>HR</a:t>
                  </a:r>
                  <a:endParaRPr kumimoji="0" lang="ko-KR" altLang="en-US" sz="1400" b="1" dirty="0">
                    <a:solidFill>
                      <a:srgbClr val="000000"/>
                    </a:solidFill>
                    <a:latin typeface="+mn-ea"/>
                    <a:cs typeface="Arial" pitchFamily="34" charset="0"/>
                  </a:endParaRPr>
                </a:p>
              </p:txBody>
            </p:sp>
          </p:grpSp>
        </p:grpSp>
        <p:cxnSp>
          <p:nvCxnSpPr>
            <p:cNvPr id="29" name="꺾인 연결선 28"/>
            <p:cNvCxnSpPr>
              <a:stCxn id="40" idx="3"/>
              <a:endCxn id="5" idx="1"/>
            </p:cNvCxnSpPr>
            <p:nvPr/>
          </p:nvCxnSpPr>
          <p:spPr>
            <a:xfrm flipV="1">
              <a:off x="2737033" y="2133542"/>
              <a:ext cx="1137547" cy="769932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30" name="꺾인 연결선 29"/>
            <p:cNvCxnSpPr>
              <a:stCxn id="42" idx="3"/>
              <a:endCxn id="5" idx="1"/>
            </p:cNvCxnSpPr>
            <p:nvPr/>
          </p:nvCxnSpPr>
          <p:spPr>
            <a:xfrm flipV="1">
              <a:off x="2412831" y="2133542"/>
              <a:ext cx="1461749" cy="366955"/>
            </a:xfrm>
            <a:prstGeom prst="bentConnector3">
              <a:avLst>
                <a:gd name="adj1" fmla="val 50000"/>
              </a:avLst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31" name="꺾인 연결선 30"/>
            <p:cNvCxnSpPr>
              <a:stCxn id="43" idx="3"/>
              <a:endCxn id="5" idx="1"/>
            </p:cNvCxnSpPr>
            <p:nvPr/>
          </p:nvCxnSpPr>
          <p:spPr>
            <a:xfrm>
              <a:off x="2034489" y="2107425"/>
              <a:ext cx="1840091" cy="26117"/>
            </a:xfrm>
            <a:prstGeom prst="bentConnector3">
              <a:avLst>
                <a:gd name="adj1" fmla="val 50000"/>
              </a:avLst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32" name="꺾인 연결선 31"/>
            <p:cNvCxnSpPr>
              <a:stCxn id="45" idx="3"/>
              <a:endCxn id="5" idx="1"/>
            </p:cNvCxnSpPr>
            <p:nvPr/>
          </p:nvCxnSpPr>
          <p:spPr>
            <a:xfrm>
              <a:off x="1698648" y="1682491"/>
              <a:ext cx="2175932" cy="451051"/>
            </a:xfrm>
            <a:prstGeom prst="bentConnector3">
              <a:avLst>
                <a:gd name="adj1" fmla="val 50000"/>
              </a:avLst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33" name="꺾인 연결선 32"/>
            <p:cNvCxnSpPr>
              <a:stCxn id="47" idx="3"/>
              <a:endCxn id="5" idx="1"/>
            </p:cNvCxnSpPr>
            <p:nvPr/>
          </p:nvCxnSpPr>
          <p:spPr>
            <a:xfrm>
              <a:off x="1424589" y="1291487"/>
              <a:ext cx="2449991" cy="842055"/>
            </a:xfrm>
            <a:prstGeom prst="bentConnector3">
              <a:avLst>
                <a:gd name="adj1" fmla="val 50000"/>
              </a:avLst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</p:grpSp>
      <p:sp>
        <p:nvSpPr>
          <p:cNvPr id="49" name="TextBox 48"/>
          <p:cNvSpPr txBox="1"/>
          <p:nvPr/>
        </p:nvSpPr>
        <p:spPr>
          <a:xfrm>
            <a:off x="699950" y="5606471"/>
            <a:ext cx="1872208" cy="416098"/>
          </a:xfrm>
          <a:prstGeom prst="rect">
            <a:avLst/>
          </a:prstGeom>
          <a:noFill/>
        </p:spPr>
        <p:txBody>
          <a:bodyPr wrap="square" lIns="107275" tIns="53637" rIns="107275" bIns="53637" rtlCol="0">
            <a:spAutoFit/>
          </a:bodyPr>
          <a:lstStyle/>
          <a:p>
            <a:pPr algn="ctr" defTabSz="504711" fontAlgn="auto" latinLnBrk="0">
              <a:spcBef>
                <a:spcPts val="0"/>
              </a:spcBef>
              <a:spcAft>
                <a:spcPts val="469"/>
              </a:spcAft>
              <a:buSzPct val="100000"/>
            </a:pPr>
            <a:r>
              <a:rPr lang="en-US" altLang="ko-KR" sz="1000" b="1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※ FMB </a:t>
            </a:r>
            <a:r>
              <a:rPr lang="ko-KR" altLang="en-US" sz="1000" b="1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운영자의 </a:t>
            </a:r>
            <a:r>
              <a:rPr lang="ko-KR" altLang="en-US" sz="1000" b="1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경우 해당 노트북에 같이 설치</a:t>
            </a:r>
            <a:endParaRPr kumimoji="0" lang="ko-KR" altLang="en-US" sz="1000" b="1" dirty="0">
              <a:solidFill>
                <a:srgbClr val="000000"/>
              </a:solidFill>
              <a:latin typeface="+mn-ea"/>
              <a:cs typeface="Arial" pitchFamily="34" charset="0"/>
            </a:endParaRPr>
          </a:p>
        </p:txBody>
      </p:sp>
      <p:pic>
        <p:nvPicPr>
          <p:cNvPr id="50" name="Picture 2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299709" y="5224665"/>
            <a:ext cx="429586" cy="3955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" name="Picture 2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626848" y="5231003"/>
            <a:ext cx="429586" cy="3955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2" name="Picture 2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8799917" y="5230481"/>
            <a:ext cx="429586" cy="3955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3" name="Picture 1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2364409" y="4852405"/>
            <a:ext cx="331876" cy="3659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4" name="Picture 5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5460945" y="5123311"/>
            <a:ext cx="376451" cy="37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5" name="Picture 1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4675703" y="4788221"/>
            <a:ext cx="331876" cy="3659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6" name="TextBox 55"/>
          <p:cNvSpPr txBox="1"/>
          <p:nvPr/>
        </p:nvSpPr>
        <p:spPr>
          <a:xfrm>
            <a:off x="4907713" y="4818215"/>
            <a:ext cx="889722" cy="262210"/>
          </a:xfrm>
          <a:prstGeom prst="rect">
            <a:avLst/>
          </a:prstGeom>
          <a:noFill/>
        </p:spPr>
        <p:txBody>
          <a:bodyPr wrap="square" lIns="107275" tIns="53637" rIns="107275" bIns="53637" rtlCol="0">
            <a:spAutoFit/>
          </a:bodyPr>
          <a:lstStyle/>
          <a:p>
            <a:pPr algn="ctr" defTabSz="504711" fontAlgn="auto" latinLnBrk="0">
              <a:spcBef>
                <a:spcPts val="0"/>
              </a:spcBef>
              <a:spcAft>
                <a:spcPts val="469"/>
              </a:spcAft>
              <a:buSzPct val="100000"/>
            </a:pPr>
            <a:r>
              <a:rPr lang="ko-KR" altLang="en-US" sz="1000" b="1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라벨분리기</a:t>
            </a:r>
            <a:endParaRPr kumimoji="0" lang="ko-KR" altLang="en-US" sz="1000" b="1" dirty="0">
              <a:solidFill>
                <a:srgbClr val="000000"/>
              </a:solidFill>
              <a:latin typeface="+mn-ea"/>
              <a:cs typeface="Arial" pitchFamily="34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2584287" y="4873776"/>
            <a:ext cx="889722" cy="262210"/>
          </a:xfrm>
          <a:prstGeom prst="rect">
            <a:avLst/>
          </a:prstGeom>
          <a:noFill/>
        </p:spPr>
        <p:txBody>
          <a:bodyPr wrap="square" lIns="107275" tIns="53637" rIns="107275" bIns="53637" rtlCol="0">
            <a:spAutoFit/>
          </a:bodyPr>
          <a:lstStyle/>
          <a:p>
            <a:pPr algn="ctr" defTabSz="504711" fontAlgn="auto" latinLnBrk="0">
              <a:spcBef>
                <a:spcPts val="0"/>
              </a:spcBef>
              <a:spcAft>
                <a:spcPts val="469"/>
              </a:spcAft>
              <a:buSzPct val="100000"/>
            </a:pPr>
            <a:r>
              <a:rPr lang="ko-KR" altLang="en-US" sz="1000" b="1" smtClean="0">
                <a:solidFill>
                  <a:srgbClr val="000000"/>
                </a:solidFill>
                <a:latin typeface="+mn-ea"/>
                <a:cs typeface="Arial" pitchFamily="34" charset="0"/>
              </a:rPr>
              <a:t>라벨프린터</a:t>
            </a:r>
            <a:endParaRPr kumimoji="0" lang="ko-KR" altLang="en-US" sz="1000" b="1" dirty="0">
              <a:solidFill>
                <a:srgbClr val="000000"/>
              </a:solidFill>
              <a:latin typeface="+mn-ea"/>
              <a:cs typeface="Arial" pitchFamily="34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2582536" y="5292307"/>
            <a:ext cx="889722" cy="262210"/>
          </a:xfrm>
          <a:prstGeom prst="rect">
            <a:avLst/>
          </a:prstGeom>
          <a:noFill/>
        </p:spPr>
        <p:txBody>
          <a:bodyPr wrap="square" lIns="107275" tIns="53637" rIns="107275" bIns="53637" rtlCol="0">
            <a:spAutoFit/>
          </a:bodyPr>
          <a:lstStyle/>
          <a:p>
            <a:pPr algn="ctr" defTabSz="504711" fontAlgn="auto" latinLnBrk="0">
              <a:spcBef>
                <a:spcPts val="0"/>
              </a:spcBef>
              <a:spcAft>
                <a:spcPts val="469"/>
              </a:spcAft>
              <a:buSzPct val="100000"/>
            </a:pPr>
            <a:r>
              <a:rPr lang="ko-KR" altLang="en-US" sz="1000" b="1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무선스케너</a:t>
            </a:r>
            <a:endParaRPr kumimoji="0" lang="ko-KR" altLang="en-US" sz="1000" b="1" dirty="0">
              <a:solidFill>
                <a:srgbClr val="000000"/>
              </a:solidFill>
              <a:latin typeface="+mn-ea"/>
              <a:cs typeface="Arial" pitchFamily="34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4779758" y="5384876"/>
            <a:ext cx="889722" cy="262210"/>
          </a:xfrm>
          <a:prstGeom prst="rect">
            <a:avLst/>
          </a:prstGeom>
          <a:noFill/>
        </p:spPr>
        <p:txBody>
          <a:bodyPr wrap="square" lIns="107275" tIns="53637" rIns="107275" bIns="53637" rtlCol="0">
            <a:spAutoFit/>
          </a:bodyPr>
          <a:lstStyle/>
          <a:p>
            <a:pPr algn="ctr" defTabSz="504711" fontAlgn="auto" latinLnBrk="0">
              <a:spcBef>
                <a:spcPts val="0"/>
              </a:spcBef>
              <a:spcAft>
                <a:spcPts val="469"/>
              </a:spcAft>
              <a:buSzPct val="100000"/>
            </a:pPr>
            <a:r>
              <a:rPr lang="ko-KR" altLang="en-US" sz="1000" b="1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무선스케너</a:t>
            </a:r>
            <a:endParaRPr kumimoji="0" lang="ko-KR" altLang="en-US" sz="1000" b="1" dirty="0">
              <a:solidFill>
                <a:srgbClr val="000000"/>
              </a:solidFill>
              <a:latin typeface="+mn-ea"/>
              <a:cs typeface="Arial" pitchFamily="34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5776514" y="5073875"/>
            <a:ext cx="620146" cy="480218"/>
          </a:xfrm>
          <a:prstGeom prst="rect">
            <a:avLst/>
          </a:prstGeom>
          <a:noFill/>
        </p:spPr>
        <p:txBody>
          <a:bodyPr wrap="square" lIns="107275" tIns="53637" rIns="107275" bIns="53637" rtlCol="0">
            <a:spAutoFit/>
          </a:bodyPr>
          <a:lstStyle/>
          <a:p>
            <a:pPr defTabSz="504711" fontAlgn="auto" latinLnBrk="0">
              <a:spcBef>
                <a:spcPts val="0"/>
              </a:spcBef>
              <a:spcAft>
                <a:spcPts val="469"/>
              </a:spcAft>
              <a:buSzPct val="100000"/>
            </a:pPr>
            <a:r>
              <a:rPr lang="ko-KR" altLang="en-US" sz="1000" b="1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고정</a:t>
            </a:r>
            <a:endParaRPr lang="en-US" altLang="ko-KR" sz="1000" b="1" dirty="0" smtClean="0">
              <a:solidFill>
                <a:srgbClr val="000000"/>
              </a:solidFill>
              <a:latin typeface="+mn-ea"/>
              <a:cs typeface="Arial" pitchFamily="34" charset="0"/>
            </a:endParaRPr>
          </a:p>
          <a:p>
            <a:pPr defTabSz="504711" fontAlgn="auto" latinLnBrk="0">
              <a:spcBef>
                <a:spcPts val="0"/>
              </a:spcBef>
              <a:spcAft>
                <a:spcPts val="469"/>
              </a:spcAft>
              <a:buSzPct val="100000"/>
            </a:pPr>
            <a:r>
              <a:rPr lang="ko-KR" altLang="en-US" sz="1000" b="1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스케너</a:t>
            </a:r>
            <a:endParaRPr kumimoji="0" lang="ko-KR" altLang="en-US" sz="1000" b="1" dirty="0">
              <a:solidFill>
                <a:srgbClr val="000000"/>
              </a:solidFill>
              <a:latin typeface="+mn-ea"/>
              <a:cs typeface="Arial" pitchFamily="34" charset="0"/>
            </a:endParaRPr>
          </a:p>
        </p:txBody>
      </p:sp>
      <p:cxnSp>
        <p:nvCxnSpPr>
          <p:cNvPr id="61" name="꺾인 연결선 60"/>
          <p:cNvCxnSpPr>
            <a:stCxn id="8" idx="3"/>
            <a:endCxn id="53" idx="1"/>
          </p:cNvCxnSpPr>
          <p:nvPr/>
        </p:nvCxnSpPr>
        <p:spPr>
          <a:xfrm flipV="1">
            <a:off x="2118595" y="5035402"/>
            <a:ext cx="245814" cy="180650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62" name="꺾인 연결선 61"/>
          <p:cNvCxnSpPr>
            <a:stCxn id="8" idx="3"/>
            <a:endCxn id="50" idx="1"/>
          </p:cNvCxnSpPr>
          <p:nvPr/>
        </p:nvCxnSpPr>
        <p:spPr>
          <a:xfrm>
            <a:off x="2118595" y="5216052"/>
            <a:ext cx="181114" cy="206374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63" name="꺾인 연결선 62"/>
          <p:cNvCxnSpPr>
            <a:stCxn id="10" idx="3"/>
            <a:endCxn id="51" idx="1"/>
          </p:cNvCxnSpPr>
          <p:nvPr/>
        </p:nvCxnSpPr>
        <p:spPr>
          <a:xfrm>
            <a:off x="4519819" y="5216052"/>
            <a:ext cx="107029" cy="212712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64" name="꺾인 연결선 63"/>
          <p:cNvCxnSpPr>
            <a:stCxn id="10" idx="3"/>
            <a:endCxn id="55" idx="1"/>
          </p:cNvCxnSpPr>
          <p:nvPr/>
        </p:nvCxnSpPr>
        <p:spPr>
          <a:xfrm flipV="1">
            <a:off x="4519819" y="4971218"/>
            <a:ext cx="155884" cy="244834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65" name="꺾인 연결선 64"/>
          <p:cNvCxnSpPr>
            <a:stCxn id="10" idx="3"/>
            <a:endCxn id="54" idx="1"/>
          </p:cNvCxnSpPr>
          <p:nvPr/>
        </p:nvCxnSpPr>
        <p:spPr>
          <a:xfrm>
            <a:off x="4519819" y="5216052"/>
            <a:ext cx="941126" cy="95485"/>
          </a:xfrm>
          <a:prstGeom prst="bentConnector3">
            <a:avLst>
              <a:gd name="adj1" fmla="val 62537"/>
            </a:avLst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66" name="꺾인 연결선 65"/>
          <p:cNvCxnSpPr>
            <a:stCxn id="14" idx="3"/>
            <a:endCxn id="52" idx="1"/>
          </p:cNvCxnSpPr>
          <p:nvPr/>
        </p:nvCxnSpPr>
        <p:spPr>
          <a:xfrm>
            <a:off x="8676773" y="5217145"/>
            <a:ext cx="123144" cy="211097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67" name="타원 66"/>
          <p:cNvSpPr/>
          <p:nvPr/>
        </p:nvSpPr>
        <p:spPr>
          <a:xfrm>
            <a:off x="1227595" y="2058264"/>
            <a:ext cx="2147685" cy="1269577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 smtClean="0">
                <a:solidFill>
                  <a:schemeClr val="tx1"/>
                </a:solidFill>
              </a:rPr>
              <a:t>운영환경</a:t>
            </a:r>
            <a:endParaRPr lang="en-US" altLang="ko-KR" sz="1400" dirty="0" smtClean="0">
              <a:solidFill>
                <a:schemeClr val="tx1"/>
              </a:solidFill>
            </a:endParaRPr>
          </a:p>
          <a:p>
            <a:pPr algn="ctr"/>
            <a:r>
              <a:rPr lang="en-US" altLang="ko-KR" sz="1400" dirty="0" smtClean="0">
                <a:solidFill>
                  <a:schemeClr val="tx1"/>
                </a:solidFill>
              </a:rPr>
              <a:t>(</a:t>
            </a:r>
            <a:r>
              <a:rPr lang="ko-KR" altLang="en-US" sz="1400" dirty="0" smtClean="0">
                <a:solidFill>
                  <a:schemeClr val="tx1"/>
                </a:solidFill>
              </a:rPr>
              <a:t>테스트</a:t>
            </a:r>
            <a:r>
              <a:rPr lang="en-US" altLang="ko-KR" sz="1400" dirty="0" smtClean="0">
                <a:solidFill>
                  <a:schemeClr val="tx1"/>
                </a:solidFill>
              </a:rPr>
              <a:t>)</a:t>
            </a:r>
            <a:endParaRPr lang="ko-KR" altLang="en-US" sz="140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59749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en-US" altLang="ko-KR" dirty="0" smtClean="0"/>
              <a:t>. </a:t>
            </a:r>
            <a:r>
              <a:rPr lang="ko-KR" altLang="en-US" dirty="0" smtClean="0"/>
              <a:t>운영 </a:t>
            </a:r>
            <a:r>
              <a:rPr lang="ko-KR" altLang="en-US" dirty="0" smtClean="0"/>
              <a:t>하드웨어 사양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R" altLang="en-US" dirty="0"/>
          </a:p>
        </p:txBody>
      </p:sp>
      <p:graphicFrame>
        <p:nvGraphicFramePr>
          <p:cNvPr id="5" name="Group 1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9489659"/>
              </p:ext>
            </p:extLst>
          </p:nvPr>
        </p:nvGraphicFramePr>
        <p:xfrm>
          <a:off x="479954" y="1565025"/>
          <a:ext cx="8961322" cy="4826985"/>
        </p:xfrm>
        <a:graphic>
          <a:graphicData uri="http://schemas.openxmlformats.org/drawingml/2006/table">
            <a:tbl>
              <a:tblPr/>
              <a:tblGrid>
                <a:gridCol w="11906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1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65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65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222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293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200" b="1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시스템명</a:t>
                      </a:r>
                    </a:p>
                  </a:txBody>
                  <a:tcPr marL="54000" marR="5400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업무</a:t>
                      </a:r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기종</a:t>
                      </a:r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200" b="1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HW </a:t>
                      </a:r>
                      <a:r>
                        <a:rPr kumimoji="1" lang="ko-KR" altLang="en-US" sz="1200" b="1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사양</a:t>
                      </a:r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대수</a:t>
                      </a:r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비고</a:t>
                      </a:r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944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MES DB/APP 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서버</a:t>
                      </a:r>
                      <a:endParaRPr lang="en-US" altLang="ko-KR" sz="1000" b="1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운영용</a:t>
                      </a: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MES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DB/APP</a:t>
                      </a:r>
                      <a:endParaRPr lang="ko-KR" altLang="en-US" sz="10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281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Touch PC</a:t>
                      </a:r>
                    </a:p>
                  </a:txBody>
                  <a:tcPr marL="54000" marR="5400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DAS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운영 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용</a:t>
                      </a:r>
                      <a:endParaRPr lang="en-US" altLang="ko-KR" sz="10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293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무선스케너</a:t>
                      </a:r>
                      <a:endParaRPr lang="en-US" altLang="ko-KR" sz="1000" b="1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DAS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운영 </a:t>
                      </a: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용</a:t>
                      </a:r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293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라벨프린터</a:t>
                      </a:r>
                      <a:endParaRPr lang="en-US" altLang="ko-KR" sz="1000" b="1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MES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운영 </a:t>
                      </a: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용</a:t>
                      </a:r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293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라벨분리기</a:t>
                      </a:r>
                      <a:endParaRPr lang="en-US" altLang="ko-KR" sz="1000" b="1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DAS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운영 </a:t>
                      </a: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용</a:t>
                      </a:r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961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Touch PC</a:t>
                      </a:r>
                    </a:p>
                  </a:txBody>
                  <a:tcPr marL="54000" marR="5400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HMI </a:t>
                      </a: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운영 </a:t>
                      </a: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용</a:t>
                      </a:r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293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PLC</a:t>
                      </a:r>
                    </a:p>
                  </a:txBody>
                  <a:tcPr marL="54000" marR="5400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HMI </a:t>
                      </a: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운영 </a:t>
                      </a: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용</a:t>
                      </a:r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521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PDA</a:t>
                      </a:r>
                    </a:p>
                  </a:txBody>
                  <a:tcPr marL="54000" marR="5400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가류수리실</a:t>
                      </a: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출하실</a:t>
                      </a:r>
                      <a:endParaRPr lang="en-US" altLang="ko-KR" sz="10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521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노트북</a:t>
                      </a:r>
                      <a:endParaRPr lang="en-US" altLang="ko-KR" sz="1000" b="1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MES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/ FMB </a:t>
                      </a:r>
                      <a:r>
                        <a:rPr lang="ko-KR" altLang="en-US" sz="1000" b="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운영용</a:t>
                      </a:r>
                      <a:endParaRPr lang="en-US" altLang="ko-KR" sz="10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54041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r>
              <a:rPr lang="en-US" altLang="ko-KR" dirty="0" smtClean="0"/>
              <a:t>. </a:t>
            </a:r>
            <a:r>
              <a:rPr lang="ko-KR" altLang="en-US" dirty="0" smtClean="0"/>
              <a:t>운영 </a:t>
            </a:r>
            <a:r>
              <a:rPr lang="ko-KR" altLang="en-US" dirty="0" smtClean="0"/>
              <a:t>소프트웨어 </a:t>
            </a:r>
            <a:r>
              <a:rPr lang="ko-KR" altLang="en-US" dirty="0" err="1" smtClean="0"/>
              <a:t>아키텍쳐</a:t>
            </a:r>
            <a:r>
              <a:rPr lang="ko-KR" altLang="en-US" dirty="0" smtClean="0"/>
              <a:t> 정의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Line 3"/>
          <p:cNvSpPr>
            <a:spLocks noChangeShapeType="1"/>
          </p:cNvSpPr>
          <p:nvPr/>
        </p:nvSpPr>
        <p:spPr bwMode="auto">
          <a:xfrm>
            <a:off x="657136" y="5161715"/>
            <a:ext cx="6399213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endParaRPr lang="ko-KR" altLang="en-US" b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Line 4"/>
          <p:cNvSpPr>
            <a:spLocks noChangeShapeType="1"/>
          </p:cNvSpPr>
          <p:nvPr/>
        </p:nvSpPr>
        <p:spPr bwMode="auto">
          <a:xfrm>
            <a:off x="657136" y="3167815"/>
            <a:ext cx="6399213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endParaRPr lang="ko-KR" altLang="en-US" b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657136" y="1885115"/>
            <a:ext cx="681277" cy="1661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pPr algn="l" eaLnBrk="0" latinLnBrk="0" hangingPunct="0">
              <a:lnSpc>
                <a:spcPct val="90000"/>
              </a:lnSpc>
            </a:pPr>
            <a:r>
              <a:rPr kumimoji="0" lang="en-US" altLang="ko-KR" sz="1200">
                <a:solidFill>
                  <a:srgbClr val="42498A"/>
                </a:solidFill>
                <a:latin typeface="Arial" pitchFamily="34" charset="0"/>
                <a:cs typeface="Arial" pitchFamily="34" charset="0"/>
              </a:rPr>
              <a:t>Database</a:t>
            </a:r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661899" y="3459915"/>
            <a:ext cx="1065212" cy="332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algn="l" eaLnBrk="0" latinLnBrk="0" hangingPunct="0">
              <a:lnSpc>
                <a:spcPct val="90000"/>
              </a:lnSpc>
            </a:pPr>
            <a:r>
              <a:rPr kumimoji="0" lang="en-US" altLang="ko-KR" sz="1200">
                <a:solidFill>
                  <a:srgbClr val="42498A"/>
                </a:solidFill>
                <a:latin typeface="Arial" pitchFamily="34" charset="0"/>
                <a:cs typeface="Arial" pitchFamily="34" charset="0"/>
              </a:rPr>
              <a:t>Business Logic</a:t>
            </a: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668249" y="5487153"/>
            <a:ext cx="1169987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l" eaLnBrk="0" latinLnBrk="0" hangingPunct="0">
              <a:lnSpc>
                <a:spcPct val="90000"/>
              </a:lnSpc>
            </a:pPr>
            <a:r>
              <a:rPr kumimoji="0" lang="en-US" altLang="ko-KR" sz="1200">
                <a:solidFill>
                  <a:srgbClr val="42498A"/>
                </a:solidFill>
                <a:latin typeface="Arial" pitchFamily="34" charset="0"/>
                <a:cs typeface="Arial" pitchFamily="34" charset="0"/>
              </a:rPr>
              <a:t>User Interface</a:t>
            </a:r>
          </a:p>
        </p:txBody>
      </p:sp>
      <p:sp>
        <p:nvSpPr>
          <p:cNvPr id="10" name="AutoShape 8"/>
          <p:cNvSpPr>
            <a:spLocks noChangeArrowheads="1"/>
          </p:cNvSpPr>
          <p:nvPr/>
        </p:nvSpPr>
        <p:spPr bwMode="auto">
          <a:xfrm>
            <a:off x="3905161" y="1669215"/>
            <a:ext cx="757238" cy="568325"/>
          </a:xfrm>
          <a:prstGeom prst="can">
            <a:avLst>
              <a:gd name="adj" fmla="val 21542"/>
            </a:avLst>
          </a:prstGeom>
          <a:solidFill>
            <a:schemeClr val="accent5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lnSpc>
                <a:spcPct val="100000"/>
              </a:lnSpc>
            </a:pPr>
            <a:r>
              <a:rPr kumimoji="0" lang="en-US" altLang="ko-KR" sz="1200" b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MES</a:t>
            </a:r>
          </a:p>
          <a:p>
            <a:pPr algn="ctr" eaLnBrk="0" latinLnBrk="0" hangingPunct="0">
              <a:lnSpc>
                <a:spcPct val="100000"/>
              </a:lnSpc>
            </a:pPr>
            <a:r>
              <a:rPr kumimoji="0" lang="en-US" altLang="ko-KR" sz="1200" b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DB</a:t>
            </a:r>
            <a:endParaRPr lang="en-US" altLang="ko-KR" sz="2400" b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Rectangle 9"/>
          <p:cNvSpPr>
            <a:spLocks noChangeArrowheads="1"/>
          </p:cNvSpPr>
          <p:nvPr/>
        </p:nvSpPr>
        <p:spPr bwMode="auto">
          <a:xfrm>
            <a:off x="1889036" y="2459790"/>
            <a:ext cx="4995863" cy="30321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 eaLnBrk="0" latinLnBrk="0" hangingPunct="0">
              <a:lnSpc>
                <a:spcPct val="100000"/>
              </a:lnSpc>
              <a:defRPr/>
            </a:pPr>
            <a:r>
              <a:rPr kumimoji="0" lang="en-US" altLang="ko-KR" sz="1200" b="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Oracle (11g)</a:t>
            </a:r>
            <a:endParaRPr kumimoji="0" lang="en-US" altLang="ko-KR" sz="1200" b="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3609961" y="5007728"/>
            <a:ext cx="3270250" cy="266700"/>
          </a:xfrm>
          <a:prstGeom prst="rect">
            <a:avLst/>
          </a:prstGeom>
          <a:gradFill rotWithShape="0">
            <a:gsLst>
              <a:gs pos="0">
                <a:srgbClr val="82B2D2"/>
              </a:gs>
              <a:gs pos="50000">
                <a:srgbClr val="82B2D2">
                  <a:gamma/>
                  <a:tint val="42353"/>
                  <a:invGamma/>
                </a:srgbClr>
              </a:gs>
              <a:gs pos="100000">
                <a:srgbClr val="82B2D2"/>
              </a:gs>
            </a:gsLst>
            <a:lin ang="27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 eaLnBrk="0" latinLnBrk="0" hangingPunct="0">
              <a:lnSpc>
                <a:spcPct val="100000"/>
              </a:lnSpc>
              <a:defRPr/>
            </a:pPr>
            <a:r>
              <a:rPr kumimoji="0" lang="en-US" altLang="ko-KR" sz="1000" b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Middleware (Highway101)</a:t>
            </a:r>
          </a:p>
        </p:txBody>
      </p:sp>
      <p:sp>
        <p:nvSpPr>
          <p:cNvPr id="13" name="Rectangle 11"/>
          <p:cNvSpPr>
            <a:spLocks noChangeArrowheads="1"/>
          </p:cNvSpPr>
          <p:nvPr/>
        </p:nvSpPr>
        <p:spPr bwMode="auto">
          <a:xfrm>
            <a:off x="3622661" y="5449053"/>
            <a:ext cx="719138" cy="442912"/>
          </a:xfrm>
          <a:prstGeom prst="rect">
            <a:avLst/>
          </a:prstGeom>
          <a:gradFill rotWithShape="0">
            <a:gsLst>
              <a:gs pos="0">
                <a:srgbClr val="90D4D1"/>
              </a:gs>
              <a:gs pos="50000">
                <a:srgbClr val="90D4D1">
                  <a:gamma/>
                  <a:tint val="42353"/>
                  <a:invGamma/>
                </a:srgbClr>
              </a:gs>
              <a:gs pos="100000">
                <a:srgbClr val="90D4D1"/>
              </a:gs>
            </a:gsLst>
            <a:lin ang="27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lIns="0" tIns="0" rIns="0" bIns="0" anchor="ctr"/>
          <a:lstStyle/>
          <a:p>
            <a:pPr algn="ctr" eaLnBrk="0" latinLnBrk="0" hangingPunct="0">
              <a:lnSpc>
                <a:spcPct val="100000"/>
              </a:lnSpc>
              <a:defRPr/>
            </a:pPr>
            <a:r>
              <a:rPr kumimoji="0" lang="en-US" altLang="ko-KR" sz="1000" b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MES Client</a:t>
            </a:r>
          </a:p>
          <a:p>
            <a:pPr algn="ctr" eaLnBrk="0" latinLnBrk="0" hangingPunct="0">
              <a:lnSpc>
                <a:spcPct val="100000"/>
              </a:lnSpc>
              <a:defRPr/>
            </a:pPr>
            <a:r>
              <a:rPr kumimoji="0" lang="en-US" altLang="ko-KR" sz="1000" b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GUI</a:t>
            </a:r>
          </a:p>
        </p:txBody>
      </p:sp>
      <p:sp>
        <p:nvSpPr>
          <p:cNvPr id="14" name="Line 12"/>
          <p:cNvSpPr>
            <a:spLocks noChangeShapeType="1"/>
          </p:cNvSpPr>
          <p:nvPr/>
        </p:nvSpPr>
        <p:spPr bwMode="auto">
          <a:xfrm flipV="1">
            <a:off x="4843449" y="5260140"/>
            <a:ext cx="0" cy="1889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med"/>
            <a:tailEnd type="triangle" w="sm" len="med"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endParaRPr lang="ko-KR" altLang="en-US" b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Line 13"/>
          <p:cNvSpPr>
            <a:spLocks noChangeShapeType="1"/>
          </p:cNvSpPr>
          <p:nvPr/>
        </p:nvSpPr>
        <p:spPr bwMode="auto">
          <a:xfrm flipV="1">
            <a:off x="4294099" y="2237540"/>
            <a:ext cx="0" cy="2222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med"/>
            <a:tailEnd type="triangle" w="sm" len="med"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endParaRPr lang="ko-KR" altLang="en-US" b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6" name="Line 14"/>
          <p:cNvSpPr>
            <a:spLocks noChangeShapeType="1"/>
          </p:cNvSpPr>
          <p:nvPr/>
        </p:nvSpPr>
        <p:spPr bwMode="auto">
          <a:xfrm flipV="1">
            <a:off x="5294299" y="2769353"/>
            <a:ext cx="0" cy="2159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med"/>
            <a:tailEnd type="triangle" w="sm" len="med"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endParaRPr lang="ko-KR" altLang="en-US" b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7" name="Line 19"/>
          <p:cNvSpPr>
            <a:spLocks noChangeShapeType="1"/>
          </p:cNvSpPr>
          <p:nvPr/>
        </p:nvSpPr>
        <p:spPr bwMode="auto">
          <a:xfrm flipV="1">
            <a:off x="4386249" y="4829928"/>
            <a:ext cx="0" cy="190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med"/>
            <a:tailEnd type="triangle" w="sm" len="med"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endParaRPr lang="ko-KR" altLang="en-US" b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18" name="Picture 25" descr="npo00041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56124" y="5991978"/>
            <a:ext cx="428625" cy="4413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19" name="Rectangle 28"/>
          <p:cNvSpPr>
            <a:spLocks noChangeArrowheads="1"/>
          </p:cNvSpPr>
          <p:nvPr/>
        </p:nvSpPr>
        <p:spPr bwMode="auto">
          <a:xfrm>
            <a:off x="3627424" y="3491665"/>
            <a:ext cx="3214687" cy="1325563"/>
          </a:xfrm>
          <a:prstGeom prst="rect">
            <a:avLst/>
          </a:prstGeom>
          <a:gradFill rotWithShape="0">
            <a:gsLst>
              <a:gs pos="0">
                <a:srgbClr val="FFCCFF"/>
              </a:gs>
              <a:gs pos="50000">
                <a:srgbClr val="FFCCFF">
                  <a:gamma/>
                  <a:tint val="39216"/>
                  <a:invGamma/>
                </a:srgbClr>
              </a:gs>
              <a:gs pos="100000">
                <a:srgbClr val="FFCCFF"/>
              </a:gs>
            </a:gsLst>
            <a:lin ang="27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 eaLnBrk="0" latinLnBrk="0" hangingPunct="0">
              <a:lnSpc>
                <a:spcPct val="100000"/>
              </a:lnSpc>
              <a:defRPr/>
            </a:pPr>
            <a:endParaRPr kumimoji="0" lang="ko-KR" altLang="ko-KR" sz="1200" b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Text Box 29"/>
          <p:cNvSpPr txBox="1">
            <a:spLocks noChangeArrowheads="1"/>
          </p:cNvSpPr>
          <p:nvPr/>
        </p:nvSpPr>
        <p:spPr bwMode="auto">
          <a:xfrm>
            <a:off x="4800586" y="3520240"/>
            <a:ext cx="98584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pPr algn="ctr" eaLnBrk="0" latinLnBrk="0" hangingPunct="0">
              <a:lnSpc>
                <a:spcPct val="100000"/>
              </a:lnSpc>
            </a:pPr>
            <a:r>
              <a:rPr kumimoji="0" lang="en-US" altLang="ko-KR" sz="1000" b="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MES App. Server</a:t>
            </a:r>
          </a:p>
          <a:p>
            <a:pPr algn="ctr" eaLnBrk="0" latinLnBrk="0" hangingPunct="0">
              <a:lnSpc>
                <a:spcPct val="100000"/>
              </a:lnSpc>
            </a:pPr>
            <a:r>
              <a:rPr kumimoji="0" lang="en-US" altLang="ko-KR" sz="1000" b="0" u="sng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(ANSI-C)</a:t>
            </a:r>
            <a:endParaRPr kumimoji="0" lang="en-US" altLang="ko-KR" sz="1000" b="0" u="sng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1" name="AutoShape 30"/>
          <p:cNvSpPr>
            <a:spLocks noChangeArrowheads="1"/>
          </p:cNvSpPr>
          <p:nvPr/>
        </p:nvSpPr>
        <p:spPr bwMode="auto">
          <a:xfrm>
            <a:off x="3709974" y="4318753"/>
            <a:ext cx="3035300" cy="433387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lIns="0" tIns="0" rIns="0" bIns="0" anchor="ctr"/>
          <a:lstStyle/>
          <a:p>
            <a:pPr algn="ctr" latinLnBrk="0">
              <a:lnSpc>
                <a:spcPct val="100000"/>
              </a:lnSpc>
              <a:defRPr/>
            </a:pPr>
            <a:r>
              <a:rPr kumimoji="0" lang="en-US" altLang="ko-KR" sz="1000" b="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H101 Framework</a:t>
            </a:r>
          </a:p>
          <a:p>
            <a:pPr algn="ctr" latinLnBrk="0">
              <a:lnSpc>
                <a:spcPct val="100000"/>
              </a:lnSpc>
              <a:defRPr/>
            </a:pPr>
            <a:r>
              <a:rPr kumimoji="0" lang="en-US" altLang="ko-KR" sz="1000" b="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(Support Flexible Module Plug In)</a:t>
            </a:r>
          </a:p>
        </p:txBody>
      </p:sp>
      <p:sp>
        <p:nvSpPr>
          <p:cNvPr id="22" name="AutoShape 31"/>
          <p:cNvSpPr>
            <a:spLocks noChangeArrowheads="1"/>
          </p:cNvSpPr>
          <p:nvPr/>
        </p:nvSpPr>
        <p:spPr bwMode="auto">
          <a:xfrm>
            <a:off x="3725849" y="4031415"/>
            <a:ext cx="323850" cy="396875"/>
          </a:xfrm>
          <a:prstGeom prst="downArrowCallout">
            <a:avLst>
              <a:gd name="adj1" fmla="val 25000"/>
              <a:gd name="adj2" fmla="val 25000"/>
              <a:gd name="adj3" fmla="val 20425"/>
              <a:gd name="adj4" fmla="val 6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en-US" altLang="ko-KR" sz="800" b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WIP</a:t>
            </a:r>
          </a:p>
        </p:txBody>
      </p:sp>
      <p:sp>
        <p:nvSpPr>
          <p:cNvPr id="23" name="AutoShape 32"/>
          <p:cNvSpPr>
            <a:spLocks noChangeArrowheads="1"/>
          </p:cNvSpPr>
          <p:nvPr/>
        </p:nvSpPr>
        <p:spPr bwMode="auto">
          <a:xfrm>
            <a:off x="4802174" y="4031415"/>
            <a:ext cx="323850" cy="396875"/>
          </a:xfrm>
          <a:prstGeom prst="downArrowCallout">
            <a:avLst>
              <a:gd name="adj1" fmla="val 25000"/>
              <a:gd name="adj2" fmla="val 25000"/>
              <a:gd name="adj3" fmla="val 20425"/>
              <a:gd name="adj4" fmla="val 6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en-US" altLang="ko-KR" sz="800" b="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EDC</a:t>
            </a:r>
            <a:endParaRPr lang="en-US" altLang="ko-KR" sz="800" b="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4" name="AutoShape 33"/>
          <p:cNvSpPr>
            <a:spLocks noChangeArrowheads="1"/>
          </p:cNvSpPr>
          <p:nvPr/>
        </p:nvSpPr>
        <p:spPr bwMode="auto">
          <a:xfrm>
            <a:off x="5160949" y="4031415"/>
            <a:ext cx="322262" cy="396875"/>
          </a:xfrm>
          <a:prstGeom prst="downArrowCallout">
            <a:avLst>
              <a:gd name="adj1" fmla="val 25000"/>
              <a:gd name="adj2" fmla="val 25000"/>
              <a:gd name="adj3" fmla="val 20525"/>
              <a:gd name="adj4" fmla="val 6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en-US" altLang="ko-KR" sz="800" dirty="0" smtClean="0">
                <a:latin typeface="Arial" pitchFamily="34" charset="0"/>
                <a:cs typeface="Arial" pitchFamily="34" charset="0"/>
              </a:rPr>
              <a:t>GCM</a:t>
            </a:r>
            <a:endParaRPr lang="en-US" altLang="ko-KR" sz="800" b="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5" name="AutoShape 34"/>
          <p:cNvSpPr>
            <a:spLocks noChangeArrowheads="1"/>
          </p:cNvSpPr>
          <p:nvPr/>
        </p:nvSpPr>
        <p:spPr bwMode="auto">
          <a:xfrm>
            <a:off x="6242036" y="3786940"/>
            <a:ext cx="492051" cy="396875"/>
          </a:xfrm>
          <a:prstGeom prst="downArrowCallout">
            <a:avLst>
              <a:gd name="adj1" fmla="val 29500"/>
              <a:gd name="adj2" fmla="val 29500"/>
              <a:gd name="adj3" fmla="val 16667"/>
              <a:gd name="adj4" fmla="val 6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en-US" altLang="ko-KR" sz="800" dirty="0" smtClean="0">
                <a:latin typeface="Arial" pitchFamily="34" charset="0"/>
                <a:cs typeface="Arial" pitchFamily="34" charset="0"/>
              </a:rPr>
              <a:t>Customized</a:t>
            </a:r>
            <a:endParaRPr lang="en-US" altLang="ko-KR" sz="800" b="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6" name="Rectangle 35"/>
          <p:cNvSpPr>
            <a:spLocks noChangeArrowheads="1"/>
          </p:cNvSpPr>
          <p:nvPr/>
        </p:nvSpPr>
        <p:spPr bwMode="auto">
          <a:xfrm>
            <a:off x="3605199" y="2966203"/>
            <a:ext cx="3263900" cy="346075"/>
          </a:xfrm>
          <a:prstGeom prst="rect">
            <a:avLst/>
          </a:prstGeom>
          <a:gradFill rotWithShape="0">
            <a:gsLst>
              <a:gs pos="0">
                <a:srgbClr val="82B2D2"/>
              </a:gs>
              <a:gs pos="50000">
                <a:srgbClr val="82B2D2">
                  <a:gamma/>
                  <a:tint val="42353"/>
                  <a:invGamma/>
                </a:srgbClr>
              </a:gs>
              <a:gs pos="100000">
                <a:srgbClr val="82B2D2"/>
              </a:gs>
            </a:gsLst>
            <a:lin ang="27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lIns="0" tIns="0" rIns="0" bIns="0" anchor="ctr"/>
          <a:lstStyle/>
          <a:p>
            <a:pPr algn="ctr" eaLnBrk="0" latinLnBrk="0" hangingPunct="0">
              <a:lnSpc>
                <a:spcPct val="100000"/>
              </a:lnSpc>
              <a:defRPr/>
            </a:pPr>
            <a:r>
              <a:rPr kumimoji="0" lang="en-US" altLang="ko-KR" sz="1000" b="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Oracle </a:t>
            </a:r>
            <a:r>
              <a:rPr kumimoji="0" lang="en-US" altLang="ko-KR" sz="1000" b="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SQL*Net (ProC)</a:t>
            </a:r>
            <a:endParaRPr kumimoji="0" lang="en-US" altLang="ko-KR" sz="1000" b="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7" name="Line 37"/>
          <p:cNvSpPr>
            <a:spLocks noChangeShapeType="1"/>
          </p:cNvSpPr>
          <p:nvPr/>
        </p:nvSpPr>
        <p:spPr bwMode="auto">
          <a:xfrm flipV="1">
            <a:off x="5294299" y="3310690"/>
            <a:ext cx="0" cy="190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med"/>
            <a:tailEnd type="triangle" w="sm" len="med"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endParaRPr lang="ko-KR" altLang="en-US" b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8" name="Line 38"/>
          <p:cNvSpPr>
            <a:spLocks noChangeShapeType="1"/>
          </p:cNvSpPr>
          <p:nvPr/>
        </p:nvSpPr>
        <p:spPr bwMode="auto">
          <a:xfrm flipV="1">
            <a:off x="6088049" y="4829928"/>
            <a:ext cx="0" cy="190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med"/>
            <a:tailEnd type="triangle" w="sm" len="med"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endParaRPr lang="ko-KR" altLang="en-US" b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9" name="Rectangle 43"/>
          <p:cNvSpPr>
            <a:spLocks noChangeArrowheads="1"/>
          </p:cNvSpPr>
          <p:nvPr/>
        </p:nvSpPr>
        <p:spPr bwMode="auto">
          <a:xfrm>
            <a:off x="4465624" y="5449053"/>
            <a:ext cx="719137" cy="442912"/>
          </a:xfrm>
          <a:prstGeom prst="rect">
            <a:avLst/>
          </a:prstGeom>
          <a:gradFill rotWithShape="0">
            <a:gsLst>
              <a:gs pos="0">
                <a:srgbClr val="90D4D1"/>
              </a:gs>
              <a:gs pos="50000">
                <a:srgbClr val="90D4D1">
                  <a:gamma/>
                  <a:tint val="42353"/>
                  <a:invGamma/>
                </a:srgbClr>
              </a:gs>
              <a:gs pos="100000">
                <a:srgbClr val="90D4D1"/>
              </a:gs>
            </a:gsLst>
            <a:lin ang="27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lIns="0" tIns="0" rIns="0" bIns="0" anchor="ctr"/>
          <a:lstStyle/>
          <a:p>
            <a:pPr algn="ctr" eaLnBrk="0" latinLnBrk="0" hangingPunct="0">
              <a:lnSpc>
                <a:spcPct val="100000"/>
              </a:lnSpc>
              <a:defRPr/>
            </a:pPr>
            <a:r>
              <a:rPr kumimoji="0" lang="en-US" altLang="ko-KR" sz="1000" b="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DAS/HMI</a:t>
            </a:r>
          </a:p>
          <a:p>
            <a:pPr algn="ctr" eaLnBrk="0" latinLnBrk="0" hangingPunct="0">
              <a:lnSpc>
                <a:spcPct val="100000"/>
              </a:lnSpc>
              <a:defRPr/>
            </a:pPr>
            <a:r>
              <a:rPr kumimoji="0" lang="en-US" altLang="ko-KR" sz="1000" b="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GUI</a:t>
            </a:r>
            <a:endParaRPr kumimoji="0" lang="en-US" altLang="ko-KR" sz="1000" b="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0" name="Rectangle 44"/>
          <p:cNvSpPr>
            <a:spLocks noChangeArrowheads="1"/>
          </p:cNvSpPr>
          <p:nvPr/>
        </p:nvSpPr>
        <p:spPr bwMode="auto">
          <a:xfrm>
            <a:off x="5319699" y="5449053"/>
            <a:ext cx="719137" cy="442912"/>
          </a:xfrm>
          <a:prstGeom prst="rect">
            <a:avLst/>
          </a:prstGeom>
          <a:gradFill rotWithShape="0">
            <a:gsLst>
              <a:gs pos="0">
                <a:srgbClr val="90D4D1"/>
              </a:gs>
              <a:gs pos="50000">
                <a:srgbClr val="90D4D1">
                  <a:gamma/>
                  <a:tint val="42353"/>
                  <a:invGamma/>
                </a:srgbClr>
              </a:gs>
              <a:gs pos="100000">
                <a:srgbClr val="90D4D1"/>
              </a:gs>
            </a:gsLst>
            <a:lin ang="27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lIns="0" tIns="0" rIns="0" bIns="0" anchor="ctr"/>
          <a:lstStyle/>
          <a:p>
            <a:pPr algn="ctr" eaLnBrk="0" latinLnBrk="0" hangingPunct="0">
              <a:lnSpc>
                <a:spcPct val="100000"/>
              </a:lnSpc>
              <a:defRPr/>
            </a:pPr>
            <a:r>
              <a:rPr kumimoji="0" lang="en-US" altLang="ko-KR" sz="1000" b="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PDA</a:t>
            </a:r>
          </a:p>
          <a:p>
            <a:pPr algn="ctr" eaLnBrk="0" latinLnBrk="0" hangingPunct="0">
              <a:lnSpc>
                <a:spcPct val="100000"/>
              </a:lnSpc>
              <a:defRPr/>
            </a:pP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GUI</a:t>
            </a:r>
            <a:endParaRPr kumimoji="0" lang="en-US" altLang="ko-KR" sz="1000" b="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1" name="Line 45"/>
          <p:cNvSpPr>
            <a:spLocks noChangeShapeType="1"/>
          </p:cNvSpPr>
          <p:nvPr/>
        </p:nvSpPr>
        <p:spPr bwMode="auto">
          <a:xfrm flipV="1">
            <a:off x="4005249" y="5269665"/>
            <a:ext cx="0" cy="1889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med"/>
            <a:tailEnd type="triangle" w="sm" len="med"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endParaRPr lang="ko-KR" altLang="en-US" b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2" name="Line 46"/>
          <p:cNvSpPr>
            <a:spLocks noChangeShapeType="1"/>
          </p:cNvSpPr>
          <p:nvPr/>
        </p:nvSpPr>
        <p:spPr bwMode="auto">
          <a:xfrm flipV="1">
            <a:off x="5676886" y="5269665"/>
            <a:ext cx="0" cy="1889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med"/>
            <a:tailEnd type="triangle" w="sm" len="med"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endParaRPr lang="ko-KR" altLang="en-US" b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33" name="Picture 61" descr="npo00041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39778" y="5991978"/>
            <a:ext cx="428625" cy="4413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34" name="Rectangle 49"/>
          <p:cNvSpPr>
            <a:spLocks noChangeArrowheads="1"/>
          </p:cNvSpPr>
          <p:nvPr/>
        </p:nvSpPr>
        <p:spPr bwMode="auto">
          <a:xfrm>
            <a:off x="6161074" y="5449053"/>
            <a:ext cx="720725" cy="442912"/>
          </a:xfrm>
          <a:prstGeom prst="rect">
            <a:avLst/>
          </a:prstGeom>
          <a:gradFill rotWithShape="0">
            <a:gsLst>
              <a:gs pos="0">
                <a:srgbClr val="90D4D1"/>
              </a:gs>
              <a:gs pos="50000">
                <a:srgbClr val="90D4D1">
                  <a:gamma/>
                  <a:tint val="42353"/>
                  <a:invGamma/>
                </a:srgbClr>
              </a:gs>
              <a:gs pos="100000">
                <a:srgbClr val="90D4D1"/>
              </a:gs>
            </a:gsLst>
            <a:lin ang="27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lIns="0" tIns="0" rIns="0" bIns="0" anchor="ctr"/>
          <a:lstStyle/>
          <a:p>
            <a:pPr algn="ctr" eaLnBrk="0" latinLnBrk="0" hangingPunct="0">
              <a:lnSpc>
                <a:spcPct val="100000"/>
              </a:lnSpc>
              <a:defRPr/>
            </a:pPr>
            <a:r>
              <a:rPr kumimoji="0" lang="en-US" altLang="ko-KR" sz="1000" b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Admin Client GUI</a:t>
            </a:r>
          </a:p>
        </p:txBody>
      </p:sp>
      <p:pic>
        <p:nvPicPr>
          <p:cNvPr id="35" name="Picture 64" descr="npo00041b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84911" y="5991978"/>
            <a:ext cx="427038" cy="4413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36" name="Line 51"/>
          <p:cNvSpPr>
            <a:spLocks noChangeShapeType="1"/>
          </p:cNvSpPr>
          <p:nvPr/>
        </p:nvSpPr>
        <p:spPr bwMode="auto">
          <a:xfrm flipV="1">
            <a:off x="6521436" y="5269665"/>
            <a:ext cx="0" cy="1889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med"/>
            <a:tailEnd type="triangle" w="sm" len="med"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endParaRPr lang="ko-KR" altLang="en-US" b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7" name="Rectangle 52"/>
          <p:cNvSpPr>
            <a:spLocks noChangeArrowheads="1"/>
          </p:cNvSpPr>
          <p:nvPr/>
        </p:nvSpPr>
        <p:spPr bwMode="auto">
          <a:xfrm>
            <a:off x="7597444" y="2678865"/>
            <a:ext cx="969963" cy="2873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0" latinLnBrk="0" hangingPunct="0">
              <a:lnSpc>
                <a:spcPct val="100000"/>
              </a:lnSpc>
              <a:defRPr/>
            </a:pPr>
            <a:endParaRPr kumimoji="0" lang="ko-KR" altLang="ko-KR" sz="1200" b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8" name="Rectangle 53"/>
          <p:cNvSpPr>
            <a:spLocks noChangeArrowheads="1"/>
          </p:cNvSpPr>
          <p:nvPr/>
        </p:nvSpPr>
        <p:spPr bwMode="auto">
          <a:xfrm>
            <a:off x="7332332" y="3542465"/>
            <a:ext cx="609600" cy="576263"/>
          </a:xfrm>
          <a:prstGeom prst="rect">
            <a:avLst/>
          </a:prstGeom>
          <a:gradFill rotWithShape="0">
            <a:gsLst>
              <a:gs pos="0">
                <a:srgbClr val="FFCCFF"/>
              </a:gs>
              <a:gs pos="50000">
                <a:srgbClr val="FFEBFF"/>
              </a:gs>
              <a:gs pos="100000">
                <a:srgbClr val="FFCCFF"/>
              </a:gs>
            </a:gsLst>
            <a:lin ang="27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latinLnBrk="0" hangingPunct="0">
              <a:lnSpc>
                <a:spcPct val="100000"/>
              </a:lnSpc>
            </a:pPr>
            <a:r>
              <a:rPr kumimoji="0" lang="en-US" altLang="ko-KR" sz="1000" b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ERP</a:t>
            </a:r>
          </a:p>
          <a:p>
            <a:pPr algn="ctr" eaLnBrk="0" latinLnBrk="0" hangingPunct="0">
              <a:lnSpc>
                <a:spcPct val="100000"/>
              </a:lnSpc>
            </a:pPr>
            <a:r>
              <a:rPr kumimoji="0" lang="en-US" altLang="ko-KR" sz="1000" b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Interface</a:t>
            </a:r>
          </a:p>
          <a:p>
            <a:pPr algn="ctr" eaLnBrk="0" latinLnBrk="0" hangingPunct="0">
              <a:lnSpc>
                <a:spcPct val="100000"/>
              </a:lnSpc>
            </a:pPr>
            <a:r>
              <a:rPr kumimoji="0" lang="en-US" altLang="ko-KR" sz="1000" b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Module</a:t>
            </a:r>
          </a:p>
        </p:txBody>
      </p:sp>
      <p:sp>
        <p:nvSpPr>
          <p:cNvPr id="39" name="Rectangle 54"/>
          <p:cNvSpPr>
            <a:spLocks noChangeArrowheads="1"/>
          </p:cNvSpPr>
          <p:nvPr/>
        </p:nvSpPr>
        <p:spPr bwMode="auto">
          <a:xfrm>
            <a:off x="7941932" y="3542465"/>
            <a:ext cx="476250" cy="153988"/>
          </a:xfrm>
          <a:prstGeom prst="rect">
            <a:avLst/>
          </a:prstGeom>
          <a:gradFill rotWithShape="0">
            <a:gsLst>
              <a:gs pos="0">
                <a:srgbClr val="FFCCFF"/>
              </a:gs>
              <a:gs pos="50000">
                <a:srgbClr val="FFEBFF"/>
              </a:gs>
              <a:gs pos="100000">
                <a:srgbClr val="FFCCFF"/>
              </a:gs>
            </a:gsLst>
            <a:lin ang="27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latinLnBrk="0" hangingPunct="0">
              <a:lnSpc>
                <a:spcPct val="100000"/>
              </a:lnSpc>
            </a:pPr>
            <a:r>
              <a:rPr kumimoji="0" lang="en-US" altLang="ko-KR" sz="900" b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Order</a:t>
            </a:r>
          </a:p>
        </p:txBody>
      </p:sp>
      <p:sp>
        <p:nvSpPr>
          <p:cNvPr id="40" name="Rectangle 55"/>
          <p:cNvSpPr>
            <a:spLocks noChangeArrowheads="1"/>
          </p:cNvSpPr>
          <p:nvPr/>
        </p:nvSpPr>
        <p:spPr bwMode="auto">
          <a:xfrm>
            <a:off x="7941932" y="3686928"/>
            <a:ext cx="476250" cy="152400"/>
          </a:xfrm>
          <a:prstGeom prst="rect">
            <a:avLst/>
          </a:prstGeom>
          <a:gradFill rotWithShape="0">
            <a:gsLst>
              <a:gs pos="0">
                <a:srgbClr val="FFCCFF"/>
              </a:gs>
              <a:gs pos="50000">
                <a:srgbClr val="FFEBFF"/>
              </a:gs>
              <a:gs pos="100000">
                <a:srgbClr val="FFCCFF"/>
              </a:gs>
            </a:gsLst>
            <a:lin ang="27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latinLnBrk="0" hangingPunct="0">
              <a:lnSpc>
                <a:spcPct val="100000"/>
              </a:lnSpc>
            </a:pPr>
            <a:r>
              <a:rPr kumimoji="0" lang="en-US" altLang="ko-KR" sz="900" b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BOM</a:t>
            </a:r>
          </a:p>
        </p:txBody>
      </p:sp>
      <p:sp>
        <p:nvSpPr>
          <p:cNvPr id="41" name="Rectangle 56"/>
          <p:cNvSpPr>
            <a:spLocks noChangeArrowheads="1"/>
          </p:cNvSpPr>
          <p:nvPr/>
        </p:nvSpPr>
        <p:spPr bwMode="auto">
          <a:xfrm>
            <a:off x="7941932" y="3831390"/>
            <a:ext cx="476250" cy="152400"/>
          </a:xfrm>
          <a:prstGeom prst="rect">
            <a:avLst/>
          </a:prstGeom>
          <a:gradFill rotWithShape="0">
            <a:gsLst>
              <a:gs pos="0">
                <a:srgbClr val="FFCCFF"/>
              </a:gs>
              <a:gs pos="50000">
                <a:srgbClr val="FFEBFF"/>
              </a:gs>
              <a:gs pos="100000">
                <a:srgbClr val="FFCCFF"/>
              </a:gs>
            </a:gsLst>
            <a:lin ang="27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latinLnBrk="0" hangingPunct="0">
              <a:lnSpc>
                <a:spcPct val="100000"/>
              </a:lnSpc>
            </a:pPr>
            <a:r>
              <a:rPr kumimoji="0" lang="en-US" altLang="ko-KR" sz="900" b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WIP</a:t>
            </a:r>
          </a:p>
        </p:txBody>
      </p:sp>
      <p:sp>
        <p:nvSpPr>
          <p:cNvPr id="42" name="Rectangle 57"/>
          <p:cNvSpPr>
            <a:spLocks noChangeArrowheads="1"/>
          </p:cNvSpPr>
          <p:nvPr/>
        </p:nvSpPr>
        <p:spPr bwMode="auto">
          <a:xfrm>
            <a:off x="7941932" y="3975853"/>
            <a:ext cx="476250" cy="142875"/>
          </a:xfrm>
          <a:prstGeom prst="rect">
            <a:avLst/>
          </a:prstGeom>
          <a:gradFill rotWithShape="0">
            <a:gsLst>
              <a:gs pos="0">
                <a:srgbClr val="FFCCFF"/>
              </a:gs>
              <a:gs pos="50000">
                <a:srgbClr val="FFEBFF"/>
              </a:gs>
              <a:gs pos="100000">
                <a:srgbClr val="FFCCFF"/>
              </a:gs>
            </a:gsLst>
            <a:lin ang="27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latinLnBrk="0" hangingPunct="0">
              <a:lnSpc>
                <a:spcPct val="100000"/>
              </a:lnSpc>
            </a:pPr>
            <a:r>
              <a:rPr kumimoji="0" lang="en-US" altLang="ko-KR" sz="900" b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RTC</a:t>
            </a:r>
          </a:p>
        </p:txBody>
      </p:sp>
      <p:sp>
        <p:nvSpPr>
          <p:cNvPr id="43" name="Rectangle 58"/>
          <p:cNvSpPr>
            <a:spLocks noChangeArrowheads="1"/>
          </p:cNvSpPr>
          <p:nvPr/>
        </p:nvSpPr>
        <p:spPr bwMode="auto">
          <a:xfrm>
            <a:off x="8418182" y="3542465"/>
            <a:ext cx="315912" cy="576263"/>
          </a:xfrm>
          <a:prstGeom prst="rect">
            <a:avLst/>
          </a:prstGeom>
          <a:gradFill rotWithShape="0">
            <a:gsLst>
              <a:gs pos="0">
                <a:srgbClr val="82B2D2"/>
              </a:gs>
              <a:gs pos="50000">
                <a:srgbClr val="D5E5F0"/>
              </a:gs>
              <a:gs pos="100000">
                <a:srgbClr val="82B2D2"/>
              </a:gs>
            </a:gsLst>
            <a:lin ang="27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lIns="0" tIns="0" rIns="0" bIns="0" anchor="ctr"/>
          <a:lstStyle/>
          <a:p>
            <a:pPr algn="ctr" eaLnBrk="0" latinLnBrk="0" hangingPunct="0">
              <a:lnSpc>
                <a:spcPct val="100000"/>
              </a:lnSpc>
            </a:pPr>
            <a:r>
              <a:rPr kumimoji="0" lang="en-US" altLang="ko-KR" sz="800" b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H101 ERP Bridge</a:t>
            </a:r>
            <a:endParaRPr kumimoji="0" lang="en-US" altLang="ko-KR" sz="1000" b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4" name="AutoShape 59"/>
          <p:cNvSpPr>
            <a:spLocks noChangeArrowheads="1"/>
          </p:cNvSpPr>
          <p:nvPr/>
        </p:nvSpPr>
        <p:spPr bwMode="auto">
          <a:xfrm>
            <a:off x="7692694" y="1893053"/>
            <a:ext cx="755650" cy="569912"/>
          </a:xfrm>
          <a:prstGeom prst="can">
            <a:avLst>
              <a:gd name="adj" fmla="val 21542"/>
            </a:avLst>
          </a:prstGeom>
          <a:solidFill>
            <a:schemeClr val="accent5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endParaRPr lang="ko-KR" altLang="en-US" b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5" name="Line 60"/>
          <p:cNvSpPr>
            <a:spLocks noChangeShapeType="1"/>
          </p:cNvSpPr>
          <p:nvPr/>
        </p:nvSpPr>
        <p:spPr bwMode="auto">
          <a:xfrm flipV="1">
            <a:off x="8086394" y="2469315"/>
            <a:ext cx="0" cy="2095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med"/>
            <a:tailEnd type="triangle" w="sm" len="med"/>
          </a:ln>
        </p:spPr>
        <p:txBody>
          <a:bodyPr/>
          <a:lstStyle/>
          <a:p>
            <a:pPr algn="ctr">
              <a:lnSpc>
                <a:spcPct val="100000"/>
              </a:lnSpc>
            </a:pPr>
            <a:endParaRPr lang="ko-KR" altLang="en-US" b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6" name="Text Box 61"/>
          <p:cNvSpPr txBox="1">
            <a:spLocks noChangeArrowheads="1"/>
          </p:cNvSpPr>
          <p:nvPr/>
        </p:nvSpPr>
        <p:spPr bwMode="auto">
          <a:xfrm>
            <a:off x="7902244" y="2686803"/>
            <a:ext cx="447559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latinLnBrk="0" hangingPunct="0">
              <a:lnSpc>
                <a:spcPct val="100000"/>
              </a:lnSpc>
            </a:pPr>
            <a:r>
              <a:rPr kumimoji="0" lang="en-US" altLang="ko-KR" sz="1000" b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ERP</a:t>
            </a:r>
          </a:p>
        </p:txBody>
      </p:sp>
      <p:sp>
        <p:nvSpPr>
          <p:cNvPr id="47" name="Line 62"/>
          <p:cNvSpPr>
            <a:spLocks noChangeShapeType="1"/>
          </p:cNvSpPr>
          <p:nvPr/>
        </p:nvSpPr>
        <p:spPr bwMode="auto">
          <a:xfrm flipH="1">
            <a:off x="8051469" y="4901365"/>
            <a:ext cx="0" cy="327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med"/>
          </a:ln>
        </p:spPr>
        <p:txBody>
          <a:bodyPr/>
          <a:lstStyle/>
          <a:p>
            <a:pPr algn="ctr">
              <a:lnSpc>
                <a:spcPct val="100000"/>
              </a:lnSpc>
            </a:pPr>
            <a:endParaRPr lang="ko-KR" altLang="en-US" b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8" name="Text Box 63"/>
          <p:cNvSpPr txBox="1">
            <a:spLocks noChangeArrowheads="1"/>
          </p:cNvSpPr>
          <p:nvPr/>
        </p:nvSpPr>
        <p:spPr bwMode="auto">
          <a:xfrm>
            <a:off x="7865732" y="2015290"/>
            <a:ext cx="50045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latinLnBrk="0" hangingPunct="0">
              <a:lnSpc>
                <a:spcPct val="100000"/>
              </a:lnSpc>
            </a:pPr>
            <a:r>
              <a:rPr kumimoji="0" lang="en-US" altLang="ko-KR" sz="1200" b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ERP</a:t>
            </a:r>
          </a:p>
          <a:p>
            <a:pPr algn="ctr" eaLnBrk="0" latinLnBrk="0" hangingPunct="0">
              <a:lnSpc>
                <a:spcPct val="100000"/>
              </a:lnSpc>
            </a:pPr>
            <a:r>
              <a:rPr kumimoji="0" lang="en-US" altLang="ko-KR" sz="1200" b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DB</a:t>
            </a:r>
          </a:p>
        </p:txBody>
      </p:sp>
      <p:sp>
        <p:nvSpPr>
          <p:cNvPr id="49" name="Rectangle 64"/>
          <p:cNvSpPr>
            <a:spLocks noChangeArrowheads="1"/>
          </p:cNvSpPr>
          <p:nvPr/>
        </p:nvSpPr>
        <p:spPr bwMode="auto">
          <a:xfrm>
            <a:off x="7332332" y="4334628"/>
            <a:ext cx="1401762" cy="179387"/>
          </a:xfrm>
          <a:prstGeom prst="rect">
            <a:avLst/>
          </a:prstGeom>
          <a:gradFill rotWithShape="0">
            <a:gsLst>
              <a:gs pos="0">
                <a:srgbClr val="FFCCFF"/>
              </a:gs>
              <a:gs pos="50000">
                <a:srgbClr val="FFEBFF"/>
              </a:gs>
              <a:gs pos="100000">
                <a:srgbClr val="FFCCFF"/>
              </a:gs>
            </a:gsLst>
            <a:lin ang="27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eaLnBrk="0" latinLnBrk="0" hangingPunct="0">
              <a:lnSpc>
                <a:spcPct val="100000"/>
              </a:lnSpc>
            </a:pPr>
            <a:r>
              <a:rPr kumimoji="0" lang="en-US" altLang="ko-KR" sz="900" b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Real-Time Interface</a:t>
            </a:r>
          </a:p>
        </p:txBody>
      </p:sp>
      <p:sp>
        <p:nvSpPr>
          <p:cNvPr id="50" name="Rectangle 65"/>
          <p:cNvSpPr>
            <a:spLocks noChangeArrowheads="1"/>
          </p:cNvSpPr>
          <p:nvPr/>
        </p:nvSpPr>
        <p:spPr bwMode="auto">
          <a:xfrm>
            <a:off x="7332332" y="4514015"/>
            <a:ext cx="1401762" cy="179388"/>
          </a:xfrm>
          <a:prstGeom prst="rect">
            <a:avLst/>
          </a:prstGeom>
          <a:gradFill rotWithShape="0">
            <a:gsLst>
              <a:gs pos="0">
                <a:srgbClr val="FFCCFF"/>
              </a:gs>
              <a:gs pos="50000">
                <a:srgbClr val="FFEBFF"/>
              </a:gs>
              <a:gs pos="100000">
                <a:srgbClr val="FFCCFF"/>
              </a:gs>
            </a:gsLst>
            <a:lin ang="27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eaLnBrk="0" latinLnBrk="0" hangingPunct="0">
              <a:lnSpc>
                <a:spcPct val="100000"/>
              </a:lnSpc>
            </a:pPr>
            <a:r>
              <a:rPr kumimoji="0" lang="en-US" altLang="ko-KR" sz="900" b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Batch Interface</a:t>
            </a:r>
          </a:p>
        </p:txBody>
      </p:sp>
      <p:sp>
        <p:nvSpPr>
          <p:cNvPr id="51" name="Line 66"/>
          <p:cNvSpPr>
            <a:spLocks noChangeShapeType="1"/>
          </p:cNvSpPr>
          <p:nvPr/>
        </p:nvSpPr>
        <p:spPr bwMode="auto">
          <a:xfrm flipV="1">
            <a:off x="8089569" y="3002715"/>
            <a:ext cx="4763" cy="539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med"/>
          </a:ln>
        </p:spPr>
        <p:txBody>
          <a:bodyPr/>
          <a:lstStyle/>
          <a:p>
            <a:pPr algn="ctr">
              <a:lnSpc>
                <a:spcPct val="100000"/>
              </a:lnSpc>
            </a:pPr>
            <a:endParaRPr lang="ko-KR" altLang="en-US" b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2" name="Rectangle 67"/>
          <p:cNvSpPr>
            <a:spLocks noChangeArrowheads="1"/>
          </p:cNvSpPr>
          <p:nvPr/>
        </p:nvSpPr>
        <p:spPr bwMode="auto">
          <a:xfrm>
            <a:off x="7332332" y="4694990"/>
            <a:ext cx="1401762" cy="179388"/>
          </a:xfrm>
          <a:prstGeom prst="rect">
            <a:avLst/>
          </a:prstGeom>
          <a:gradFill rotWithShape="0">
            <a:gsLst>
              <a:gs pos="0">
                <a:srgbClr val="FFCCFF"/>
              </a:gs>
              <a:gs pos="50000">
                <a:srgbClr val="FFEBFF"/>
              </a:gs>
              <a:gs pos="100000">
                <a:srgbClr val="FFCCFF"/>
              </a:gs>
            </a:gsLst>
            <a:lin ang="27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eaLnBrk="0" latinLnBrk="0" hangingPunct="0">
              <a:lnSpc>
                <a:spcPct val="100000"/>
              </a:lnSpc>
            </a:pPr>
            <a:r>
              <a:rPr kumimoji="0" lang="en-US" altLang="ko-KR" sz="900" b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Highway101 EAI</a:t>
            </a:r>
          </a:p>
        </p:txBody>
      </p:sp>
      <p:grpSp>
        <p:nvGrpSpPr>
          <p:cNvPr id="53" name="Group 68"/>
          <p:cNvGrpSpPr>
            <a:grpSpLocks/>
          </p:cNvGrpSpPr>
          <p:nvPr/>
        </p:nvGrpSpPr>
        <p:grpSpPr bwMode="auto">
          <a:xfrm>
            <a:off x="7618082" y="5228390"/>
            <a:ext cx="757237" cy="569913"/>
            <a:chOff x="4830" y="3022"/>
            <a:chExt cx="477" cy="359"/>
          </a:xfrm>
          <a:solidFill>
            <a:schemeClr val="accent5"/>
          </a:solidFill>
        </p:grpSpPr>
        <p:sp>
          <p:nvSpPr>
            <p:cNvPr id="54" name="AutoShape 69"/>
            <p:cNvSpPr>
              <a:spLocks noChangeArrowheads="1"/>
            </p:cNvSpPr>
            <p:nvPr/>
          </p:nvSpPr>
          <p:spPr bwMode="auto">
            <a:xfrm>
              <a:off x="4830" y="3022"/>
              <a:ext cx="477" cy="359"/>
            </a:xfrm>
            <a:prstGeom prst="can">
              <a:avLst>
                <a:gd name="adj" fmla="val 21542"/>
              </a:avLst>
            </a:pr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ko-KR" altLang="en-US" b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5" name="Text Box 70"/>
            <p:cNvSpPr txBox="1">
              <a:spLocks noChangeArrowheads="1"/>
            </p:cNvSpPr>
            <p:nvPr/>
          </p:nvSpPr>
          <p:spPr bwMode="auto">
            <a:xfrm>
              <a:off x="4882" y="3126"/>
              <a:ext cx="395" cy="25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latinLnBrk="0" hangingPunct="0">
                <a:lnSpc>
                  <a:spcPct val="100000"/>
                </a:lnSpc>
              </a:pPr>
              <a:r>
                <a:rPr kumimoji="0" lang="en-US" altLang="ko-KR" sz="1000" b="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Legacy </a:t>
              </a:r>
            </a:p>
            <a:p>
              <a:pPr algn="ctr" eaLnBrk="0" latinLnBrk="0" hangingPunct="0">
                <a:lnSpc>
                  <a:spcPct val="100000"/>
                </a:lnSpc>
              </a:pPr>
              <a:r>
                <a:rPr kumimoji="0" lang="en-US" altLang="ko-KR" sz="1000" b="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DB</a:t>
              </a:r>
            </a:p>
          </p:txBody>
        </p:sp>
      </p:grpSp>
      <p:sp>
        <p:nvSpPr>
          <p:cNvPr id="56" name="Text Box 71"/>
          <p:cNvSpPr txBox="1">
            <a:spLocks noChangeArrowheads="1"/>
          </p:cNvSpPr>
          <p:nvPr/>
        </p:nvSpPr>
        <p:spPr bwMode="auto">
          <a:xfrm>
            <a:off x="7187869" y="5990390"/>
            <a:ext cx="1651000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eaLnBrk="0" latinLnBrk="0" hangingPunct="0">
              <a:lnSpc>
                <a:spcPct val="90000"/>
              </a:lnSpc>
            </a:pPr>
            <a:r>
              <a:rPr kumimoji="0" lang="en-US" altLang="ko-KR" sz="1200">
                <a:solidFill>
                  <a:srgbClr val="42498A"/>
                </a:solidFill>
                <a:latin typeface="Arial" pitchFamily="34" charset="0"/>
                <a:cs typeface="Arial" pitchFamily="34" charset="0"/>
              </a:rPr>
              <a:t>Legacy Interface</a:t>
            </a:r>
          </a:p>
        </p:txBody>
      </p:sp>
      <p:grpSp>
        <p:nvGrpSpPr>
          <p:cNvPr id="57" name="Group 72"/>
          <p:cNvGrpSpPr>
            <a:grpSpLocks/>
          </p:cNvGrpSpPr>
          <p:nvPr/>
        </p:nvGrpSpPr>
        <p:grpSpPr bwMode="auto">
          <a:xfrm>
            <a:off x="7764132" y="5336340"/>
            <a:ext cx="755650" cy="569913"/>
            <a:chOff x="4830" y="3022"/>
            <a:chExt cx="477" cy="359"/>
          </a:xfrm>
          <a:solidFill>
            <a:schemeClr val="accent5"/>
          </a:solidFill>
        </p:grpSpPr>
        <p:sp>
          <p:nvSpPr>
            <p:cNvPr id="58" name="AutoShape 73"/>
            <p:cNvSpPr>
              <a:spLocks noChangeArrowheads="1"/>
            </p:cNvSpPr>
            <p:nvPr/>
          </p:nvSpPr>
          <p:spPr bwMode="auto">
            <a:xfrm>
              <a:off x="4830" y="3022"/>
              <a:ext cx="477" cy="359"/>
            </a:xfrm>
            <a:prstGeom prst="can">
              <a:avLst>
                <a:gd name="adj" fmla="val 21542"/>
              </a:avLst>
            </a:pr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ko-KR" altLang="en-US" b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9" name="Text Box 74"/>
            <p:cNvSpPr txBox="1">
              <a:spLocks noChangeArrowheads="1"/>
            </p:cNvSpPr>
            <p:nvPr/>
          </p:nvSpPr>
          <p:spPr bwMode="auto">
            <a:xfrm>
              <a:off x="4882" y="3126"/>
              <a:ext cx="396" cy="25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latinLnBrk="0" hangingPunct="0">
                <a:lnSpc>
                  <a:spcPct val="100000"/>
                </a:lnSpc>
              </a:pPr>
              <a:r>
                <a:rPr kumimoji="0" lang="en-US" altLang="ko-KR" sz="1000" b="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Legacy </a:t>
              </a:r>
            </a:p>
            <a:p>
              <a:pPr algn="ctr" eaLnBrk="0" latinLnBrk="0" hangingPunct="0">
                <a:lnSpc>
                  <a:spcPct val="100000"/>
                </a:lnSpc>
              </a:pPr>
              <a:r>
                <a:rPr kumimoji="0" lang="en-US" altLang="ko-KR" sz="1000" b="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DB</a:t>
              </a:r>
            </a:p>
          </p:txBody>
        </p:sp>
      </p:grpSp>
      <p:sp>
        <p:nvSpPr>
          <p:cNvPr id="60" name="Text Box 75"/>
          <p:cNvSpPr txBox="1">
            <a:spLocks noChangeArrowheads="1"/>
          </p:cNvSpPr>
          <p:nvPr/>
        </p:nvSpPr>
        <p:spPr bwMode="auto">
          <a:xfrm>
            <a:off x="7419644" y="1532690"/>
            <a:ext cx="1436688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eaLnBrk="0" latinLnBrk="0" hangingPunct="0">
              <a:lnSpc>
                <a:spcPct val="90000"/>
              </a:lnSpc>
            </a:pPr>
            <a:r>
              <a:rPr kumimoji="0" lang="en-US" altLang="ko-KR" sz="1200" dirty="0">
                <a:solidFill>
                  <a:srgbClr val="42498A"/>
                </a:solidFill>
                <a:latin typeface="Arial" pitchFamily="34" charset="0"/>
                <a:cs typeface="Arial" pitchFamily="34" charset="0"/>
              </a:rPr>
              <a:t>ERP Interface</a:t>
            </a:r>
          </a:p>
        </p:txBody>
      </p:sp>
      <p:sp>
        <p:nvSpPr>
          <p:cNvPr id="61" name="AutoShape 76"/>
          <p:cNvSpPr>
            <a:spLocks noChangeArrowheads="1"/>
          </p:cNvSpPr>
          <p:nvPr/>
        </p:nvSpPr>
        <p:spPr bwMode="auto">
          <a:xfrm>
            <a:off x="6900532" y="3736140"/>
            <a:ext cx="358775" cy="250825"/>
          </a:xfrm>
          <a:prstGeom prst="leftRightArrow">
            <a:avLst>
              <a:gd name="adj1" fmla="val 50000"/>
              <a:gd name="adj2" fmla="val 28608"/>
            </a:avLst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endParaRPr lang="ko-KR" altLang="en-US" b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2" name="AutoShape 77"/>
          <p:cNvSpPr>
            <a:spLocks noChangeArrowheads="1"/>
          </p:cNvSpPr>
          <p:nvPr/>
        </p:nvSpPr>
        <p:spPr bwMode="auto">
          <a:xfrm>
            <a:off x="6900532" y="4493378"/>
            <a:ext cx="358775" cy="250825"/>
          </a:xfrm>
          <a:prstGeom prst="leftRightArrow">
            <a:avLst>
              <a:gd name="adj1" fmla="val 50000"/>
              <a:gd name="adj2" fmla="val 28608"/>
            </a:avLst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endParaRPr lang="ko-KR" altLang="en-US" b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3" name="AutoShape 78"/>
          <p:cNvSpPr>
            <a:spLocks noChangeArrowheads="1"/>
          </p:cNvSpPr>
          <p:nvPr/>
        </p:nvSpPr>
        <p:spPr bwMode="auto">
          <a:xfrm>
            <a:off x="4081449" y="4031415"/>
            <a:ext cx="323850" cy="396875"/>
          </a:xfrm>
          <a:prstGeom prst="downArrowCallout">
            <a:avLst>
              <a:gd name="adj1" fmla="val 25000"/>
              <a:gd name="adj2" fmla="val 25000"/>
              <a:gd name="adj3" fmla="val 20425"/>
              <a:gd name="adj4" fmla="val 6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en-US" altLang="ko-KR" sz="800" b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BOM</a:t>
            </a:r>
          </a:p>
        </p:txBody>
      </p:sp>
      <p:sp>
        <p:nvSpPr>
          <p:cNvPr id="64" name="AutoShape 79"/>
          <p:cNvSpPr>
            <a:spLocks noChangeArrowheads="1"/>
          </p:cNvSpPr>
          <p:nvPr/>
        </p:nvSpPr>
        <p:spPr bwMode="auto">
          <a:xfrm>
            <a:off x="4441811" y="4031415"/>
            <a:ext cx="323850" cy="396875"/>
          </a:xfrm>
          <a:prstGeom prst="downArrowCallout">
            <a:avLst>
              <a:gd name="adj1" fmla="val 25000"/>
              <a:gd name="adj2" fmla="val 25000"/>
              <a:gd name="adj3" fmla="val 20425"/>
              <a:gd name="adj4" fmla="val 6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en-US" altLang="ko-KR" sz="800" b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RAS</a:t>
            </a:r>
          </a:p>
        </p:txBody>
      </p:sp>
      <p:sp>
        <p:nvSpPr>
          <p:cNvPr id="65" name="AutoShape 80"/>
          <p:cNvSpPr>
            <a:spLocks noChangeArrowheads="1"/>
          </p:cNvSpPr>
          <p:nvPr/>
        </p:nvSpPr>
        <p:spPr bwMode="auto">
          <a:xfrm>
            <a:off x="5521311" y="4031415"/>
            <a:ext cx="322263" cy="396875"/>
          </a:xfrm>
          <a:prstGeom prst="downArrowCallout">
            <a:avLst>
              <a:gd name="adj1" fmla="val 25000"/>
              <a:gd name="adj2" fmla="val 25000"/>
              <a:gd name="adj3" fmla="val 20525"/>
              <a:gd name="adj4" fmla="val 6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en-US" altLang="ko-KR" sz="800" b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ALM</a:t>
            </a:r>
          </a:p>
        </p:txBody>
      </p:sp>
      <p:sp>
        <p:nvSpPr>
          <p:cNvPr id="66" name="AutoShape 81"/>
          <p:cNvSpPr>
            <a:spLocks noChangeArrowheads="1"/>
          </p:cNvSpPr>
          <p:nvPr/>
        </p:nvSpPr>
        <p:spPr bwMode="auto">
          <a:xfrm>
            <a:off x="5881674" y="4031415"/>
            <a:ext cx="322262" cy="396875"/>
          </a:xfrm>
          <a:prstGeom prst="downArrowCallout">
            <a:avLst>
              <a:gd name="adj1" fmla="val 25000"/>
              <a:gd name="adj2" fmla="val 25000"/>
              <a:gd name="adj3" fmla="val 20525"/>
              <a:gd name="adj4" fmla="val 6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en-US" altLang="ko-KR" sz="800" dirty="0" smtClean="0">
                <a:latin typeface="Arial" pitchFamily="34" charset="0"/>
                <a:cs typeface="Arial" pitchFamily="34" charset="0"/>
              </a:rPr>
              <a:t>ORD</a:t>
            </a:r>
            <a:endParaRPr lang="en-US" altLang="ko-KR" sz="800" b="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7" name="Text Box 82"/>
          <p:cNvSpPr txBox="1">
            <a:spLocks noChangeArrowheads="1"/>
          </p:cNvSpPr>
          <p:nvPr/>
        </p:nvSpPr>
        <p:spPr bwMode="auto">
          <a:xfrm>
            <a:off x="553949" y="3764715"/>
            <a:ext cx="1225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900" b="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통합된 업무 관리 및 </a:t>
            </a:r>
            <a:r>
              <a:rPr lang="ko-KR" altLang="en-US" sz="900" b="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재 사용성</a:t>
            </a:r>
            <a:endParaRPr lang="ko-KR" altLang="en-US" sz="900" b="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8" name="Text Box 83"/>
          <p:cNvSpPr txBox="1">
            <a:spLocks noChangeArrowheads="1"/>
          </p:cNvSpPr>
          <p:nvPr/>
        </p:nvSpPr>
        <p:spPr bwMode="auto">
          <a:xfrm>
            <a:off x="553949" y="5709403"/>
            <a:ext cx="1225550" cy="5078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altLang="ko-KR" sz="900" b="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PC, </a:t>
            </a:r>
            <a:r>
              <a:rPr lang="en-US" altLang="ko-KR" sz="900" b="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Mobile </a:t>
            </a:r>
            <a:r>
              <a:rPr lang="ko-KR" altLang="en-US" sz="900" b="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등 다양한 사용자 인터페이스 </a:t>
            </a:r>
            <a:r>
              <a:rPr lang="ko-KR" altLang="en-US" sz="900" dirty="0" smtClean="0">
                <a:latin typeface="Arial" pitchFamily="34" charset="0"/>
                <a:cs typeface="Arial" pitchFamily="34" charset="0"/>
              </a:rPr>
              <a:t>구성</a:t>
            </a:r>
            <a:endParaRPr lang="ko-KR" altLang="en-US" sz="900" b="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69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1535" y="6038936"/>
            <a:ext cx="486890" cy="3959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0" name="Rectangle 15"/>
          <p:cNvSpPr>
            <a:spLocks noChangeArrowheads="1"/>
          </p:cNvSpPr>
          <p:nvPr/>
        </p:nvSpPr>
        <p:spPr bwMode="auto">
          <a:xfrm>
            <a:off x="1914449" y="5003423"/>
            <a:ext cx="1582738" cy="2587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 eaLnBrk="0" latinLnBrk="0" hangingPunct="0">
              <a:lnSpc>
                <a:spcPct val="100000"/>
              </a:lnSpc>
              <a:defRPr/>
            </a:pPr>
            <a:r>
              <a:rPr kumimoji="0" lang="en-US" altLang="ko-KR" sz="1000" b="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HTTP</a:t>
            </a:r>
            <a:endParaRPr kumimoji="0" lang="en-US" altLang="ko-KR" sz="1000" b="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1" name="Rectangle 16"/>
          <p:cNvSpPr>
            <a:spLocks noChangeArrowheads="1"/>
          </p:cNvSpPr>
          <p:nvPr/>
        </p:nvSpPr>
        <p:spPr bwMode="auto">
          <a:xfrm>
            <a:off x="1914449" y="5447923"/>
            <a:ext cx="1582738" cy="44926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lIns="0" tIns="0" rIns="0" bIns="0" anchor="ctr"/>
          <a:lstStyle/>
          <a:p>
            <a:pPr algn="ctr" eaLnBrk="0" latinLnBrk="0" hangingPunct="0">
              <a:lnSpc>
                <a:spcPct val="100000"/>
              </a:lnSpc>
              <a:defRPr/>
            </a:pPr>
            <a:r>
              <a:rPr kumimoji="0" lang="en-US" altLang="ko-KR" sz="1000" b="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FMB Monitor / Designer</a:t>
            </a:r>
            <a:endParaRPr kumimoji="0" lang="en-US" altLang="ko-KR" sz="1000" b="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2" name="Line 18"/>
          <p:cNvSpPr>
            <a:spLocks noChangeShapeType="1"/>
          </p:cNvSpPr>
          <p:nvPr/>
        </p:nvSpPr>
        <p:spPr bwMode="auto">
          <a:xfrm flipV="1">
            <a:off x="2706612" y="5262185"/>
            <a:ext cx="0" cy="1952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med"/>
            <a:tailEnd type="triangle" w="sm" len="med"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endParaRPr lang="ko-KR" altLang="en-US" b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3" name="Rectangle 21"/>
          <p:cNvSpPr>
            <a:spLocks noChangeArrowheads="1"/>
          </p:cNvSpPr>
          <p:nvPr/>
        </p:nvSpPr>
        <p:spPr bwMode="auto">
          <a:xfrm>
            <a:off x="1914449" y="3487360"/>
            <a:ext cx="1582738" cy="1325563"/>
          </a:xfrm>
          <a:prstGeom prst="rect">
            <a:avLst/>
          </a:prstGeom>
          <a:gradFill rotWithShape="0">
            <a:gsLst>
              <a:gs pos="0">
                <a:srgbClr val="FFCCFF"/>
              </a:gs>
              <a:gs pos="50000">
                <a:srgbClr val="FFCCFF">
                  <a:gamma/>
                  <a:tint val="39216"/>
                  <a:invGamma/>
                </a:srgbClr>
              </a:gs>
              <a:gs pos="100000">
                <a:srgbClr val="FFCCFF"/>
              </a:gs>
            </a:gsLst>
            <a:lin ang="27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 eaLnBrk="0" latinLnBrk="0" hangingPunct="0">
              <a:lnSpc>
                <a:spcPct val="100000"/>
              </a:lnSpc>
              <a:defRPr/>
            </a:pPr>
            <a:endParaRPr kumimoji="0" lang="ko-KR" altLang="ko-KR" sz="1200" b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4" name="Text Box 22"/>
          <p:cNvSpPr txBox="1">
            <a:spLocks noChangeArrowheads="1"/>
          </p:cNvSpPr>
          <p:nvPr/>
        </p:nvSpPr>
        <p:spPr bwMode="auto">
          <a:xfrm>
            <a:off x="2147296" y="3484185"/>
            <a:ext cx="110286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pPr algn="ctr" eaLnBrk="0" latinLnBrk="0" hangingPunct="0">
              <a:lnSpc>
                <a:spcPct val="100000"/>
              </a:lnSpc>
            </a:pPr>
            <a:r>
              <a:rPr kumimoji="0" lang="en-US" altLang="ko-KR" sz="1000" b="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FMB Server</a:t>
            </a:r>
            <a:endParaRPr kumimoji="0" lang="en-US" altLang="ko-KR" sz="1000" b="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algn="ctr" eaLnBrk="0" latinLnBrk="0" hangingPunct="0">
              <a:lnSpc>
                <a:spcPct val="100000"/>
              </a:lnSpc>
            </a:pPr>
            <a:r>
              <a:rPr kumimoji="0" lang="en-US" altLang="ko-KR" sz="1000" b="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(Windows, 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Tomcat</a:t>
            </a:r>
            <a:r>
              <a:rPr kumimoji="0" lang="en-US" altLang="ko-KR" sz="1000" b="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)</a:t>
            </a:r>
            <a:endParaRPr kumimoji="0" lang="en-US" altLang="ko-KR" sz="1000" b="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5" name="AutoShape 23"/>
          <p:cNvSpPr>
            <a:spLocks noChangeArrowheads="1"/>
          </p:cNvSpPr>
          <p:nvPr/>
        </p:nvSpPr>
        <p:spPr bwMode="auto">
          <a:xfrm>
            <a:off x="1987474" y="4314448"/>
            <a:ext cx="1438275" cy="433387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lIns="0" tIns="0" rIns="0" bIns="0" anchor="ctr"/>
          <a:lstStyle/>
          <a:p>
            <a:pPr algn="ctr" latinLnBrk="0">
              <a:lnSpc>
                <a:spcPct val="100000"/>
              </a:lnSpc>
              <a:defRPr/>
            </a:pPr>
            <a:r>
              <a:rPr kumimoji="0" lang="en-US" altLang="ko-KR" sz="1000" b="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JAVA Framework</a:t>
            </a:r>
          </a:p>
          <a:p>
            <a:pPr algn="ctr" latinLnBrk="0">
              <a:lnSpc>
                <a:spcPct val="100000"/>
              </a:lnSpc>
              <a:defRPr/>
            </a:pP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(J2EE)</a:t>
            </a:r>
            <a:endParaRPr kumimoji="0" lang="en-US" altLang="ko-KR" sz="1000" b="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6" name="Line 27"/>
          <p:cNvSpPr>
            <a:spLocks noChangeShapeType="1"/>
          </p:cNvSpPr>
          <p:nvPr/>
        </p:nvSpPr>
        <p:spPr bwMode="auto">
          <a:xfrm flipV="1">
            <a:off x="2706612" y="4812923"/>
            <a:ext cx="0" cy="190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med"/>
            <a:tailEnd type="triangle" w="sm" len="med"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endParaRPr lang="ko-KR" altLang="en-US" b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7" name="Line 39"/>
          <p:cNvSpPr>
            <a:spLocks noChangeShapeType="1"/>
          </p:cNvSpPr>
          <p:nvPr/>
        </p:nvSpPr>
        <p:spPr bwMode="auto">
          <a:xfrm flipV="1">
            <a:off x="2706612" y="2765048"/>
            <a:ext cx="0" cy="2159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med"/>
            <a:tailEnd type="triangle" w="sm" len="med"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endParaRPr lang="ko-KR" altLang="en-US" b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8" name="Rectangle 40"/>
          <p:cNvSpPr>
            <a:spLocks noChangeArrowheads="1"/>
          </p:cNvSpPr>
          <p:nvPr/>
        </p:nvSpPr>
        <p:spPr bwMode="auto">
          <a:xfrm>
            <a:off x="1914449" y="2961898"/>
            <a:ext cx="1582738" cy="346075"/>
          </a:xfrm>
          <a:prstGeom prst="rect">
            <a:avLst/>
          </a:prstGeom>
          <a:gradFill rotWithShape="0">
            <a:gsLst>
              <a:gs pos="0">
                <a:srgbClr val="82B2D2"/>
              </a:gs>
              <a:gs pos="50000">
                <a:srgbClr val="82B2D2">
                  <a:gamma/>
                  <a:tint val="42353"/>
                  <a:invGamma/>
                </a:srgbClr>
              </a:gs>
              <a:gs pos="100000">
                <a:srgbClr val="82B2D2"/>
              </a:gs>
            </a:gsLst>
            <a:lin ang="27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lIns="0" tIns="0" rIns="0" bIns="0" anchor="ctr"/>
          <a:lstStyle/>
          <a:p>
            <a:pPr algn="ctr" eaLnBrk="0" latinLnBrk="0" hangingPunct="0">
              <a:lnSpc>
                <a:spcPct val="100000"/>
              </a:lnSpc>
              <a:defRPr/>
            </a:pP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JDBC </a:t>
            </a:r>
            <a:r>
              <a:rPr kumimoji="0" lang="en-US" altLang="ko-KR" sz="1000" b="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Provider</a:t>
            </a:r>
            <a:endParaRPr kumimoji="0" lang="en-US" altLang="ko-KR" sz="1000" b="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9" name="Line 41"/>
          <p:cNvSpPr>
            <a:spLocks noChangeShapeType="1"/>
          </p:cNvSpPr>
          <p:nvPr/>
        </p:nvSpPr>
        <p:spPr bwMode="auto">
          <a:xfrm flipV="1">
            <a:off x="2706612" y="3306385"/>
            <a:ext cx="0" cy="190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med"/>
            <a:tailEnd type="triangle" w="sm" len="med"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endParaRPr lang="ko-KR" altLang="en-US" b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80" name="Picture 64" descr="npo00041b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26753" y="5984763"/>
            <a:ext cx="427038" cy="4413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81" name="모서리가 둥근 직사각형 80"/>
          <p:cNvSpPr/>
          <p:nvPr/>
        </p:nvSpPr>
        <p:spPr>
          <a:xfrm>
            <a:off x="7128140" y="3360776"/>
            <a:ext cx="1872208" cy="1714043"/>
          </a:xfrm>
          <a:prstGeom prst="round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 smtClean="0">
              <a:solidFill>
                <a:schemeClr val="tx1"/>
              </a:solidFill>
            </a:endParaRPr>
          </a:p>
        </p:txBody>
      </p:sp>
      <p:sp>
        <p:nvSpPr>
          <p:cNvPr id="82" name="Text Box 82"/>
          <p:cNvSpPr txBox="1">
            <a:spLocks noChangeArrowheads="1"/>
          </p:cNvSpPr>
          <p:nvPr/>
        </p:nvSpPr>
        <p:spPr bwMode="auto">
          <a:xfrm>
            <a:off x="8064244" y="3032965"/>
            <a:ext cx="1329436" cy="5078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altLang="ko-KR" sz="9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※ Highway101 EAI </a:t>
            </a:r>
            <a:r>
              <a:rPr lang="ko-KR" altLang="en-US" sz="9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사용의 경우</a:t>
            </a:r>
            <a:endParaRPr lang="en-US" altLang="ko-KR" sz="9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 algn="ctr">
              <a:lnSpc>
                <a:spcPct val="100000"/>
              </a:lnSpc>
            </a:pPr>
            <a:r>
              <a:rPr lang="en-US" altLang="ko-KR" sz="9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※ </a:t>
            </a:r>
            <a:r>
              <a:rPr lang="ko-KR" altLang="en-US" sz="9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기본은 </a:t>
            </a:r>
            <a:r>
              <a:rPr lang="en-US" altLang="ko-KR" sz="9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DB2DB </a:t>
            </a:r>
            <a:r>
              <a:rPr lang="ko-KR" altLang="en-US" sz="9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채용</a:t>
            </a:r>
            <a:endParaRPr lang="en-US" altLang="ko-KR" sz="900" dirty="0" smtClean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1302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</a:t>
            </a:r>
            <a:r>
              <a:rPr lang="en-US" altLang="ko-KR" dirty="0" smtClean="0"/>
              <a:t>. </a:t>
            </a:r>
            <a:r>
              <a:rPr lang="ko-KR" altLang="en-US" dirty="0" smtClean="0"/>
              <a:t>운영 </a:t>
            </a:r>
            <a:r>
              <a:rPr lang="ko-KR" altLang="en-US" dirty="0" smtClean="0"/>
              <a:t>소프트웨어 사양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R" altLang="en-US" dirty="0"/>
          </a:p>
        </p:txBody>
      </p:sp>
      <p:graphicFrame>
        <p:nvGraphicFramePr>
          <p:cNvPr id="5" name="Group 1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7337369"/>
              </p:ext>
            </p:extLst>
          </p:nvPr>
        </p:nvGraphicFramePr>
        <p:xfrm>
          <a:off x="493041" y="1566418"/>
          <a:ext cx="8919916" cy="4843175"/>
        </p:xfrm>
        <a:graphic>
          <a:graphicData uri="http://schemas.openxmlformats.org/drawingml/2006/table">
            <a:tbl>
              <a:tblPr/>
              <a:tblGrid>
                <a:gridCol w="13809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65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45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34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05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839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747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ko-KR" altLang="en-US" sz="1100" b="1" kern="120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cs"/>
                        </a:rPr>
                        <a:t>구분</a:t>
                      </a:r>
                    </a:p>
                  </a:txBody>
                  <a:tcPr marL="54000" marR="5400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5AB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kern="120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cs"/>
                        </a:rPr>
                        <a:t>용도</a:t>
                      </a:r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5AB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kern="120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cs"/>
                        </a:rPr>
                        <a:t>버전</a:t>
                      </a:r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5AB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kern="120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cs"/>
                        </a:rPr>
                        <a:t>라이선스</a:t>
                      </a:r>
                      <a:endParaRPr lang="en-US" altLang="ko-KR" sz="1100" b="1" kern="1200" dirty="0" smtClean="0">
                        <a:solidFill>
                          <a:schemeClr val="bg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kern="120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cs"/>
                        </a:rPr>
                        <a:t>종류</a:t>
                      </a:r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5AB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kern="120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cs"/>
                        </a:rPr>
                        <a:t>라이선스 범위</a:t>
                      </a:r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5AB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kern="120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cs"/>
                        </a:rPr>
                        <a:t>비고</a:t>
                      </a:r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5A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435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MESplus</a:t>
                      </a:r>
                    </a:p>
                  </a:txBody>
                  <a:tcPr marL="54000" marR="5400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MES </a:t>
                      </a: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운영</a:t>
                      </a: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운영</a:t>
                      </a:r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EE V5.3.1.2</a:t>
                      </a:r>
                      <a:endParaRPr lang="ko-KR" altLang="en-US" sz="10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512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FMBplus</a:t>
                      </a:r>
                    </a:p>
                  </a:txBody>
                  <a:tcPr marL="54000" marR="5400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모니터링 </a:t>
                      </a: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운영</a:t>
                      </a: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운영</a:t>
                      </a:r>
                      <a:endParaRPr lang="en-US" altLang="ko-KR" sz="10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Server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2.3.13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Monitor 2.3.020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Designer 2.3.020</a:t>
                      </a:r>
                      <a:endParaRPr lang="en-US" altLang="ko-KR" sz="10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747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Highway</a:t>
                      </a:r>
                      <a:r>
                        <a:rPr lang="en-US" altLang="ko-KR" sz="10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101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en-US" altLang="ko-KR" sz="1000" b="1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StationX</a:t>
                      </a:r>
                      <a:endParaRPr lang="en-US" altLang="ko-KR" sz="1000" b="1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미들웨어</a:t>
                      </a:r>
                      <a:endParaRPr lang="en-US" altLang="ko-KR" sz="10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en-US" altLang="ko-KR" sz="10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StationX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3.2</a:t>
                      </a:r>
                      <a:endParaRPr lang="en-US" altLang="ko-KR" sz="10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747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Highway101 </a:t>
                      </a:r>
                      <a:b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Task</a:t>
                      </a:r>
                      <a:r>
                        <a:rPr lang="en-US" altLang="ko-KR" sz="10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Manager</a:t>
                      </a:r>
                      <a:endParaRPr lang="en-US" altLang="ko-KR" sz="1000" b="1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AP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Server 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관리 툴</a:t>
                      </a:r>
                      <a:endParaRPr lang="en-US" altLang="ko-KR" sz="10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en-US" altLang="ko-KR" sz="10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Taskman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3.2</a:t>
                      </a:r>
                      <a:endParaRPr lang="en-US" altLang="ko-KR" sz="10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3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Intouch</a:t>
                      </a:r>
                    </a:p>
                  </a:txBody>
                  <a:tcPr marL="54000" marR="5400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성형 </a:t>
                      </a: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HMI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운영 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툴</a:t>
                      </a:r>
                      <a:endParaRPr lang="en-US" altLang="ko-KR" sz="10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 중</a:t>
                      </a:r>
                      <a:endParaRPr lang="en-US" altLang="ko-KR" sz="10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3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Visual</a:t>
                      </a:r>
                      <a:r>
                        <a:rPr lang="en-US" altLang="ko-KR" sz="10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studio</a:t>
                      </a:r>
                      <a:endParaRPr lang="en-US" altLang="ko-KR" sz="1000" b="1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lang="en-US" altLang="ko-KR" sz="1000" b="0" kern="1200" baseline="30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rd</a:t>
                      </a: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party </a:t>
                      </a: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운영 </a:t>
                      </a: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툴</a:t>
                      </a:r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2010</a:t>
                      </a:r>
                      <a:endParaRPr lang="ko-KR" altLang="en-US" sz="10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747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Infragistics NetAdvantage</a:t>
                      </a:r>
                    </a:p>
                  </a:txBody>
                  <a:tcPr marL="54000" marR="5400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lang="en-US" altLang="ko-KR" sz="1000" b="0" kern="1200" baseline="30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rd</a:t>
                      </a: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party </a:t>
                      </a: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운영 </a:t>
                      </a: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툴</a:t>
                      </a:r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10.3.20103.1000</a:t>
                      </a:r>
                      <a:endParaRPr lang="ko-KR" altLang="en-US" sz="10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056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en-US" altLang="ko-KR" sz="1000" b="1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FarPoint</a:t>
                      </a:r>
                      <a:r>
                        <a:rPr lang="en-US" altLang="ko-KR" sz="10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Spread</a:t>
                      </a:r>
                      <a:endParaRPr lang="en-US" altLang="ko-KR" sz="1000" b="1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lang="en-US" altLang="ko-KR" sz="1000" b="0" kern="1200" baseline="30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rd</a:t>
                      </a: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party </a:t>
                      </a: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운영 </a:t>
                      </a: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툴</a:t>
                      </a:r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5.0.3514.2008</a:t>
                      </a:r>
                      <a:endParaRPr lang="ko-KR" altLang="en-US" sz="10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653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Cristal report</a:t>
                      </a:r>
                    </a:p>
                  </a:txBody>
                  <a:tcPr marL="54000" marR="5400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lang="en-US" altLang="ko-KR" sz="1000" b="0" kern="1200" baseline="30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rd</a:t>
                      </a: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party </a:t>
                      </a: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운영 </a:t>
                      </a: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툴</a:t>
                      </a:r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VS 2010 </a:t>
                      </a: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번들 버전</a:t>
                      </a:r>
                      <a:endParaRPr lang="en-US" altLang="ko-KR" sz="10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16758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</a:t>
            </a:r>
            <a:r>
              <a:rPr lang="en-US" altLang="ko-KR" dirty="0" smtClean="0"/>
              <a:t>. </a:t>
            </a:r>
            <a:r>
              <a:rPr lang="ko-KR" altLang="en-US" dirty="0" smtClean="0"/>
              <a:t>운영 </a:t>
            </a:r>
            <a:r>
              <a:rPr lang="ko-KR" altLang="en-US" dirty="0" smtClean="0"/>
              <a:t>어플리케이션 프로세스 구성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768601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</a:t>
            </a:r>
            <a:r>
              <a:rPr lang="en-US" altLang="ko-KR" dirty="0" smtClean="0"/>
              <a:t>. </a:t>
            </a:r>
            <a:r>
              <a:rPr lang="ko-KR" altLang="en-US" dirty="0" smtClean="0"/>
              <a:t>운영 </a:t>
            </a:r>
            <a:r>
              <a:rPr lang="ko-KR" altLang="en-US" dirty="0" smtClean="0"/>
              <a:t>환경 정보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R" altLang="en-US" dirty="0"/>
          </a:p>
        </p:txBody>
      </p:sp>
      <p:graphicFrame>
        <p:nvGraphicFramePr>
          <p:cNvPr id="6" name="Group 1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7318480"/>
              </p:ext>
            </p:extLst>
          </p:nvPr>
        </p:nvGraphicFramePr>
        <p:xfrm>
          <a:off x="475457" y="1566422"/>
          <a:ext cx="8955084" cy="4860756"/>
        </p:xfrm>
        <a:graphic>
          <a:graphicData uri="http://schemas.openxmlformats.org/drawingml/2006/table">
            <a:tbl>
              <a:tblPr/>
              <a:tblGrid>
                <a:gridCol w="12418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57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42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17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337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40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1399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2945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ko-KR" altLang="en-US" sz="1200" b="1" kern="120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cs"/>
                        </a:rPr>
                        <a:t>구분</a:t>
                      </a:r>
                      <a:r>
                        <a:rPr lang="en-US" altLang="ko-KR" sz="1200" b="1" kern="120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endParaRPr lang="ko-KR" altLang="en-US" sz="1200" b="1" kern="1200" dirty="0" smtClean="0">
                        <a:solidFill>
                          <a:schemeClr val="bg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kern="120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cs"/>
                        </a:rPr>
                        <a:t>구분</a:t>
                      </a:r>
                      <a:r>
                        <a:rPr lang="en-US" altLang="ko-KR" sz="1200" b="1" kern="120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endParaRPr lang="ko-KR" altLang="en-US" sz="1200" b="1" kern="1200" dirty="0" smtClean="0">
                        <a:solidFill>
                          <a:schemeClr val="bg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kern="120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cs"/>
                        </a:rPr>
                        <a:t>IP Address</a:t>
                      </a:r>
                      <a:endParaRPr lang="ko-KR" altLang="en-US" sz="1200" b="1" kern="1200" dirty="0" smtClean="0">
                        <a:solidFill>
                          <a:schemeClr val="bg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kern="120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cs"/>
                        </a:rPr>
                        <a:t>OS</a:t>
                      </a:r>
                      <a:endParaRPr lang="ko-KR" altLang="en-US" sz="1200" b="1" kern="1200" dirty="0" smtClean="0">
                        <a:solidFill>
                          <a:schemeClr val="bg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kern="120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cs"/>
                        </a:rPr>
                        <a:t>Account</a:t>
                      </a:r>
                      <a:endParaRPr lang="ko-KR" altLang="en-US" sz="1200" b="1" kern="1200" dirty="0" smtClean="0">
                        <a:solidFill>
                          <a:schemeClr val="bg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kern="120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cs"/>
                        </a:rPr>
                        <a:t>Password</a:t>
                      </a:r>
                      <a:endParaRPr lang="ko-KR" altLang="en-US" sz="1200" b="1" kern="1200" dirty="0" smtClean="0">
                        <a:solidFill>
                          <a:schemeClr val="bg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kern="120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cs"/>
                        </a:rPr>
                        <a:t>Remark</a:t>
                      </a:r>
                      <a:endParaRPr lang="ko-KR" altLang="en-US" sz="1200" b="1" kern="1200" dirty="0" smtClean="0">
                        <a:solidFill>
                          <a:schemeClr val="bg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8816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테스트 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양산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54000" marR="5400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MES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테스트 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DB 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서버</a:t>
                      </a: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Windows Server 2012 R2</a:t>
                      </a:r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1924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</a:pPr>
                      <a:endParaRPr lang="en-US" altLang="ko-KR" sz="1000" b="1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MES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테스트 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APP 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서버</a:t>
                      </a:r>
                      <a:endParaRPr lang="en-US" altLang="ko-KR" sz="10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Windows Server 2012 R2</a:t>
                      </a:r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50565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</a:pPr>
                      <a:endParaRPr lang="en-US" altLang="ko-KR" sz="1000" b="1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FMB </a:t>
                      </a: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테스트 </a:t>
                      </a: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APP </a:t>
                      </a: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서버</a:t>
                      </a:r>
                      <a:endParaRPr lang="en-US" altLang="ko-KR" sz="10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Windows Server 2012 R2</a:t>
                      </a:r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6906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6617474"/>
      </p:ext>
    </p:extLst>
  </p:cSld>
  <p:clrMapOvr>
    <a:masterClrMapping/>
  </p:clrMapOvr>
</p:sld>
</file>

<file path=ppt/theme/theme1.xml><?xml version="1.0" encoding="utf-8"?>
<a:theme xmlns:a="http://schemas.openxmlformats.org/drawingml/2006/main" name="문서템플릿">
  <a:themeElements>
    <a:clrScheme name="표준템플릿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5AB4"/>
      </a:accent1>
      <a:accent2>
        <a:srgbClr val="00A7ED"/>
      </a:accent2>
      <a:accent3>
        <a:srgbClr val="0071BB"/>
      </a:accent3>
      <a:accent4>
        <a:srgbClr val="222D5B"/>
      </a:accent4>
      <a:accent5>
        <a:srgbClr val="33CCCC"/>
      </a:accent5>
      <a:accent6>
        <a:srgbClr val="FF0066"/>
      </a:accent6>
      <a:hlink>
        <a:srgbClr val="954F72"/>
      </a:hlink>
      <a:folHlink>
        <a:srgbClr val="954F72"/>
      </a:folHlink>
    </a:clrScheme>
    <a:fontScheme name="사용자 지정 4">
      <a:majorFont>
        <a:latin typeface="맑은 고딕"/>
        <a:ea typeface="맑은 고딕"/>
        <a:cs typeface=""/>
      </a:majorFont>
      <a:minorFont>
        <a:latin typeface="맑은 고딕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3F0D996D5B674C4386830A6AB0E50984" ma:contentTypeVersion="0" ma:contentTypeDescription="새 문서를 만듭니다." ma:contentTypeScope="" ma:versionID="a166825e3373d96581aa46038a4cd79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dd8f6c9257034a6ffde9c3b3e5e5b894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E156550-B094-4ABA-846C-47B3875BCFB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6225471-7C69-49CC-95EB-8C94F25B432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C92C52DB-E9E3-46CD-811C-803D077AD9CA}">
  <ds:schemaRefs>
    <ds:schemaRef ds:uri="http://purl.org/dc/dcmitype/"/>
    <ds:schemaRef ds:uri="http://schemas.openxmlformats.org/package/2006/metadata/core-properties"/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purl.org/dc/terms/"/>
    <ds:schemaRef ds:uri="http://schemas.microsoft.com/office/infopath/2007/PartnerControls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27995</TotalTime>
  <Words>441</Words>
  <Application>Microsoft Office PowerPoint</Application>
  <PresentationFormat>A4 용지(210x297mm)</PresentationFormat>
  <Paragraphs>186</Paragraphs>
  <Slides>10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6" baseType="lpstr">
      <vt:lpstr>굴림</vt:lpstr>
      <vt:lpstr>맑은 고딕</vt:lpstr>
      <vt:lpstr>Arial</vt:lpstr>
      <vt:lpstr>Segoe UI</vt:lpstr>
      <vt:lpstr>Wingdings</vt:lpstr>
      <vt:lpstr>문서템플릿</vt:lpstr>
      <vt:lpstr>PowerPoint 프레젠테이션</vt:lpstr>
      <vt:lpstr>PowerPoint 프레젠테이션</vt:lpstr>
      <vt:lpstr>PowerPoint 프레젠테이션</vt:lpstr>
      <vt:lpstr>1. 운영 시스템 구성</vt:lpstr>
      <vt:lpstr>2. 운영 하드웨어 사양</vt:lpstr>
      <vt:lpstr>3. 운영 소프트웨어 아키텍쳐 정의</vt:lpstr>
      <vt:lpstr>4. 운영 소프트웨어 사양</vt:lpstr>
      <vt:lpstr>5. 운영 어플리케이션 프로세스 구성</vt:lpstr>
      <vt:lpstr>6. 운영 환경 정보</vt:lpstr>
      <vt:lpstr>PowerPoint 프레젠테이션</vt:lpstr>
    </vt:vector>
  </TitlesOfParts>
  <Company>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prof</dc:creator>
  <cp:lastModifiedBy>Miracom</cp:lastModifiedBy>
  <cp:revision>1566</cp:revision>
  <cp:lastPrinted>2019-06-21T07:56:14Z</cp:lastPrinted>
  <dcterms:created xsi:type="dcterms:W3CDTF">2013-11-13T01:08:07Z</dcterms:created>
  <dcterms:modified xsi:type="dcterms:W3CDTF">2025-04-11T07:28:00Z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0x0101003F0D996D5B674C4386830A6AB0E50984</vt:lpwstr>
  </property>
  <property fmtid="{5C58129F-E5B8-477A-9B38-B3E54BFA04C8}" pid="2">
    <vt:lpwstr>A2265D46B23E86417CDAB57A7F05BAAEADCBBC752B73D54DA3E9536622969EE5</vt:lpwstr>
  </property>
</Properties>
</file>