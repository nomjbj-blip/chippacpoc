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12" r:id="rId4"/>
  </p:sldMasterIdLst>
  <p:notesMasterIdLst>
    <p:notesMasterId r:id="rId14"/>
  </p:notesMasterIdLst>
  <p:handoutMasterIdLst>
    <p:handoutMasterId r:id="rId15"/>
  </p:handoutMasterIdLst>
  <p:sldIdLst>
    <p:sldId id="1165" r:id="rId5"/>
    <p:sldId id="1166" r:id="rId6"/>
    <p:sldId id="1167" r:id="rId7"/>
    <p:sldId id="1168" r:id="rId8"/>
    <p:sldId id="1177" r:id="rId9"/>
    <p:sldId id="1174" r:id="rId10"/>
    <p:sldId id="1175" r:id="rId11"/>
    <p:sldId id="1176" r:id="rId12"/>
    <p:sldId id="1160" r:id="rId13"/>
  </p:sldIdLst>
  <p:sldSz cx="9906000" cy="6858000" type="A4"/>
  <p:notesSz cx="6807200" cy="9939338"/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5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B4"/>
    <a:srgbClr val="FF0066"/>
    <a:srgbClr val="33CCCC"/>
    <a:srgbClr val="144EA0"/>
    <a:srgbClr val="0050BE"/>
    <a:srgbClr val="2E75B6"/>
    <a:srgbClr val="466597"/>
    <a:srgbClr val="A9CCFF"/>
    <a:srgbClr val="00A7ED"/>
    <a:srgbClr val="E10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93" autoAdjust="0"/>
    <p:restoredTop sz="96339" autoAdjust="0"/>
  </p:normalViewPr>
  <p:slideViewPr>
    <p:cSldViewPr snapToGrid="0">
      <p:cViewPr varScale="1">
        <p:scale>
          <a:sx n="87" d="100"/>
          <a:sy n="87" d="100"/>
        </p:scale>
        <p:origin x="1330" y="77"/>
      </p:cViewPr>
      <p:guideLst/>
    </p:cSldViewPr>
  </p:slideViewPr>
  <p:outlineViewPr>
    <p:cViewPr>
      <p:scale>
        <a:sx n="33" d="100"/>
        <a:sy n="33" d="100"/>
      </p:scale>
      <p:origin x="0" y="-2017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020"/>
    </p:cViewPr>
  </p:sorterViewPr>
  <p:notesViewPr>
    <p:cSldViewPr snapToGrid="0" showGuides="1">
      <p:cViewPr>
        <p:scale>
          <a:sx n="50" d="100"/>
          <a:sy n="50" d="100"/>
        </p:scale>
        <p:origin x="9198" y="2094"/>
      </p:cViewPr>
      <p:guideLst>
        <p:guide orient="horz" pos="3129"/>
        <p:guide pos="2145"/>
        <p:guide orient="horz" pos="3132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2025-04-11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2025-04-11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8" rIns="91815" bIns="459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2" y="4721186"/>
            <a:ext cx="5447036" cy="4472702"/>
          </a:xfrm>
          <a:prstGeom prst="rect">
            <a:avLst/>
          </a:prstGeom>
        </p:spPr>
        <p:txBody>
          <a:bodyPr vert="horz" lIns="91815" tIns="45908" rIns="91815" bIns="4590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987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밝은배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19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584" y="321809"/>
            <a:ext cx="3310046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l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49" name="그룹 4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50" name="그룹 4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57" name="직사각형 5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52" name="직사각형 5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53" name="그룹 5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55" name="직사각형 5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6" name="직사각형 5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54" name="직사각형 5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21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35119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rgbClr val="005AB4"/>
          </a:solidFill>
        </p:grpSpPr>
        <p:sp>
          <p:nvSpPr>
            <p:cNvPr id="31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6066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 userDrawn="1">
          <p15:clr>
            <a:srgbClr val="FBAE40"/>
          </p15:clr>
        </p15:guide>
        <p15:guide id="2" pos="60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656856" y="1016733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en-US" altLang="ko-KR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lvl="0"/>
            <a:r>
              <a:rPr lang="ko-KR" altLang="en-US" dirty="0" smtClean="0"/>
              <a:t>별첨자료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884548" y="908722"/>
            <a:ext cx="1944217" cy="1944215"/>
            <a:chOff x="884548" y="908722"/>
            <a:chExt cx="1944217" cy="1944215"/>
          </a:xfrm>
        </p:grpSpPr>
        <p:sp>
          <p:nvSpPr>
            <p:cNvPr id="11" name="직사각형 10"/>
            <p:cNvSpPr/>
            <p:nvPr/>
          </p:nvSpPr>
          <p:spPr>
            <a:xfrm rot="16200000">
              <a:off x="1802651" y="-9381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802651" y="1826822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901845" y="1618816"/>
            <a:ext cx="1909625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en-US" altLang="ko-KR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884549" y="908721"/>
            <a:ext cx="1944217" cy="1944216"/>
            <a:chOff x="884549" y="908721"/>
            <a:chExt cx="1944217" cy="1944216"/>
          </a:xfrm>
          <a:solidFill>
            <a:schemeClr val="accent1"/>
          </a:solidFill>
        </p:grpSpPr>
        <p:grpSp>
          <p:nvGrpSpPr>
            <p:cNvPr id="10" name="그룹 9"/>
            <p:cNvGrpSpPr/>
            <p:nvPr/>
          </p:nvGrpSpPr>
          <p:grpSpPr>
            <a:xfrm>
              <a:off x="884549" y="908721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8" name="직사각형 17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 rot="10800000">
              <a:off x="884549" y="2636913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5" name="직사각형 14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76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380999" y="286985"/>
            <a:ext cx="7418295" cy="0"/>
          </a:xfrm>
          <a:prstGeom prst="line">
            <a:avLst/>
          </a:prstGeom>
          <a:ln w="12700">
            <a:gradFill>
              <a:gsLst>
                <a:gs pos="2400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총페이지수</a:t>
            </a:r>
            <a:endParaRPr lang="ko-KR" altLang="en-US" dirty="0"/>
          </a:p>
        </p:txBody>
      </p:sp>
      <p:sp>
        <p:nvSpPr>
          <p:cNvPr id="30" name="텍스트 개체 틀 2"/>
          <p:cNvSpPr>
            <a:spLocks noGrp="1"/>
          </p:cNvSpPr>
          <p:nvPr userDrawn="1">
            <p:ph type="body" idx="10" hasCustomPrompt="1"/>
          </p:nvPr>
        </p:nvSpPr>
        <p:spPr>
          <a:xfrm>
            <a:off x="7938019" y="142944"/>
            <a:ext cx="1586981" cy="288082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lang="ko-KR" altLang="en-US" sz="800" b="0" kern="1200" spc="-50" baseline="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 smtClean="0"/>
              <a:t>1. </a:t>
            </a:r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sp>
        <p:nvSpPr>
          <p:cNvPr id="17" name="직사각형 16"/>
          <p:cNvSpPr/>
          <p:nvPr userDrawn="1"/>
        </p:nvSpPr>
        <p:spPr>
          <a:xfrm>
            <a:off x="381000" y="1520825"/>
            <a:ext cx="9144000" cy="4968875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380999" y="6498039"/>
            <a:ext cx="5645580" cy="21544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914400" latinLnBrk="0"/>
            <a:r>
              <a:rPr lang="en-US" altLang="ko-KR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#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본문내용은</a:t>
            </a:r>
            <a:r>
              <a:rPr lang="ko-KR" altLang="en-US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점선박스</a:t>
            </a:r>
            <a:r>
              <a:rPr lang="ko-KR" altLang="en-US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 구역에 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작성부탁드립니다</a:t>
            </a:r>
            <a:r>
              <a:rPr lang="en-US" altLang="ko-KR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.</a:t>
            </a:r>
            <a:endParaRPr lang="en-US" altLang="ko-KR" sz="14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accent6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5040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pos="600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491293" y="3432561"/>
            <a:ext cx="2921376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ctr"/>
            <a:r>
              <a:rPr lang="en-US" altLang="ko-KR" sz="16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4151537" y="3103569"/>
            <a:ext cx="1600879" cy="263476"/>
            <a:chOff x="7132078" y="2394682"/>
            <a:chExt cx="2286000" cy="376237"/>
          </a:xfrm>
          <a:solidFill>
            <a:schemeClr val="accent1"/>
          </a:solidFill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61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6DCC-97F7-4ACF-97C1-6DBC9656D44A}" type="datetimeFigureOut">
              <a:rPr lang="ko-KR" altLang="en-US" smtClean="0"/>
              <a:t>2025-04-11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29E8-BA52-4248-B1ED-DE1A38AB7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77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8" r:id="rId2"/>
    <p:sldLayoutId id="2147484095" r:id="rId3"/>
    <p:sldLayoutId id="2147484096" r:id="rId4"/>
    <p:sldLayoutId id="2147484097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6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부서명</a:t>
            </a:r>
            <a:endParaRPr lang="ko-KR" altLang="en-US" dirty="0"/>
          </a:p>
        </p:txBody>
      </p:sp>
      <p:sp>
        <p:nvSpPr>
          <p:cNvPr id="20" name="내용 개체 틀 19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 smtClean="0"/>
              <a:t>서버 검수 확인서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8019962" y="404813"/>
            <a:ext cx="1499128" cy="276999"/>
          </a:xfrm>
          <a:prstGeom prst="rect">
            <a:avLst/>
          </a:prstGeom>
          <a:ln>
            <a:solidFill>
              <a:srgbClr val="7F7F7F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 </a:t>
            </a:r>
            <a:r>
              <a:rPr lang="en-US" altLang="ko-KR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CI(optional)</a:t>
            </a:r>
          </a:p>
        </p:txBody>
      </p:sp>
      <p:sp>
        <p:nvSpPr>
          <p:cNvPr id="9" name="내용 개체 틀 1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</p:spPr>
        <p:txBody>
          <a:bodyPr/>
          <a:lstStyle/>
          <a:p>
            <a:r>
              <a:rPr lang="ko-KR" altLang="en-US" dirty="0" smtClean="0"/>
              <a:t>부제목을 입력하세요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930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43077" y="599744"/>
            <a:ext cx="8629497" cy="299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10800" rIns="54000" bIns="10800"/>
          <a:lstStyle>
            <a:lvl1pPr marL="342900" indent="-3429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base" latinLnBrk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0" lang="ko-KR" altLang="en-US" sz="2000" b="1" dirty="0">
                <a:latin typeface="+mn-ea"/>
                <a:ea typeface="+mn-ea"/>
              </a:rPr>
              <a:t>문서 </a:t>
            </a:r>
            <a:r>
              <a:rPr kumimoji="0" lang="ko-KR" altLang="en-US" sz="2000" b="1" dirty="0" err="1">
                <a:latin typeface="+mn-ea"/>
                <a:ea typeface="+mn-ea"/>
              </a:rPr>
              <a:t>개정이력표</a:t>
            </a:r>
            <a:endParaRPr kumimoji="0" lang="en-US" altLang="ko-KR" sz="2000" b="1" dirty="0">
              <a:latin typeface="+mn-ea"/>
              <a:ea typeface="+mn-ea"/>
            </a:endParaRPr>
          </a:p>
        </p:txBody>
      </p:sp>
      <p:graphicFrame>
        <p:nvGraphicFramePr>
          <p:cNvPr id="6" name="Group 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736715"/>
              </p:ext>
            </p:extLst>
          </p:nvPr>
        </p:nvGraphicFramePr>
        <p:xfrm>
          <a:off x="821175" y="1101688"/>
          <a:ext cx="8190640" cy="47120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74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버전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날짜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내용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굴림" pitchFamily="50" charset="-127"/>
                          <a:cs typeface="+mn-cs"/>
                        </a:rPr>
                        <a:t>작성자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굴림" pitchFamily="50" charset="-127"/>
                        <a:cs typeface="+mn-cs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</a:t>
                      </a: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20XX.XX.XX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최초 제정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OOO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4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69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23220670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544925369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946507743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511648706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815606028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170983"/>
                  </a:ext>
                </a:extLst>
              </a:tr>
              <a:tr h="378228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944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sz="2600" dirty="0" smtClean="0">
                <a:solidFill>
                  <a:schemeClr val="accent1"/>
                </a:solidFill>
              </a:rPr>
              <a:t>XX</a:t>
            </a:r>
            <a:r>
              <a:rPr lang="ko-KR" altLang="en-US" sz="2600" dirty="0" smtClean="0">
                <a:solidFill>
                  <a:schemeClr val="accent1"/>
                </a:solidFill>
              </a:rPr>
              <a:t>프로젝트 검수 확인서</a:t>
            </a:r>
            <a:endParaRPr lang="en-US" altLang="ko-KR" sz="2600" b="1" dirty="0">
              <a:solidFill>
                <a:schemeClr val="accent1"/>
              </a:solidFill>
            </a:endParaRPr>
          </a:p>
          <a:p>
            <a:pPr lvl="0"/>
            <a:r>
              <a:rPr lang="ko-KR" altLang="en-US" dirty="0" smtClean="0">
                <a:solidFill>
                  <a:schemeClr val="bg1">
                    <a:lumMod val="50000"/>
                  </a:schemeClr>
                </a:solidFill>
              </a:rPr>
              <a:t>별첨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3237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smtClean="0"/>
              <a:t>검수 확인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ko-KR" dirty="0" smtClean="0"/>
              <a:t>Ⅰ. XX</a:t>
            </a:r>
            <a:r>
              <a:rPr lang="ko-KR" altLang="en-US" dirty="0" smtClean="0"/>
              <a:t>프로젝트 </a:t>
            </a:r>
            <a:r>
              <a:rPr lang="ko-KR" altLang="en-US" dirty="0" err="1" smtClean="0"/>
              <a:t>검수확인서</a:t>
            </a:r>
            <a:endParaRPr lang="ko-KR" altLang="en-US" dirty="0"/>
          </a:p>
        </p:txBody>
      </p:sp>
      <p:graphicFrame>
        <p:nvGraphicFramePr>
          <p:cNvPr id="69" name="Group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446184"/>
              </p:ext>
            </p:extLst>
          </p:nvPr>
        </p:nvGraphicFramePr>
        <p:xfrm>
          <a:off x="412932" y="1492218"/>
          <a:ext cx="9077463" cy="1139280"/>
        </p:xfrm>
        <a:graphic>
          <a:graphicData uri="http://schemas.openxmlformats.org/drawingml/2006/table">
            <a:tbl>
              <a:tblPr/>
              <a:tblGrid>
                <a:gridCol w="1844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2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14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구 분</a:t>
                      </a:r>
                      <a:endParaRPr kumimoji="1" lang="en-US" altLang="ko-KR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세부 내역</a:t>
                      </a:r>
                      <a:endParaRPr kumimoji="1" lang="en-US" altLang="ko-KR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사업 명</a:t>
                      </a:r>
                      <a:endParaRPr kumimoji="1" lang="en-US" altLang="ko-KR" sz="1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000" b="0" i="0" u="none" strike="noStrike" kern="1200" cap="none" spc="20" normalizeH="0" baseline="0" dirty="0" smtClean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㈜ </a:t>
                      </a:r>
                      <a:r>
                        <a:rPr kumimoji="0" lang="en-US" altLang="ko-KR" sz="1000" b="0" i="0" u="none" strike="noStrike" kern="1200" cap="none" spc="20" normalizeH="0" baseline="0" dirty="0" smtClean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XX </a:t>
                      </a:r>
                      <a:r>
                        <a:rPr kumimoji="0" lang="en-US" altLang="ko-KR" sz="1000" b="0" i="0" u="none" strike="noStrike" kern="1200" cap="none" spc="20" normalizeH="0" baseline="0" dirty="0" err="1" smtClean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XX</a:t>
                      </a:r>
                      <a:r>
                        <a:rPr kumimoji="0" lang="ko-KR" altLang="en-US" sz="1000" b="0" i="0" u="none" strike="noStrike" kern="1200" cap="none" spc="20" normalizeH="0" baseline="0" dirty="0" smtClean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인프라구축</a:t>
                      </a: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사업 기간</a:t>
                      </a:r>
                      <a:endParaRPr kumimoji="1" lang="en-US" altLang="ko-KR" sz="1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XXXX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X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월 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XX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일 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~ XXXX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XX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월 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XX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일</a:t>
                      </a: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9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납품 장소</a:t>
                      </a:r>
                      <a:endParaRPr kumimoji="1" lang="en-US" altLang="ko-KR" sz="1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0" name="그룹 69"/>
          <p:cNvGrpSpPr/>
          <p:nvPr/>
        </p:nvGrpSpPr>
        <p:grpSpPr>
          <a:xfrm>
            <a:off x="412932" y="1081842"/>
            <a:ext cx="9089903" cy="246221"/>
            <a:chOff x="443410" y="1007687"/>
            <a:chExt cx="9089903" cy="246221"/>
          </a:xfrm>
        </p:grpSpPr>
        <p:sp>
          <p:nvSpPr>
            <p:cNvPr id="71" name="TextBox 70"/>
            <p:cNvSpPr txBox="1"/>
            <p:nvPr/>
          </p:nvSpPr>
          <p:spPr>
            <a:xfrm>
              <a:off x="662525" y="1007687"/>
              <a:ext cx="8870788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ko-KR"/>
              </a:defPPr>
              <a:lvl2pPr marL="126000" lvl="1" indent="-126000" latinLnBrk="0">
                <a:spcBef>
                  <a:spcPts val="600"/>
                </a:spcBef>
                <a:spcAft>
                  <a:spcPts val="0"/>
                </a:spcAft>
                <a:buFont typeface="Arial" pitchFamily="34" charset="0"/>
                <a:buChar char="•"/>
                <a:defRPr sz="1400" spc="-80">
                  <a:solidFill>
                    <a:srgbClr val="5F5F5F"/>
                  </a:solidFill>
                  <a:latin typeface="맑은 고딕"/>
                </a:defRPr>
              </a:lvl2pPr>
            </a:lstStyle>
            <a:p>
              <a:pPr defTabSz="914400"/>
              <a:r>
                <a:rPr lang="ko-KR" altLang="en-US" sz="1600" b="1" dirty="0" smtClean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개요</a:t>
              </a:r>
              <a:endParaRPr lang="en-US" altLang="ko-KR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443410" y="1031537"/>
              <a:ext cx="72000" cy="208800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412932" y="2766122"/>
            <a:ext cx="9089903" cy="246221"/>
            <a:chOff x="443410" y="1007687"/>
            <a:chExt cx="9089903" cy="246221"/>
          </a:xfrm>
        </p:grpSpPr>
        <p:sp>
          <p:nvSpPr>
            <p:cNvPr id="74" name="TextBox 73"/>
            <p:cNvSpPr txBox="1"/>
            <p:nvPr/>
          </p:nvSpPr>
          <p:spPr>
            <a:xfrm>
              <a:off x="662525" y="1007687"/>
              <a:ext cx="8870788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ko-KR"/>
              </a:defPPr>
              <a:lvl2pPr marL="126000" lvl="1" indent="-126000" latinLnBrk="0">
                <a:spcBef>
                  <a:spcPts val="600"/>
                </a:spcBef>
                <a:spcAft>
                  <a:spcPts val="0"/>
                </a:spcAft>
                <a:buFont typeface="Arial" pitchFamily="34" charset="0"/>
                <a:buChar char="•"/>
                <a:defRPr sz="1400" spc="-80">
                  <a:solidFill>
                    <a:srgbClr val="5F5F5F"/>
                  </a:solidFill>
                  <a:latin typeface="맑은 고딕"/>
                </a:defRPr>
              </a:lvl2pPr>
            </a:lstStyle>
            <a:p>
              <a:pPr defTabSz="914400"/>
              <a:r>
                <a:rPr lang="ko-KR" altLang="en-US" sz="1600" b="1" dirty="0" smtClean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검수 대상</a:t>
              </a:r>
              <a:endParaRPr lang="en-US" altLang="ko-KR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443410" y="1031537"/>
              <a:ext cx="72000" cy="208800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76" name="Group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426979"/>
              </p:ext>
            </p:extLst>
          </p:nvPr>
        </p:nvGraphicFramePr>
        <p:xfrm>
          <a:off x="412932" y="3161170"/>
          <a:ext cx="9089903" cy="1693680"/>
        </p:xfrm>
        <a:graphic>
          <a:graphicData uri="http://schemas.openxmlformats.org/drawingml/2006/table">
            <a:tbl>
              <a:tblPr/>
              <a:tblGrid>
                <a:gridCol w="1630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5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3396">
                  <a:extLst>
                    <a:ext uri="{9D8B030D-6E8A-4147-A177-3AD203B41FA5}">
                      <a16:colId xmlns:a16="http://schemas.microsoft.com/office/drawing/2014/main" val="3284210320"/>
                    </a:ext>
                  </a:extLst>
                </a:gridCol>
                <a:gridCol w="1261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8651">
                  <a:extLst>
                    <a:ext uri="{9D8B030D-6E8A-4147-A177-3AD203B41FA5}">
                      <a16:colId xmlns:a16="http://schemas.microsoft.com/office/drawing/2014/main" val="2684733509"/>
                    </a:ext>
                  </a:extLst>
                </a:gridCol>
              </a:tblGrid>
              <a:tr h="2310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항 목</a:t>
                      </a:r>
                      <a:endParaRPr kumimoji="1" lang="en-US" altLang="ko-KR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내 역</a:t>
                      </a:r>
                      <a:endParaRPr kumimoji="1" lang="en-US" altLang="ko-KR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수 량</a:t>
                      </a:r>
                      <a:endParaRPr kumimoji="1" lang="en-US" altLang="ko-KR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이상유무</a:t>
                      </a:r>
                      <a:endParaRPr kumimoji="1" lang="en-US" altLang="ko-KR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비 고</a:t>
                      </a:r>
                      <a:endParaRPr kumimoji="1" lang="en-US" altLang="ko-KR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186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Hardware</a:t>
                      </a:r>
                    </a:p>
                  </a:txBody>
                  <a:tcPr marL="97500" marR="97500" marT="62400" marB="624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유 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무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)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18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유 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무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)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18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유 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무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)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18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유 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무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)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661763"/>
                  </a:ext>
                </a:extLst>
              </a:tr>
              <a:tr h="2081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Software</a:t>
                      </a:r>
                    </a:p>
                  </a:txBody>
                  <a:tcPr marL="97500" marR="97500" marT="62400" marB="624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ORACLE/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보안솔루션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1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이중화 솔루션</a:t>
                      </a: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8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유 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무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)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RAC / Partitioning 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포함</a:t>
                      </a: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077087"/>
                  </a:ext>
                </a:extLst>
              </a:tr>
            </a:tbl>
          </a:graphicData>
        </a:graphic>
      </p:graphicFrame>
      <p:graphicFrame>
        <p:nvGraphicFramePr>
          <p:cNvPr id="77" name="표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50180"/>
              </p:ext>
            </p:extLst>
          </p:nvPr>
        </p:nvGraphicFramePr>
        <p:xfrm>
          <a:off x="412931" y="5472087"/>
          <a:ext cx="9089904" cy="862080"/>
        </p:xfrm>
        <a:graphic>
          <a:graphicData uri="http://schemas.openxmlformats.org/drawingml/2006/table">
            <a:tbl>
              <a:tblPr/>
              <a:tblGrid>
                <a:gridCol w="2385425">
                  <a:extLst>
                    <a:ext uri="{9D8B030D-6E8A-4147-A177-3AD203B41FA5}">
                      <a16:colId xmlns:a16="http://schemas.microsoft.com/office/drawing/2014/main" val="3074749773"/>
                    </a:ext>
                  </a:extLst>
                </a:gridCol>
                <a:gridCol w="2045641">
                  <a:extLst>
                    <a:ext uri="{9D8B030D-6E8A-4147-A177-3AD203B41FA5}">
                      <a16:colId xmlns:a16="http://schemas.microsoft.com/office/drawing/2014/main" val="3151365436"/>
                    </a:ext>
                  </a:extLst>
                </a:gridCol>
                <a:gridCol w="2335570">
                  <a:extLst>
                    <a:ext uri="{9D8B030D-6E8A-4147-A177-3AD203B41FA5}">
                      <a16:colId xmlns:a16="http://schemas.microsoft.com/office/drawing/2014/main" val="3017246078"/>
                    </a:ext>
                  </a:extLst>
                </a:gridCol>
                <a:gridCol w="2323268">
                  <a:extLst>
                    <a:ext uri="{9D8B030D-6E8A-4147-A177-3AD203B41FA5}">
                      <a16:colId xmlns:a16="http://schemas.microsoft.com/office/drawing/2014/main" val="817529928"/>
                    </a:ext>
                  </a:extLst>
                </a:gridCol>
              </a:tblGrid>
              <a:tr h="1926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구분</a:t>
                      </a:r>
                      <a:endParaRPr kumimoji="1" lang="en-US" altLang="ko-KR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소속</a:t>
                      </a:r>
                      <a:endParaRPr kumimoji="1" lang="en-US" altLang="ko-KR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이름</a:t>
                      </a:r>
                      <a:endParaRPr kumimoji="1" lang="en-US" altLang="ko-KR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서명</a:t>
                      </a:r>
                      <a:endParaRPr kumimoji="1" lang="en-US" altLang="ko-KR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647536"/>
                  </a:ext>
                </a:extLst>
              </a:tr>
              <a:tr h="1735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000" b="1" i="0" u="none" strike="noStrike" kern="1200" cap="none" spc="20" normalizeH="0" baseline="0" dirty="0" smtClean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설치자</a:t>
                      </a:r>
                      <a:endParaRPr kumimoji="1" lang="en-US" altLang="ko-KR" sz="1000" b="1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825040"/>
                  </a:ext>
                </a:extLst>
              </a:tr>
              <a:tr h="1735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1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검수자</a:t>
                      </a:r>
                      <a:endParaRPr kumimoji="1" lang="en-US" altLang="ko-KR" sz="1000" b="1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90964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417861" y="5181599"/>
            <a:ext cx="23278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 smtClean="0"/>
              <a:t>위와같이</a:t>
            </a:r>
            <a:r>
              <a:rPr lang="ko-KR" altLang="en-US" sz="1200" dirty="0" smtClean="0"/>
              <a:t> 검수하였음을 확인함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32908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</a:rPr>
              <a:t>XX</a:t>
            </a:r>
            <a:r>
              <a:rPr lang="ko-KR" altLang="en-US" dirty="0" smtClean="0">
                <a:solidFill>
                  <a:schemeClr val="bg1">
                    <a:lumMod val="50000"/>
                  </a:schemeClr>
                </a:solidFill>
              </a:rPr>
              <a:t>프로젝트 검수 확인서</a:t>
            </a:r>
            <a:endParaRPr lang="en-US" altLang="ko-KR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ko-KR" altLang="en-US" sz="2600" dirty="0">
                <a:solidFill>
                  <a:schemeClr val="accent1"/>
                </a:solidFill>
              </a:rPr>
              <a:t>별첨</a:t>
            </a:r>
            <a:endParaRPr lang="en-US" altLang="ko-KR" sz="26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078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검수 내용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 smtClean="0"/>
              <a:t>별첨</a:t>
            </a:r>
            <a:endParaRPr lang="ko-KR" altLang="en-US" dirty="0"/>
          </a:p>
        </p:txBody>
      </p:sp>
      <p:sp>
        <p:nvSpPr>
          <p:cNvPr id="5" name="Rectangle 215"/>
          <p:cNvSpPr>
            <a:spLocks noChangeArrowheads="1"/>
          </p:cNvSpPr>
          <p:nvPr/>
        </p:nvSpPr>
        <p:spPr bwMode="auto">
          <a:xfrm>
            <a:off x="408512" y="2060651"/>
            <a:ext cx="4433828" cy="396000"/>
          </a:xfrm>
          <a:prstGeom prst="rect">
            <a:avLst/>
          </a:prstGeom>
          <a:solidFill>
            <a:srgbClr val="005AB4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" name="TextBox 116"/>
          <p:cNvSpPr txBox="1">
            <a:spLocks noChangeArrowheads="1"/>
          </p:cNvSpPr>
          <p:nvPr/>
        </p:nvSpPr>
        <p:spPr bwMode="auto">
          <a:xfrm>
            <a:off x="532511" y="2120151"/>
            <a:ext cx="41858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en-US" b="1" spc="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검수 대상</a:t>
            </a:r>
            <a:endParaRPr lang="en-US" altLang="ko-KR" b="1" spc="2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7" name="Rectangle 215"/>
          <p:cNvSpPr>
            <a:spLocks noChangeArrowheads="1"/>
          </p:cNvSpPr>
          <p:nvPr/>
        </p:nvSpPr>
        <p:spPr bwMode="auto">
          <a:xfrm>
            <a:off x="5067994" y="2060650"/>
            <a:ext cx="4433828" cy="396000"/>
          </a:xfrm>
          <a:prstGeom prst="rect">
            <a:avLst/>
          </a:prstGeom>
          <a:solidFill>
            <a:srgbClr val="005AB4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8" name="TextBox 116"/>
          <p:cNvSpPr txBox="1">
            <a:spLocks noChangeArrowheads="1"/>
          </p:cNvSpPr>
          <p:nvPr/>
        </p:nvSpPr>
        <p:spPr bwMode="auto">
          <a:xfrm>
            <a:off x="5185875" y="2120151"/>
            <a:ext cx="41858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en-US" b="1" spc="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검수 결과</a:t>
            </a:r>
            <a:endParaRPr lang="en-US" altLang="ko-KR" b="1" spc="2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20747" y="2516151"/>
            <a:ext cx="4433828" cy="3987199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0">
              <a:lnSpc>
                <a:spcPts val="1400"/>
              </a:lnSpc>
            </a:pPr>
            <a:endParaRPr kumimoji="1" lang="ko-KR" altLang="en-US" sz="1200" dirty="0" err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+mj-lt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067994" y="2516151"/>
            <a:ext cx="4421593" cy="3987199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0">
              <a:lnSpc>
                <a:spcPts val="1400"/>
              </a:lnSpc>
            </a:pPr>
            <a:endParaRPr kumimoji="1" lang="ko-KR" altLang="en-US" sz="1200" dirty="0" err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+mj-lt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aphicFrame>
        <p:nvGraphicFramePr>
          <p:cNvPr id="11" name="Group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707263"/>
              </p:ext>
            </p:extLst>
          </p:nvPr>
        </p:nvGraphicFramePr>
        <p:xfrm>
          <a:off x="417515" y="1146990"/>
          <a:ext cx="9089902" cy="604382"/>
        </p:xfrm>
        <a:graphic>
          <a:graphicData uri="http://schemas.openxmlformats.org/drawingml/2006/table">
            <a:tbl>
              <a:tblPr/>
              <a:tblGrid>
                <a:gridCol w="1069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1195">
                  <a:extLst>
                    <a:ext uri="{9D8B030D-6E8A-4147-A177-3AD203B41FA5}">
                      <a16:colId xmlns:a16="http://schemas.microsoft.com/office/drawing/2014/main" val="4023538855"/>
                    </a:ext>
                  </a:extLst>
                </a:gridCol>
              </a:tblGrid>
              <a:tr h="2967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검수 번호</a:t>
                      </a:r>
                      <a:endParaRPr kumimoji="1" lang="en-US" altLang="ko-KR" sz="11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1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모델명</a:t>
                      </a:r>
                      <a:endParaRPr kumimoji="1" lang="en-US" altLang="ko-KR" sz="1000" b="1" i="0" u="none" strike="noStrike" kern="1200" cap="none" spc="10" normalizeH="0" baseline="0" noProof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HPE DL380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H-S1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검수 항목</a:t>
                      </a:r>
                      <a:endParaRPr kumimoji="1" lang="en-US" altLang="ko-KR" sz="1000" b="1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박스 개봉 전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후 상태 및 시리얼 라벨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782382"/>
              </p:ext>
            </p:extLst>
          </p:nvPr>
        </p:nvGraphicFramePr>
        <p:xfrm>
          <a:off x="1044598" y="2673818"/>
          <a:ext cx="3031502" cy="419100"/>
        </p:xfrm>
        <a:graphic>
          <a:graphicData uri="http://schemas.openxmlformats.org/drawingml/2006/table">
            <a:tbl>
              <a:tblPr/>
              <a:tblGrid>
                <a:gridCol w="1569248">
                  <a:extLst>
                    <a:ext uri="{9D8B030D-6E8A-4147-A177-3AD203B41FA5}">
                      <a16:colId xmlns:a16="http://schemas.microsoft.com/office/drawing/2014/main" val="2671198337"/>
                    </a:ext>
                  </a:extLst>
                </a:gridCol>
                <a:gridCol w="1462254">
                  <a:extLst>
                    <a:ext uri="{9D8B030D-6E8A-4147-A177-3AD203B41FA5}">
                      <a16:colId xmlns:a16="http://schemas.microsoft.com/office/drawing/2014/main" val="810990942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호스트네임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시리얼번호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99197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winpacmesdb1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XXXXXXX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430845"/>
                  </a:ext>
                </a:extLst>
              </a:tr>
            </a:tbl>
          </a:graphicData>
        </a:graphic>
      </p:graphicFrame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875" y="2861825"/>
            <a:ext cx="2081129" cy="1564689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5875" y="4515813"/>
            <a:ext cx="2081129" cy="156469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7731" y="2861825"/>
            <a:ext cx="2081128" cy="1564689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7731" y="4519706"/>
            <a:ext cx="2081128" cy="156468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 rot="20132723">
            <a:off x="2114074" y="3599875"/>
            <a:ext cx="5703280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dirty="0" smtClean="0"/>
              <a:t>Sample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622439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검수 내용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 smtClean="0"/>
              <a:t>별첨</a:t>
            </a:r>
            <a:endParaRPr lang="ko-KR" altLang="en-US" dirty="0"/>
          </a:p>
        </p:txBody>
      </p:sp>
      <p:sp>
        <p:nvSpPr>
          <p:cNvPr id="18" name="Rectangle 215"/>
          <p:cNvSpPr>
            <a:spLocks noChangeArrowheads="1"/>
          </p:cNvSpPr>
          <p:nvPr/>
        </p:nvSpPr>
        <p:spPr bwMode="auto">
          <a:xfrm>
            <a:off x="408512" y="2060651"/>
            <a:ext cx="4433828" cy="396000"/>
          </a:xfrm>
          <a:prstGeom prst="rect">
            <a:avLst/>
          </a:prstGeom>
          <a:solidFill>
            <a:srgbClr val="005AB4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9" name="TextBox 116"/>
          <p:cNvSpPr txBox="1">
            <a:spLocks noChangeArrowheads="1"/>
          </p:cNvSpPr>
          <p:nvPr/>
        </p:nvSpPr>
        <p:spPr bwMode="auto">
          <a:xfrm>
            <a:off x="532511" y="2120151"/>
            <a:ext cx="41858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en-US" b="1" spc="2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검수 대상</a:t>
            </a:r>
            <a:endParaRPr lang="en-US" altLang="ko-KR" b="1" spc="2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0" name="Rectangle 215"/>
          <p:cNvSpPr>
            <a:spLocks noChangeArrowheads="1"/>
          </p:cNvSpPr>
          <p:nvPr/>
        </p:nvSpPr>
        <p:spPr bwMode="auto">
          <a:xfrm>
            <a:off x="5067994" y="2060650"/>
            <a:ext cx="4433828" cy="396000"/>
          </a:xfrm>
          <a:prstGeom prst="rect">
            <a:avLst/>
          </a:prstGeom>
          <a:solidFill>
            <a:srgbClr val="005AB4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1" name="TextBox 116"/>
          <p:cNvSpPr txBox="1">
            <a:spLocks noChangeArrowheads="1"/>
          </p:cNvSpPr>
          <p:nvPr/>
        </p:nvSpPr>
        <p:spPr bwMode="auto">
          <a:xfrm>
            <a:off x="5185875" y="2120151"/>
            <a:ext cx="41858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en-US" b="1" spc="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검수 결과</a:t>
            </a:r>
            <a:endParaRPr lang="en-US" altLang="ko-KR" b="1" spc="2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0747" y="2516151"/>
            <a:ext cx="4433828" cy="3987199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0">
              <a:lnSpc>
                <a:spcPts val="1400"/>
              </a:lnSpc>
            </a:pPr>
            <a:endParaRPr kumimoji="1" lang="ko-KR" altLang="en-US" sz="1200" dirty="0" err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+mj-lt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67994" y="2516151"/>
            <a:ext cx="4421593" cy="3987199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0">
              <a:lnSpc>
                <a:spcPts val="1400"/>
              </a:lnSpc>
            </a:pPr>
            <a:endParaRPr kumimoji="1" lang="ko-KR" altLang="en-US" sz="1200" dirty="0" err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+mj-lt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aphicFrame>
        <p:nvGraphicFramePr>
          <p:cNvPr id="24" name="Group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698657"/>
              </p:ext>
            </p:extLst>
          </p:nvPr>
        </p:nvGraphicFramePr>
        <p:xfrm>
          <a:off x="417515" y="1146990"/>
          <a:ext cx="9089902" cy="604382"/>
        </p:xfrm>
        <a:graphic>
          <a:graphicData uri="http://schemas.openxmlformats.org/drawingml/2006/table">
            <a:tbl>
              <a:tblPr/>
              <a:tblGrid>
                <a:gridCol w="1069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1195">
                  <a:extLst>
                    <a:ext uri="{9D8B030D-6E8A-4147-A177-3AD203B41FA5}">
                      <a16:colId xmlns:a16="http://schemas.microsoft.com/office/drawing/2014/main" val="4023538855"/>
                    </a:ext>
                  </a:extLst>
                </a:gridCol>
              </a:tblGrid>
              <a:tr h="2967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검수 번호</a:t>
                      </a:r>
                      <a:endParaRPr kumimoji="1" lang="en-US" altLang="ko-KR" sz="11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1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모델명</a:t>
                      </a:r>
                      <a:endParaRPr kumimoji="1" lang="en-US" altLang="ko-KR" sz="1000" b="1" i="0" u="none" strike="noStrike" kern="1200" cap="none" spc="10" normalizeH="0" baseline="0" noProof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HPE DL380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H-S1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검수 항목</a:t>
                      </a:r>
                      <a:endParaRPr kumimoji="1" lang="en-US" altLang="ko-KR" sz="1000" b="1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Rack 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설치 상태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5146"/>
              </p:ext>
            </p:extLst>
          </p:nvPr>
        </p:nvGraphicFramePr>
        <p:xfrm>
          <a:off x="1044598" y="2673818"/>
          <a:ext cx="3031502" cy="419100"/>
        </p:xfrm>
        <a:graphic>
          <a:graphicData uri="http://schemas.openxmlformats.org/drawingml/2006/table">
            <a:tbl>
              <a:tblPr/>
              <a:tblGrid>
                <a:gridCol w="1569248">
                  <a:extLst>
                    <a:ext uri="{9D8B030D-6E8A-4147-A177-3AD203B41FA5}">
                      <a16:colId xmlns:a16="http://schemas.microsoft.com/office/drawing/2014/main" val="2671198337"/>
                    </a:ext>
                  </a:extLst>
                </a:gridCol>
                <a:gridCol w="1462254">
                  <a:extLst>
                    <a:ext uri="{9D8B030D-6E8A-4147-A177-3AD203B41FA5}">
                      <a16:colId xmlns:a16="http://schemas.microsoft.com/office/drawing/2014/main" val="810990942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호스트네임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시리얼번호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99197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winpacmesdb1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XXXXXXX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430845"/>
                  </a:ext>
                </a:extLst>
              </a:tr>
            </a:tbl>
          </a:graphicData>
        </a:graphic>
      </p:graphicFrame>
      <p:pic>
        <p:nvPicPr>
          <p:cNvPr id="26" name="그림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363" y="2673818"/>
            <a:ext cx="2698853" cy="3623993"/>
          </a:xfrm>
          <a:prstGeom prst="rect">
            <a:avLst/>
          </a:prstGeom>
        </p:spPr>
      </p:pic>
      <p:sp>
        <p:nvSpPr>
          <p:cNvPr id="27" name="직사각형 26"/>
          <p:cNvSpPr/>
          <p:nvPr/>
        </p:nvSpPr>
        <p:spPr>
          <a:xfrm>
            <a:off x="5843095" y="3520867"/>
            <a:ext cx="2871387" cy="709301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 rot="20132723">
            <a:off x="2114074" y="3599875"/>
            <a:ext cx="5703280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dirty="0" smtClean="0"/>
              <a:t>Sample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317291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검수 내용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 smtClean="0"/>
              <a:t>별첨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5680414" y="3089765"/>
            <a:ext cx="3196752" cy="2948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CPU </a:t>
            </a:r>
            <a:r>
              <a:rPr lang="ko-KR" altLang="en-US" dirty="0" smtClean="0"/>
              <a:t>모델명이 나온 캡쳐</a:t>
            </a:r>
            <a:endParaRPr lang="ko-KR" altLang="en-US" dirty="0"/>
          </a:p>
        </p:txBody>
      </p:sp>
      <p:sp>
        <p:nvSpPr>
          <p:cNvPr id="19" name="Rectangle 215"/>
          <p:cNvSpPr>
            <a:spLocks noChangeArrowheads="1"/>
          </p:cNvSpPr>
          <p:nvPr/>
        </p:nvSpPr>
        <p:spPr bwMode="auto">
          <a:xfrm>
            <a:off x="408512" y="2060651"/>
            <a:ext cx="4433828" cy="396000"/>
          </a:xfrm>
          <a:prstGeom prst="rect">
            <a:avLst/>
          </a:prstGeom>
          <a:solidFill>
            <a:srgbClr val="005AB4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0" name="TextBox 116"/>
          <p:cNvSpPr txBox="1">
            <a:spLocks noChangeArrowheads="1"/>
          </p:cNvSpPr>
          <p:nvPr/>
        </p:nvSpPr>
        <p:spPr bwMode="auto">
          <a:xfrm>
            <a:off x="532511" y="2120151"/>
            <a:ext cx="41858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en-US" b="1" spc="2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검수 대상</a:t>
            </a:r>
            <a:endParaRPr lang="en-US" altLang="ko-KR" b="1" spc="2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1" name="Rectangle 215"/>
          <p:cNvSpPr>
            <a:spLocks noChangeArrowheads="1"/>
          </p:cNvSpPr>
          <p:nvPr/>
        </p:nvSpPr>
        <p:spPr bwMode="auto">
          <a:xfrm>
            <a:off x="5067994" y="2060650"/>
            <a:ext cx="4433828" cy="396000"/>
          </a:xfrm>
          <a:prstGeom prst="rect">
            <a:avLst/>
          </a:prstGeom>
          <a:solidFill>
            <a:srgbClr val="005AB4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2" name="TextBox 116"/>
          <p:cNvSpPr txBox="1">
            <a:spLocks noChangeArrowheads="1"/>
          </p:cNvSpPr>
          <p:nvPr/>
        </p:nvSpPr>
        <p:spPr bwMode="auto">
          <a:xfrm>
            <a:off x="5185875" y="2120151"/>
            <a:ext cx="41858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en-US" b="1" spc="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검수 결과</a:t>
            </a:r>
            <a:endParaRPr lang="en-US" altLang="ko-KR" b="1" spc="2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420747" y="2516151"/>
            <a:ext cx="4433828" cy="3987199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0">
              <a:lnSpc>
                <a:spcPts val="1400"/>
              </a:lnSpc>
            </a:pPr>
            <a:endParaRPr kumimoji="1" lang="ko-KR" altLang="en-US" sz="1200" dirty="0" err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+mj-lt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067994" y="2516151"/>
            <a:ext cx="4421593" cy="3987199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0">
              <a:lnSpc>
                <a:spcPts val="1400"/>
              </a:lnSpc>
            </a:pPr>
            <a:endParaRPr kumimoji="1" lang="ko-KR" altLang="en-US" sz="1200" dirty="0" err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+mj-lt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aphicFrame>
        <p:nvGraphicFramePr>
          <p:cNvPr id="25" name="Group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134465"/>
              </p:ext>
            </p:extLst>
          </p:nvPr>
        </p:nvGraphicFramePr>
        <p:xfrm>
          <a:off x="417515" y="1146990"/>
          <a:ext cx="9089902" cy="604382"/>
        </p:xfrm>
        <a:graphic>
          <a:graphicData uri="http://schemas.openxmlformats.org/drawingml/2006/table">
            <a:tbl>
              <a:tblPr/>
              <a:tblGrid>
                <a:gridCol w="1069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1195">
                  <a:extLst>
                    <a:ext uri="{9D8B030D-6E8A-4147-A177-3AD203B41FA5}">
                      <a16:colId xmlns:a16="http://schemas.microsoft.com/office/drawing/2014/main" val="4023538855"/>
                    </a:ext>
                  </a:extLst>
                </a:gridCol>
              </a:tblGrid>
              <a:tr h="2967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검수 번호</a:t>
                      </a:r>
                      <a:endParaRPr kumimoji="1" lang="en-US" altLang="ko-KR" sz="11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1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모델명</a:t>
                      </a:r>
                      <a:endParaRPr kumimoji="1" lang="en-US" altLang="ko-KR" sz="1000" b="1" i="0" u="none" strike="noStrike" kern="1200" cap="none" spc="10" normalizeH="0" baseline="0" noProof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HPE DL380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H-S1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검수 항목</a:t>
                      </a:r>
                      <a:endParaRPr kumimoji="1" lang="en-US" altLang="ko-KR" sz="1000" b="1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s-E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Gen11 S-4509Y 2.6GHz 8-core 1P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/>
        </p:nvGraphicFramePr>
        <p:xfrm>
          <a:off x="1044598" y="2673818"/>
          <a:ext cx="3031502" cy="419100"/>
        </p:xfrm>
        <a:graphic>
          <a:graphicData uri="http://schemas.openxmlformats.org/drawingml/2006/table">
            <a:tbl>
              <a:tblPr/>
              <a:tblGrid>
                <a:gridCol w="1569248">
                  <a:extLst>
                    <a:ext uri="{9D8B030D-6E8A-4147-A177-3AD203B41FA5}">
                      <a16:colId xmlns:a16="http://schemas.microsoft.com/office/drawing/2014/main" val="2671198337"/>
                    </a:ext>
                  </a:extLst>
                </a:gridCol>
                <a:gridCol w="1462254">
                  <a:extLst>
                    <a:ext uri="{9D8B030D-6E8A-4147-A177-3AD203B41FA5}">
                      <a16:colId xmlns:a16="http://schemas.microsoft.com/office/drawing/2014/main" val="810990942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호스트네임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시리얼번호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99197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winpacmesdb1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XXXXXXX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430845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 rot="20132723">
            <a:off x="2114074" y="3599875"/>
            <a:ext cx="5703280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dirty="0" smtClean="0"/>
              <a:t>Sample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163317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617474"/>
      </p:ext>
    </p:extLst>
  </p:cSld>
  <p:clrMapOvr>
    <a:masterClrMapping/>
  </p:clrMapOvr>
</p:sld>
</file>

<file path=ppt/theme/theme1.xml><?xml version="1.0" encoding="utf-8"?>
<a:theme xmlns:a="http://schemas.openxmlformats.org/drawingml/2006/main" name="문서템플릿">
  <a:themeElements>
    <a:clrScheme name="표준템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4"/>
      </a:accent1>
      <a:accent2>
        <a:srgbClr val="00A7ED"/>
      </a:accent2>
      <a:accent3>
        <a:srgbClr val="0071BB"/>
      </a:accent3>
      <a:accent4>
        <a:srgbClr val="222D5B"/>
      </a:accent4>
      <a:accent5>
        <a:srgbClr val="33CCCC"/>
      </a:accent5>
      <a:accent6>
        <a:srgbClr val="FF0066"/>
      </a:accent6>
      <a:hlink>
        <a:srgbClr val="954F72"/>
      </a:hlink>
      <a:folHlink>
        <a:srgbClr val="954F72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225471-7C69-49CC-95EB-8C94F25B4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92C52DB-E9E3-46CD-811C-803D077AD9CA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E156550-B094-4ABA-846C-47B3875BCF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27975</TotalTime>
  <Words>219</Words>
  <Application>Microsoft Office PowerPoint</Application>
  <PresentationFormat>A4 용지(210x297mm)</PresentationFormat>
  <Paragraphs>101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굴림</vt:lpstr>
      <vt:lpstr>맑은 고딕</vt:lpstr>
      <vt:lpstr>Arial</vt:lpstr>
      <vt:lpstr>Segoe UI</vt:lpstr>
      <vt:lpstr>Wingdings</vt:lpstr>
      <vt:lpstr>문서템플릿</vt:lpstr>
      <vt:lpstr>PowerPoint 프레젠테이션</vt:lpstr>
      <vt:lpstr>PowerPoint 프레젠테이션</vt:lpstr>
      <vt:lpstr>PowerPoint 프레젠테이션</vt:lpstr>
      <vt:lpstr>1. 검수 확인</vt:lpstr>
      <vt:lpstr>PowerPoint 프레젠테이션</vt:lpstr>
      <vt:lpstr>검수 내용</vt:lpstr>
      <vt:lpstr>검수 내용</vt:lpstr>
      <vt:lpstr>검수 내용</vt:lpstr>
      <vt:lpstr>PowerPoint 프레젠테이션</vt:lpstr>
    </vt:vector>
  </TitlesOfParts>
  <Company>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prof</dc:creator>
  <cp:lastModifiedBy>Miracom</cp:lastModifiedBy>
  <cp:revision>1556</cp:revision>
  <cp:lastPrinted>2019-06-21T07:56:14Z</cp:lastPrinted>
  <dcterms:created xsi:type="dcterms:W3CDTF">2013-11-13T01:08:07Z</dcterms:created>
  <dcterms:modified xsi:type="dcterms:W3CDTF">2025-04-11T03:54:18Z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5C58129F-E5B8-477A-9B38-B3E54BFA04C8}" pid="2">
    <vt:lpwstr>A2265D46B23E86417CDAB57A7F05BAAEADCBBC752B73D54DA3E9536622969EE5</vt:lpwstr>
  </property>
</Properties>
</file>