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14"/>
  </p:notesMasterIdLst>
  <p:handoutMasterIdLst>
    <p:handoutMasterId r:id="rId15"/>
  </p:handoutMasterIdLst>
  <p:sldIdLst>
    <p:sldId id="1165" r:id="rId5"/>
    <p:sldId id="1166" r:id="rId6"/>
    <p:sldId id="1167" r:id="rId7"/>
    <p:sldId id="1168" r:id="rId8"/>
    <p:sldId id="1177" r:id="rId9"/>
    <p:sldId id="1174" r:id="rId10"/>
    <p:sldId id="1175" r:id="rId11"/>
    <p:sldId id="1176" r:id="rId12"/>
    <p:sldId id="1160" r:id="rId13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93" autoAdjust="0"/>
    <p:restoredTop sz="96339" autoAdjust="0"/>
  </p:normalViewPr>
  <p:slideViewPr>
    <p:cSldViewPr snapToGrid="0">
      <p:cViewPr varScale="1">
        <p:scale>
          <a:sx n="87" d="100"/>
          <a:sy n="87" d="100"/>
        </p:scale>
        <p:origin x="1330" y="77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2025-04-11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2025-04-11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4" y="321809"/>
            <a:ext cx="3310046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l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01845" y="1618816"/>
            <a:ext cx="1909625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en-US" altLang="ko-KR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총페이지수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491293" y="3432561"/>
            <a:ext cx="2921376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accent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6DCC-97F7-4ACF-97C1-6DBC9656D44A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29E8-BA52-4248-B1ED-DE1A38AB7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8" r:id="rId2"/>
    <p:sldLayoutId id="2147484095" r:id="rId3"/>
    <p:sldLayoutId id="2147484096" r:id="rId4"/>
    <p:sldLayoutId id="21474840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부서명</a:t>
            </a:r>
            <a:endParaRPr lang="ko-KR" altLang="en-US" dirty="0"/>
          </a:p>
        </p:txBody>
      </p:sp>
      <p:sp>
        <p:nvSpPr>
          <p:cNvPr id="20" name="내용 개체 틀 19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 smtClean="0"/>
              <a:t>서버 검수 확인서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19962" y="404813"/>
            <a:ext cx="1499128" cy="276999"/>
          </a:xfrm>
          <a:prstGeom prst="rect">
            <a:avLst/>
          </a:prstGeom>
          <a:ln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CI(optional)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</p:spPr>
        <p:txBody>
          <a:bodyPr/>
          <a:lstStyle/>
          <a:p>
            <a:r>
              <a:rPr lang="ko-KR" altLang="en-US" dirty="0" smtClean="0"/>
              <a:t>부제목을 입력하세요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3077" y="599744"/>
            <a:ext cx="8629497" cy="2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10800" rIns="54000" bIns="10800"/>
          <a:lstStyle>
            <a:lvl1pPr marL="342900" indent="-3429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ko-KR" altLang="en-US" sz="2000" b="1" dirty="0">
                <a:latin typeface="+mn-ea"/>
                <a:ea typeface="+mn-ea"/>
              </a:rPr>
              <a:t>문서 </a:t>
            </a:r>
            <a:r>
              <a:rPr kumimoji="0" lang="ko-KR" altLang="en-US" sz="2000" b="1" dirty="0" err="1">
                <a:latin typeface="+mn-ea"/>
                <a:ea typeface="+mn-ea"/>
              </a:rPr>
              <a:t>개정이력표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aphicFrame>
        <p:nvGraphicFramePr>
          <p:cNvPr id="6" name="Group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36715"/>
              </p:ext>
            </p:extLst>
          </p:nvPr>
        </p:nvGraphicFramePr>
        <p:xfrm>
          <a:off x="821175" y="1101688"/>
          <a:ext cx="8190640" cy="4712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굴림" pitchFamily="50" charset="-127"/>
                          <a:cs typeface="+mn-cs"/>
                        </a:rPr>
                        <a:t>작성자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굴림" pitchFamily="50" charset="-127"/>
                        <a:cs typeface="+mn-cs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20XX.XX.XX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제정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OOO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4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3220670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4925369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946507743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511648706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15606028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170983"/>
                  </a:ext>
                </a:extLst>
              </a:tr>
              <a:tr h="378228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z="2600" dirty="0" smtClean="0">
                <a:solidFill>
                  <a:schemeClr val="accent1"/>
                </a:solidFill>
              </a:rPr>
              <a:t>XX</a:t>
            </a:r>
            <a:r>
              <a:rPr lang="ko-KR" altLang="en-US" sz="2600" dirty="0" smtClean="0">
                <a:solidFill>
                  <a:schemeClr val="accent1"/>
                </a:solidFill>
              </a:rPr>
              <a:t>프로젝트 검수 확인서</a:t>
            </a:r>
            <a:endParaRPr lang="en-US" altLang="ko-KR" sz="2600" b="1" dirty="0">
              <a:solidFill>
                <a:schemeClr val="accent1"/>
              </a:solidFill>
            </a:endParaRPr>
          </a:p>
          <a:p>
            <a:pPr lvl="0"/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별첨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32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smtClean="0"/>
              <a:t>검수 확인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ko-KR" dirty="0" smtClean="0"/>
              <a:t>Ⅰ. XX</a:t>
            </a:r>
            <a:r>
              <a:rPr lang="ko-KR" altLang="en-US" dirty="0" smtClean="0"/>
              <a:t>프로젝트 </a:t>
            </a:r>
            <a:r>
              <a:rPr lang="ko-KR" altLang="en-US" dirty="0" err="1" smtClean="0"/>
              <a:t>검수확인서</a:t>
            </a:r>
            <a:endParaRPr lang="ko-KR" altLang="en-US" dirty="0"/>
          </a:p>
        </p:txBody>
      </p:sp>
      <p:graphicFrame>
        <p:nvGraphicFramePr>
          <p:cNvPr id="69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992306"/>
              </p:ext>
            </p:extLst>
          </p:nvPr>
        </p:nvGraphicFramePr>
        <p:xfrm>
          <a:off x="412932" y="1492218"/>
          <a:ext cx="9077463" cy="1139280"/>
        </p:xfrm>
        <a:graphic>
          <a:graphicData uri="http://schemas.openxmlformats.org/drawingml/2006/table">
            <a:tbl>
              <a:tblPr/>
              <a:tblGrid>
                <a:gridCol w="1844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4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구 분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세부 내역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사업 명</a:t>
                      </a:r>
                      <a:endParaRPr kumimoji="1" lang="en-US" altLang="ko-KR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사업 기간</a:t>
                      </a:r>
                      <a:endParaRPr kumimoji="1" lang="en-US" altLang="ko-KR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납품 장소</a:t>
                      </a:r>
                      <a:endParaRPr kumimoji="1" lang="en-US" altLang="ko-KR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0" name="그룹 69"/>
          <p:cNvGrpSpPr/>
          <p:nvPr/>
        </p:nvGrpSpPr>
        <p:grpSpPr>
          <a:xfrm>
            <a:off x="412932" y="1081842"/>
            <a:ext cx="9089903" cy="246221"/>
            <a:chOff x="443410" y="1007687"/>
            <a:chExt cx="9089903" cy="246221"/>
          </a:xfrm>
        </p:grpSpPr>
        <p:sp>
          <p:nvSpPr>
            <p:cNvPr id="71" name="TextBox 70"/>
            <p:cNvSpPr txBox="1"/>
            <p:nvPr/>
          </p:nvSpPr>
          <p:spPr>
            <a:xfrm>
              <a:off x="662525" y="1007687"/>
              <a:ext cx="8870788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ko-KR"/>
              </a:defPPr>
              <a:lvl2pPr marL="126000" lvl="1" indent="-126000" latinLnBrk="0">
                <a:spcBef>
                  <a:spcPts val="600"/>
                </a:spcBef>
                <a:spcAft>
                  <a:spcPts val="0"/>
                </a:spcAft>
                <a:buFont typeface="Arial" pitchFamily="34" charset="0"/>
                <a:buChar char="•"/>
                <a:defRPr sz="1400" spc="-80">
                  <a:solidFill>
                    <a:srgbClr val="5F5F5F"/>
                  </a:solidFill>
                  <a:latin typeface="맑은 고딕"/>
                </a:defRPr>
              </a:lvl2pPr>
            </a:lstStyle>
            <a:p>
              <a:pPr defTabSz="914400"/>
              <a:r>
                <a:rPr lang="ko-KR" altLang="en-US" sz="1600" b="1" dirty="0" smtClean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개요</a:t>
              </a:r>
              <a:endPara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443410" y="1031537"/>
              <a:ext cx="72000" cy="208800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412932" y="2766122"/>
            <a:ext cx="9089903" cy="246221"/>
            <a:chOff x="443410" y="1007687"/>
            <a:chExt cx="9089903" cy="246221"/>
          </a:xfrm>
        </p:grpSpPr>
        <p:sp>
          <p:nvSpPr>
            <p:cNvPr id="74" name="TextBox 73"/>
            <p:cNvSpPr txBox="1"/>
            <p:nvPr/>
          </p:nvSpPr>
          <p:spPr>
            <a:xfrm>
              <a:off x="662525" y="1007687"/>
              <a:ext cx="8870788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ko-KR"/>
              </a:defPPr>
              <a:lvl2pPr marL="126000" lvl="1" indent="-126000" latinLnBrk="0">
                <a:spcBef>
                  <a:spcPts val="600"/>
                </a:spcBef>
                <a:spcAft>
                  <a:spcPts val="0"/>
                </a:spcAft>
                <a:buFont typeface="Arial" pitchFamily="34" charset="0"/>
                <a:buChar char="•"/>
                <a:defRPr sz="1400" spc="-80">
                  <a:solidFill>
                    <a:srgbClr val="5F5F5F"/>
                  </a:solidFill>
                  <a:latin typeface="맑은 고딕"/>
                </a:defRPr>
              </a:lvl2pPr>
            </a:lstStyle>
            <a:p>
              <a:pPr defTabSz="914400"/>
              <a:r>
                <a:rPr lang="ko-KR" altLang="en-US" sz="1600" b="1" dirty="0" smtClean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검수 대상</a:t>
              </a:r>
              <a:endPara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443410" y="1031537"/>
              <a:ext cx="72000" cy="208800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76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902840"/>
              </p:ext>
            </p:extLst>
          </p:nvPr>
        </p:nvGraphicFramePr>
        <p:xfrm>
          <a:off x="412932" y="3161170"/>
          <a:ext cx="9089903" cy="1857175"/>
        </p:xfrm>
        <a:graphic>
          <a:graphicData uri="http://schemas.openxmlformats.org/drawingml/2006/table">
            <a:tbl>
              <a:tblPr/>
              <a:tblGrid>
                <a:gridCol w="1630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5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396">
                  <a:extLst>
                    <a:ext uri="{9D8B030D-6E8A-4147-A177-3AD203B41FA5}">
                      <a16:colId xmlns:a16="http://schemas.microsoft.com/office/drawing/2014/main" val="3284210320"/>
                    </a:ext>
                  </a:extLst>
                </a:gridCol>
                <a:gridCol w="1261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8651">
                  <a:extLst>
                    <a:ext uri="{9D8B030D-6E8A-4147-A177-3AD203B41FA5}">
                      <a16:colId xmlns:a16="http://schemas.microsoft.com/office/drawing/2014/main" val="2684733509"/>
                    </a:ext>
                  </a:extLst>
                </a:gridCol>
              </a:tblGrid>
              <a:tr h="243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항 목</a:t>
                      </a:r>
                      <a:endParaRPr kumimoji="1" lang="en-US" altLang="ko-KR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내 역</a:t>
                      </a:r>
                      <a:endParaRPr kumimoji="1" lang="en-US" altLang="ko-KR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수 량</a:t>
                      </a:r>
                      <a:endParaRPr kumimoji="1" lang="en-US" altLang="ko-KR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이상유무</a:t>
                      </a:r>
                      <a:endParaRPr kumimoji="1" lang="en-US" altLang="ko-KR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비 고</a:t>
                      </a:r>
                      <a:endParaRPr kumimoji="1" lang="en-US" altLang="ko-KR" sz="1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95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Hardware</a:t>
                      </a: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유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무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9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유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무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9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유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무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99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00"/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유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무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661763"/>
                  </a:ext>
                </a:extLst>
              </a:tr>
              <a:tr h="3159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Software</a:t>
                      </a:r>
                    </a:p>
                  </a:txBody>
                  <a:tcPr marL="97500" marR="97500" marT="62400" marB="624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유 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무</a:t>
                      </a:r>
                      <a:r>
                        <a:rPr kumimoji="1" lang="en-US" altLang="ko-KR" sz="1000" b="0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077087"/>
                  </a:ext>
                </a:extLst>
              </a:tr>
            </a:tbl>
          </a:graphicData>
        </a:graphic>
      </p:graphicFrame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50180"/>
              </p:ext>
            </p:extLst>
          </p:nvPr>
        </p:nvGraphicFramePr>
        <p:xfrm>
          <a:off x="412931" y="5472087"/>
          <a:ext cx="9089904" cy="862080"/>
        </p:xfrm>
        <a:graphic>
          <a:graphicData uri="http://schemas.openxmlformats.org/drawingml/2006/table">
            <a:tbl>
              <a:tblPr/>
              <a:tblGrid>
                <a:gridCol w="2385425">
                  <a:extLst>
                    <a:ext uri="{9D8B030D-6E8A-4147-A177-3AD203B41FA5}">
                      <a16:colId xmlns:a16="http://schemas.microsoft.com/office/drawing/2014/main" val="3074749773"/>
                    </a:ext>
                  </a:extLst>
                </a:gridCol>
                <a:gridCol w="2045641">
                  <a:extLst>
                    <a:ext uri="{9D8B030D-6E8A-4147-A177-3AD203B41FA5}">
                      <a16:colId xmlns:a16="http://schemas.microsoft.com/office/drawing/2014/main" val="3151365436"/>
                    </a:ext>
                  </a:extLst>
                </a:gridCol>
                <a:gridCol w="2335570">
                  <a:extLst>
                    <a:ext uri="{9D8B030D-6E8A-4147-A177-3AD203B41FA5}">
                      <a16:colId xmlns:a16="http://schemas.microsoft.com/office/drawing/2014/main" val="3017246078"/>
                    </a:ext>
                  </a:extLst>
                </a:gridCol>
                <a:gridCol w="2323268">
                  <a:extLst>
                    <a:ext uri="{9D8B030D-6E8A-4147-A177-3AD203B41FA5}">
                      <a16:colId xmlns:a16="http://schemas.microsoft.com/office/drawing/2014/main" val="817529928"/>
                    </a:ext>
                  </a:extLst>
                </a:gridCol>
              </a:tblGrid>
              <a:tr h="1926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구분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소속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이름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서명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647536"/>
                  </a:ext>
                </a:extLst>
              </a:tr>
              <a:tr h="1735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1" i="0" u="none" strike="noStrike" kern="1200" cap="none" spc="20" normalizeH="0" baseline="0" dirty="0" smtClean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설치자</a:t>
                      </a:r>
                      <a:endParaRPr kumimoji="1" lang="en-US" altLang="ko-KR" sz="1000" b="1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825040"/>
                  </a:ext>
                </a:extLst>
              </a:tr>
              <a:tr h="1735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1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검수자</a:t>
                      </a:r>
                      <a:endParaRPr kumimoji="1" lang="en-US" altLang="ko-KR" sz="1000" b="1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90964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417861" y="5137639"/>
            <a:ext cx="2327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/>
              <a:t>위와같이</a:t>
            </a:r>
            <a:r>
              <a:rPr lang="ko-KR" altLang="en-US" sz="1200" dirty="0" smtClean="0"/>
              <a:t> 검수하였음을 확인함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32908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XX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프로젝트 검수 확인서</a:t>
            </a:r>
            <a:endParaRPr lang="en-US" altLang="ko-KR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ko-KR" altLang="en-US" sz="2600" dirty="0">
                <a:solidFill>
                  <a:schemeClr val="accent1"/>
                </a:solidFill>
              </a:rPr>
              <a:t>별첨</a:t>
            </a:r>
            <a:endParaRPr lang="en-US" altLang="ko-KR" sz="2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078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검수 내용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 smtClean="0"/>
              <a:t>별첨</a:t>
            </a:r>
            <a:endParaRPr lang="ko-KR" altLang="en-US" dirty="0"/>
          </a:p>
        </p:txBody>
      </p:sp>
      <p:sp>
        <p:nvSpPr>
          <p:cNvPr id="5" name="Rectangle 215"/>
          <p:cNvSpPr>
            <a:spLocks noChangeArrowheads="1"/>
          </p:cNvSpPr>
          <p:nvPr/>
        </p:nvSpPr>
        <p:spPr bwMode="auto">
          <a:xfrm>
            <a:off x="408512" y="2060651"/>
            <a:ext cx="4433828" cy="396000"/>
          </a:xfrm>
          <a:prstGeom prst="rect">
            <a:avLst/>
          </a:prstGeom>
          <a:solidFill>
            <a:srgbClr val="005AB4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" name="TextBox 116"/>
          <p:cNvSpPr txBox="1">
            <a:spLocks noChangeArrowheads="1"/>
          </p:cNvSpPr>
          <p:nvPr/>
        </p:nvSpPr>
        <p:spPr bwMode="auto">
          <a:xfrm>
            <a:off x="532511" y="2120151"/>
            <a:ext cx="41858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b="1" spc="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검수 대상</a:t>
            </a:r>
            <a:endParaRPr lang="en-US" altLang="ko-KR" b="1" spc="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" name="Rectangle 215"/>
          <p:cNvSpPr>
            <a:spLocks noChangeArrowheads="1"/>
          </p:cNvSpPr>
          <p:nvPr/>
        </p:nvSpPr>
        <p:spPr bwMode="auto">
          <a:xfrm>
            <a:off x="5067994" y="2060650"/>
            <a:ext cx="4433828" cy="396000"/>
          </a:xfrm>
          <a:prstGeom prst="rect">
            <a:avLst/>
          </a:prstGeom>
          <a:solidFill>
            <a:srgbClr val="005AB4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" name="TextBox 116"/>
          <p:cNvSpPr txBox="1">
            <a:spLocks noChangeArrowheads="1"/>
          </p:cNvSpPr>
          <p:nvPr/>
        </p:nvSpPr>
        <p:spPr bwMode="auto">
          <a:xfrm>
            <a:off x="5185875" y="2120151"/>
            <a:ext cx="41858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b="1" spc="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검수 결과</a:t>
            </a:r>
            <a:endParaRPr lang="en-US" altLang="ko-KR" b="1" spc="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20747" y="2516151"/>
            <a:ext cx="4433828" cy="398719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0">
              <a:lnSpc>
                <a:spcPts val="1400"/>
              </a:lnSpc>
            </a:pPr>
            <a:endParaRPr kumimoji="1" lang="ko-KR" altLang="en-US" sz="1200" dirty="0" err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067994" y="2516151"/>
            <a:ext cx="4421593" cy="398719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0">
              <a:lnSpc>
                <a:spcPts val="1400"/>
              </a:lnSpc>
            </a:pPr>
            <a:endParaRPr kumimoji="1" lang="ko-KR" altLang="en-US" sz="1200" dirty="0" err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aphicFrame>
        <p:nvGraphicFramePr>
          <p:cNvPr id="11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78065"/>
              </p:ext>
            </p:extLst>
          </p:nvPr>
        </p:nvGraphicFramePr>
        <p:xfrm>
          <a:off x="417515" y="1146990"/>
          <a:ext cx="9089902" cy="604382"/>
        </p:xfrm>
        <a:graphic>
          <a:graphicData uri="http://schemas.openxmlformats.org/drawingml/2006/table">
            <a:tbl>
              <a:tblPr/>
              <a:tblGrid>
                <a:gridCol w="1069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1195">
                  <a:extLst>
                    <a:ext uri="{9D8B030D-6E8A-4147-A177-3AD203B41FA5}">
                      <a16:colId xmlns:a16="http://schemas.microsoft.com/office/drawing/2014/main" val="4023538855"/>
                    </a:ext>
                  </a:extLst>
                </a:gridCol>
              </a:tblGrid>
              <a:tr h="296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 번호</a:t>
                      </a:r>
                      <a:endParaRPr kumimoji="1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1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모델명</a:t>
                      </a:r>
                      <a:endParaRPr kumimoji="1" lang="en-US" altLang="ko-KR" sz="1000" b="1" i="0" u="none" strike="noStrike" kern="1200" cap="none" spc="1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 항목</a:t>
                      </a:r>
                      <a:endParaRPr kumimoji="1" lang="en-US" altLang="ko-KR" sz="1000" b="1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43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검수 내용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 smtClean="0"/>
              <a:t>별첨</a:t>
            </a:r>
            <a:endParaRPr lang="ko-KR" altLang="en-US" dirty="0"/>
          </a:p>
        </p:txBody>
      </p:sp>
      <p:sp>
        <p:nvSpPr>
          <p:cNvPr id="18" name="Rectangle 215"/>
          <p:cNvSpPr>
            <a:spLocks noChangeArrowheads="1"/>
          </p:cNvSpPr>
          <p:nvPr/>
        </p:nvSpPr>
        <p:spPr bwMode="auto">
          <a:xfrm>
            <a:off x="408512" y="2060651"/>
            <a:ext cx="4433828" cy="396000"/>
          </a:xfrm>
          <a:prstGeom prst="rect">
            <a:avLst/>
          </a:prstGeom>
          <a:solidFill>
            <a:srgbClr val="005AB4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9" name="TextBox 116"/>
          <p:cNvSpPr txBox="1">
            <a:spLocks noChangeArrowheads="1"/>
          </p:cNvSpPr>
          <p:nvPr/>
        </p:nvSpPr>
        <p:spPr bwMode="auto">
          <a:xfrm>
            <a:off x="532511" y="2120151"/>
            <a:ext cx="41858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b="1" spc="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검수 대상</a:t>
            </a:r>
            <a:endParaRPr lang="en-US" altLang="ko-KR" b="1" spc="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0" name="Rectangle 215"/>
          <p:cNvSpPr>
            <a:spLocks noChangeArrowheads="1"/>
          </p:cNvSpPr>
          <p:nvPr/>
        </p:nvSpPr>
        <p:spPr bwMode="auto">
          <a:xfrm>
            <a:off x="5067994" y="2060650"/>
            <a:ext cx="4433828" cy="396000"/>
          </a:xfrm>
          <a:prstGeom prst="rect">
            <a:avLst/>
          </a:prstGeom>
          <a:solidFill>
            <a:srgbClr val="005AB4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1" name="TextBox 116"/>
          <p:cNvSpPr txBox="1">
            <a:spLocks noChangeArrowheads="1"/>
          </p:cNvSpPr>
          <p:nvPr/>
        </p:nvSpPr>
        <p:spPr bwMode="auto">
          <a:xfrm>
            <a:off x="5185875" y="2120151"/>
            <a:ext cx="41858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b="1" spc="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검수 결과</a:t>
            </a:r>
            <a:endParaRPr lang="en-US" altLang="ko-KR" b="1" spc="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0747" y="2516151"/>
            <a:ext cx="4433828" cy="398719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0">
              <a:lnSpc>
                <a:spcPts val="1400"/>
              </a:lnSpc>
            </a:pPr>
            <a:endParaRPr kumimoji="1" lang="ko-KR" altLang="en-US" sz="1200" dirty="0" err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67994" y="2516151"/>
            <a:ext cx="4421593" cy="398719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0">
              <a:lnSpc>
                <a:spcPts val="1400"/>
              </a:lnSpc>
            </a:pPr>
            <a:endParaRPr kumimoji="1" lang="ko-KR" altLang="en-US" sz="1200" dirty="0" err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aphicFrame>
        <p:nvGraphicFramePr>
          <p:cNvPr id="24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934658"/>
              </p:ext>
            </p:extLst>
          </p:nvPr>
        </p:nvGraphicFramePr>
        <p:xfrm>
          <a:off x="417515" y="1146990"/>
          <a:ext cx="9089902" cy="604382"/>
        </p:xfrm>
        <a:graphic>
          <a:graphicData uri="http://schemas.openxmlformats.org/drawingml/2006/table">
            <a:tbl>
              <a:tblPr/>
              <a:tblGrid>
                <a:gridCol w="1069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1195">
                  <a:extLst>
                    <a:ext uri="{9D8B030D-6E8A-4147-A177-3AD203B41FA5}">
                      <a16:colId xmlns:a16="http://schemas.microsoft.com/office/drawing/2014/main" val="4023538855"/>
                    </a:ext>
                  </a:extLst>
                </a:gridCol>
              </a:tblGrid>
              <a:tr h="296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 번호</a:t>
                      </a:r>
                      <a:endParaRPr kumimoji="1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1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모델명</a:t>
                      </a:r>
                      <a:endParaRPr kumimoji="1" lang="en-US" altLang="ko-KR" sz="1000" b="1" i="0" u="none" strike="noStrike" kern="1200" cap="none" spc="1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 항목</a:t>
                      </a:r>
                      <a:endParaRPr kumimoji="1" lang="en-US" altLang="ko-KR" sz="1000" b="1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291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검수 내용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 smtClean="0"/>
              <a:t>별첨</a:t>
            </a:r>
            <a:endParaRPr lang="ko-KR" altLang="en-US" dirty="0"/>
          </a:p>
        </p:txBody>
      </p:sp>
      <p:sp>
        <p:nvSpPr>
          <p:cNvPr id="19" name="Rectangle 215"/>
          <p:cNvSpPr>
            <a:spLocks noChangeArrowheads="1"/>
          </p:cNvSpPr>
          <p:nvPr/>
        </p:nvSpPr>
        <p:spPr bwMode="auto">
          <a:xfrm>
            <a:off x="408512" y="2060651"/>
            <a:ext cx="4433828" cy="396000"/>
          </a:xfrm>
          <a:prstGeom prst="rect">
            <a:avLst/>
          </a:prstGeom>
          <a:solidFill>
            <a:srgbClr val="005AB4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0" name="TextBox 116"/>
          <p:cNvSpPr txBox="1">
            <a:spLocks noChangeArrowheads="1"/>
          </p:cNvSpPr>
          <p:nvPr/>
        </p:nvSpPr>
        <p:spPr bwMode="auto">
          <a:xfrm>
            <a:off x="532511" y="2120151"/>
            <a:ext cx="41858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b="1" spc="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검수 대상</a:t>
            </a:r>
            <a:endParaRPr lang="en-US" altLang="ko-KR" b="1" spc="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1" name="Rectangle 215"/>
          <p:cNvSpPr>
            <a:spLocks noChangeArrowheads="1"/>
          </p:cNvSpPr>
          <p:nvPr/>
        </p:nvSpPr>
        <p:spPr bwMode="auto">
          <a:xfrm>
            <a:off x="5067994" y="2060650"/>
            <a:ext cx="4433828" cy="396000"/>
          </a:xfrm>
          <a:prstGeom prst="rect">
            <a:avLst/>
          </a:prstGeom>
          <a:solidFill>
            <a:srgbClr val="005AB4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2" name="TextBox 116"/>
          <p:cNvSpPr txBox="1">
            <a:spLocks noChangeArrowheads="1"/>
          </p:cNvSpPr>
          <p:nvPr/>
        </p:nvSpPr>
        <p:spPr bwMode="auto">
          <a:xfrm>
            <a:off x="5185875" y="2120151"/>
            <a:ext cx="41858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b="1" spc="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검수 결과</a:t>
            </a:r>
            <a:endParaRPr lang="en-US" altLang="ko-KR" b="1" spc="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20747" y="2516151"/>
            <a:ext cx="4433828" cy="398719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0">
              <a:lnSpc>
                <a:spcPts val="1400"/>
              </a:lnSpc>
            </a:pPr>
            <a:endParaRPr kumimoji="1" lang="ko-KR" altLang="en-US" sz="1200" dirty="0" err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067994" y="2516151"/>
            <a:ext cx="4421593" cy="398719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0">
              <a:lnSpc>
                <a:spcPts val="1400"/>
              </a:lnSpc>
            </a:pPr>
            <a:endParaRPr kumimoji="1" lang="ko-KR" altLang="en-US" sz="1200" dirty="0" err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aphicFrame>
        <p:nvGraphicFramePr>
          <p:cNvPr id="25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265603"/>
              </p:ext>
            </p:extLst>
          </p:nvPr>
        </p:nvGraphicFramePr>
        <p:xfrm>
          <a:off x="417515" y="1146990"/>
          <a:ext cx="9089902" cy="604382"/>
        </p:xfrm>
        <a:graphic>
          <a:graphicData uri="http://schemas.openxmlformats.org/drawingml/2006/table">
            <a:tbl>
              <a:tblPr/>
              <a:tblGrid>
                <a:gridCol w="1069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1195">
                  <a:extLst>
                    <a:ext uri="{9D8B030D-6E8A-4147-A177-3AD203B41FA5}">
                      <a16:colId xmlns:a16="http://schemas.microsoft.com/office/drawing/2014/main" val="4023538855"/>
                    </a:ext>
                  </a:extLst>
                </a:gridCol>
              </a:tblGrid>
              <a:tr h="296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 번호</a:t>
                      </a:r>
                      <a:endParaRPr kumimoji="1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A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1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모델명</a:t>
                      </a:r>
                      <a:endParaRPr kumimoji="1" lang="en-US" altLang="ko-KR" sz="1000" b="1" i="0" u="none" strike="noStrike" kern="1200" cap="none" spc="1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1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검수 항목</a:t>
                      </a:r>
                      <a:endParaRPr kumimoji="1" lang="en-US" altLang="ko-KR" sz="1000" b="1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s-ES" altLang="ko-KR" sz="1000" b="0" i="0" u="none" strike="noStrike" kern="1200" cap="none" spc="1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7500" marR="97500" marT="62400" marB="624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317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92C52DB-E9E3-46CD-811C-803D077AD9CA}">
  <ds:schemaRefs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27976</TotalTime>
  <Words>142</Words>
  <Application>Microsoft Office PowerPoint</Application>
  <PresentationFormat>A4 용지(210x297mm)</PresentationFormat>
  <Paragraphs>67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굴림</vt:lpstr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PowerPoint 프레젠테이션</vt:lpstr>
      <vt:lpstr>1. 검수 확인</vt:lpstr>
      <vt:lpstr>PowerPoint 프레젠테이션</vt:lpstr>
      <vt:lpstr>검수 내용</vt:lpstr>
      <vt:lpstr>검수 내용</vt:lpstr>
      <vt:lpstr>검수 내용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Miracom</cp:lastModifiedBy>
  <cp:revision>1557</cp:revision>
  <cp:lastPrinted>2019-06-21T07:56:14Z</cp:lastPrinted>
  <dcterms:created xsi:type="dcterms:W3CDTF">2013-11-13T01:08:07Z</dcterms:created>
  <dcterms:modified xsi:type="dcterms:W3CDTF">2025-04-11T03:57:33Z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