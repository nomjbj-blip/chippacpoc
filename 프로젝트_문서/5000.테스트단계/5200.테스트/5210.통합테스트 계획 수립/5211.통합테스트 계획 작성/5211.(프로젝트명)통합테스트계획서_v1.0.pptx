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16"/>
  </p:notesMasterIdLst>
  <p:handoutMasterIdLst>
    <p:handoutMasterId r:id="rId17"/>
  </p:handoutMasterIdLst>
  <p:sldIdLst>
    <p:sldId id="1165" r:id="rId5"/>
    <p:sldId id="1166" r:id="rId6"/>
    <p:sldId id="1167" r:id="rId7"/>
    <p:sldId id="1172" r:id="rId8"/>
    <p:sldId id="1174" r:id="rId9"/>
    <p:sldId id="1175" r:id="rId10"/>
    <p:sldId id="1179" r:id="rId11"/>
    <p:sldId id="1180" r:id="rId12"/>
    <p:sldId id="1181" r:id="rId13"/>
    <p:sldId id="1178" r:id="rId14"/>
    <p:sldId id="1160" r:id="rId15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93" autoAdjust="0"/>
    <p:restoredTop sz="96339" autoAdjust="0"/>
  </p:normalViewPr>
  <p:slideViewPr>
    <p:cSldViewPr snapToGrid="0">
      <p:cViewPr varScale="1">
        <p:scale>
          <a:sx n="87" d="100"/>
          <a:sy n="87" d="100"/>
        </p:scale>
        <p:origin x="1330" y="77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2025-04-14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2025-04-14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8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3" y="321809"/>
            <a:ext cx="6014335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l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01845" y="1618816"/>
            <a:ext cx="1909625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en-US" altLang="ko-KR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총페이지수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sp>
        <p:nvSpPr>
          <p:cNvPr id="17" name="직사각형 16"/>
          <p:cNvSpPr/>
          <p:nvPr userDrawn="1"/>
        </p:nvSpPr>
        <p:spPr>
          <a:xfrm>
            <a:off x="381000" y="1520825"/>
            <a:ext cx="9144000" cy="4968875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380999" y="6498039"/>
            <a:ext cx="5645580" cy="2154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914400" latinLnBrk="0"/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#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본문내용은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점선박스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구역에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작성부탁드립니다</a:t>
            </a:r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.</a:t>
            </a:r>
            <a:endParaRPr lang="en-US" altLang="ko-KR" sz="14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6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491291" y="3432561"/>
            <a:ext cx="2921376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accent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6DCC-97F7-4ACF-97C1-6DBC9656D44A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29E8-BA52-4248-B1ED-DE1A38AB7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7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8" r:id="rId2"/>
    <p:sldLayoutId id="2147484095" r:id="rId3"/>
    <p:sldLayoutId id="2147484096" r:id="rId4"/>
    <p:sldLayoutId id="2147484097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부서명</a:t>
            </a:r>
            <a:endParaRPr lang="ko-KR" altLang="en-US" dirty="0"/>
          </a:p>
        </p:txBody>
      </p:sp>
      <p:sp>
        <p:nvSpPr>
          <p:cNvPr id="20" name="내용 개체 틀 19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 err="1" smtClean="0"/>
              <a:t>통합테스트</a:t>
            </a:r>
            <a:r>
              <a:rPr lang="ko-KR" altLang="en-US" dirty="0" smtClean="0"/>
              <a:t> 계획서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019962" y="404813"/>
            <a:ext cx="1499128" cy="276999"/>
          </a:xfrm>
          <a:prstGeom prst="rect">
            <a:avLst/>
          </a:prstGeom>
          <a:ln>
            <a:solidFill>
              <a:srgbClr val="7F7F7F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 </a:t>
            </a:r>
            <a:r>
              <a:rPr lang="en-US" altLang="ko-KR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CI(optional)</a:t>
            </a:r>
          </a:p>
        </p:txBody>
      </p:sp>
      <p:sp>
        <p:nvSpPr>
          <p:cNvPr id="9" name="내용 개체 틀 1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</p:spPr>
        <p:txBody>
          <a:bodyPr/>
          <a:lstStyle/>
          <a:p>
            <a:r>
              <a:rPr lang="ko-KR" altLang="en-US" dirty="0" smtClean="0"/>
              <a:t>부제목을 입력하세요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30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43077" y="599744"/>
            <a:ext cx="8629497" cy="299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10800" rIns="54000" bIns="10800"/>
          <a:lstStyle>
            <a:lvl1pPr marL="342900" indent="-3429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 latinLnBrk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ko-KR" altLang="en-US" sz="2000" b="1" dirty="0">
                <a:latin typeface="+mn-ea"/>
                <a:ea typeface="+mn-ea"/>
              </a:rPr>
              <a:t>문서 </a:t>
            </a:r>
            <a:r>
              <a:rPr kumimoji="0" lang="ko-KR" altLang="en-US" sz="2000" b="1" dirty="0" err="1">
                <a:latin typeface="+mn-ea"/>
                <a:ea typeface="+mn-ea"/>
              </a:rPr>
              <a:t>개정이력표</a:t>
            </a:r>
            <a:endParaRPr kumimoji="0" lang="en-US" altLang="ko-KR" sz="2000" b="1" dirty="0">
              <a:latin typeface="+mn-ea"/>
              <a:ea typeface="+mn-ea"/>
            </a:endParaRPr>
          </a:p>
        </p:txBody>
      </p:sp>
      <p:graphicFrame>
        <p:nvGraphicFramePr>
          <p:cNvPr id="6" name="Group 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736715"/>
              </p:ext>
            </p:extLst>
          </p:nvPr>
        </p:nvGraphicFramePr>
        <p:xfrm>
          <a:off x="821175" y="1101688"/>
          <a:ext cx="8190640" cy="47120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7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날짜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굴림" pitchFamily="50" charset="-127"/>
                          <a:cs typeface="+mn-cs"/>
                        </a:rPr>
                        <a:t>작성자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굴림" pitchFamily="50" charset="-127"/>
                        <a:cs typeface="+mn-cs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20XX.XX.XX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최초 제정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OOO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4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69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3220670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44925369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946507743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511648706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815606028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170983"/>
                  </a:ext>
                </a:extLst>
              </a:tr>
              <a:tr h="378228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94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테스트 개요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통합 테스트 시스템 구성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통합 테스트 사전 점검 항목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 err="1"/>
              <a:t>통합테스트</a:t>
            </a:r>
            <a:r>
              <a:rPr lang="ko-KR" altLang="en-US" dirty="0"/>
              <a:t> 일정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/>
              <a:t>각 공정</a:t>
            </a:r>
            <a:r>
              <a:rPr lang="en-US" altLang="ko-KR" dirty="0"/>
              <a:t>/</a:t>
            </a:r>
            <a:r>
              <a:rPr lang="ko-KR" altLang="en-US" dirty="0" err="1"/>
              <a:t>설비별</a:t>
            </a:r>
            <a:r>
              <a:rPr lang="ko-KR" altLang="en-US" dirty="0"/>
              <a:t> 생산계획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6. </a:t>
            </a:r>
            <a:r>
              <a:rPr lang="ko-KR" altLang="en-US" dirty="0" err="1"/>
              <a:t>통합테스트</a:t>
            </a:r>
            <a:r>
              <a:rPr lang="ko-KR" altLang="en-US" dirty="0"/>
              <a:t> 항목</a:t>
            </a:r>
            <a:r>
              <a:rPr lang="en-US" altLang="ko-KR" dirty="0"/>
              <a:t>, </a:t>
            </a:r>
            <a:r>
              <a:rPr lang="ko-KR" altLang="en-US" dirty="0"/>
              <a:t>담당자 역할 및 </a:t>
            </a:r>
            <a:r>
              <a:rPr lang="ko-KR" altLang="en-US" dirty="0" smtClean="0"/>
              <a:t>책임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별첨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통합테스트</a:t>
            </a:r>
            <a:r>
              <a:rPr lang="ko-KR" altLang="en-US" dirty="0" smtClean="0"/>
              <a:t> 일정 및 담당자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18323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통합 테스트 개요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8597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통합테스트</a:t>
            </a:r>
            <a:r>
              <a:rPr lang="ko-KR" altLang="en-US" dirty="0" smtClean="0"/>
              <a:t> 시스템 구성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5404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통합테스트</a:t>
            </a:r>
            <a:r>
              <a:rPr lang="ko-KR" altLang="en-US" dirty="0" smtClean="0"/>
              <a:t> 사전 점검 항목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130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ko-KR" altLang="en-US" dirty="0" smtClean="0"/>
              <a:t>통합 테스트 일정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4296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</a:t>
            </a:r>
            <a:r>
              <a:rPr lang="ko-KR" altLang="en-US" dirty="0" smtClean="0"/>
              <a:t>각 공정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설비별</a:t>
            </a:r>
            <a:r>
              <a:rPr lang="ko-KR" altLang="en-US" dirty="0" smtClean="0"/>
              <a:t> 생산 계획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4317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 smtClean="0"/>
              <a:t>통합 테스트 항목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담당자 역할 및 책임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1007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별첨</a:t>
            </a:r>
            <a:r>
              <a:rPr lang="en-US" altLang="ko-KR" dirty="0" smtClean="0"/>
              <a:t>. MES </a:t>
            </a:r>
            <a:r>
              <a:rPr lang="ko-KR" altLang="en-US" dirty="0" smtClean="0"/>
              <a:t>교육 일정 및 대상자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5085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2C52DB-E9E3-46CD-811C-803D077AD9CA}">
  <ds:schemaRefs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28009</TotalTime>
  <Words>110</Words>
  <Application>Microsoft Office PowerPoint</Application>
  <PresentationFormat>A4 용지(210x297mm)</PresentationFormat>
  <Paragraphs>28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굴림</vt:lpstr>
      <vt:lpstr>맑은 고딕</vt:lpstr>
      <vt:lpstr>Arial</vt:lpstr>
      <vt:lpstr>Segoe UI</vt:lpstr>
      <vt:lpstr>Wingdings</vt:lpstr>
      <vt:lpstr>문서템플릿</vt:lpstr>
      <vt:lpstr>PowerPoint 프레젠테이션</vt:lpstr>
      <vt:lpstr>PowerPoint 프레젠테이션</vt:lpstr>
      <vt:lpstr>PowerPoint 프레젠테이션</vt:lpstr>
      <vt:lpstr>1. 통합 테스트 개요</vt:lpstr>
      <vt:lpstr>2. 통합테스트 시스템 구성</vt:lpstr>
      <vt:lpstr>3. 통합테스트 사전 점검 항목</vt:lpstr>
      <vt:lpstr>4. 통합 테스트 일정</vt:lpstr>
      <vt:lpstr>5. 각 공정 / 설비별 생산 계획</vt:lpstr>
      <vt:lpstr>6. 통합 테스트 항목, 담당자 역할 및 책임</vt:lpstr>
      <vt:lpstr>별첨. MES 교육 일정 및 대상자</vt:lpstr>
      <vt:lpstr>PowerPoint 프레젠테이션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prof</dc:creator>
  <cp:lastModifiedBy>Miracom</cp:lastModifiedBy>
  <cp:revision>1568</cp:revision>
  <cp:lastPrinted>2019-06-21T07:56:14Z</cp:lastPrinted>
  <dcterms:created xsi:type="dcterms:W3CDTF">2013-11-13T01:08:07Z</dcterms:created>
  <dcterms:modified xsi:type="dcterms:W3CDTF">2025-04-14T01:52:32Z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