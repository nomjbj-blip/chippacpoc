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21"/>
  </p:notesMasterIdLst>
  <p:handoutMasterIdLst>
    <p:handoutMasterId r:id="rId22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9" r:id="rId11"/>
    <p:sldId id="1180" r:id="rId12"/>
    <p:sldId id="1181" r:id="rId13"/>
    <p:sldId id="1178" r:id="rId14"/>
    <p:sldId id="1182" r:id="rId15"/>
    <p:sldId id="1186" r:id="rId16"/>
    <p:sldId id="1185" r:id="rId17"/>
    <p:sldId id="1184" r:id="rId18"/>
    <p:sldId id="1183" r:id="rId19"/>
    <p:sldId id="1160" r:id="rId20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118" d="100"/>
          <a:sy n="118" d="100"/>
        </p:scale>
        <p:origin x="106" y="970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>
          <a:xfrm>
            <a:off x="1079999" y="1952625"/>
            <a:ext cx="5411591" cy="1260351"/>
          </a:xfrm>
        </p:spPr>
        <p:txBody>
          <a:bodyPr/>
          <a:lstStyle/>
          <a:p>
            <a:r>
              <a:rPr lang="ko-KR" altLang="en-US" dirty="0" smtClean="0"/>
              <a:t>이행계획서</a:t>
            </a:r>
            <a:r>
              <a:rPr lang="en-US" altLang="ko-KR" dirty="0" smtClean="0"/>
              <a:t>(Cut-Over</a:t>
            </a:r>
            <a:r>
              <a:rPr lang="ko-KR" altLang="en-US" dirty="0" smtClean="0"/>
              <a:t>계획서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1. Cut-Over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2. </a:t>
            </a:r>
            <a:r>
              <a:rPr lang="ko-KR" altLang="en-US" dirty="0"/>
              <a:t>데이터 이관 계획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Cutover </a:t>
            </a:r>
            <a:r>
              <a:rPr lang="ko-KR" altLang="en-US" dirty="0"/>
              <a:t>일정 계획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상황실 운영 방안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Cut-Over </a:t>
            </a:r>
            <a:r>
              <a:rPr lang="ko-KR" altLang="en-US" dirty="0" smtClean="0"/>
              <a:t>정의 및 대상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Cut-Over </a:t>
            </a:r>
            <a:r>
              <a:rPr lang="ko-KR" altLang="en-US" dirty="0" smtClean="0"/>
              <a:t>수행 주체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1.3 Cut-Over </a:t>
            </a:r>
            <a:r>
              <a:rPr lang="ko-KR" altLang="en-US" dirty="0" smtClean="0"/>
              <a:t>수행 조직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en-US" altLang="ko-KR" dirty="0" smtClean="0"/>
              <a:t>.1 </a:t>
            </a:r>
            <a:r>
              <a:rPr lang="ko-KR" altLang="en-US" dirty="0" smtClean="0"/>
              <a:t>데이터 이관 대상 및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429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en-US" altLang="ko-KR" dirty="0" smtClean="0"/>
              <a:t>.2 Data </a:t>
            </a:r>
            <a:r>
              <a:rPr lang="ko-KR" altLang="en-US" dirty="0" smtClean="0"/>
              <a:t>이관 시 주요 점검 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31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en-US" altLang="ko-KR" dirty="0" smtClean="0"/>
              <a:t>.3 </a:t>
            </a:r>
            <a:r>
              <a:rPr lang="en-US" altLang="ko-KR" dirty="0" smtClean="0"/>
              <a:t>Open</a:t>
            </a:r>
            <a:r>
              <a:rPr lang="ko-KR" altLang="en-US" dirty="0" smtClean="0"/>
              <a:t>후 주요 점검 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100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Cut-Over </a:t>
            </a:r>
            <a:r>
              <a:rPr lang="ko-KR" altLang="en-US" dirty="0" smtClean="0"/>
              <a:t>주요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508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Cut-Over </a:t>
            </a:r>
            <a:r>
              <a:rPr lang="ko-KR" altLang="en-US" dirty="0" smtClean="0"/>
              <a:t>상세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489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Cut-Over </a:t>
            </a:r>
            <a:r>
              <a:rPr lang="ko-KR" altLang="en-US" dirty="0" smtClean="0"/>
              <a:t>관련 선결 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245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.1 </a:t>
            </a:r>
            <a:r>
              <a:rPr lang="ko-KR" altLang="en-US" dirty="0" smtClean="0"/>
              <a:t>상황실 운영 원칙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9724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en-US" altLang="ko-KR" dirty="0" smtClean="0"/>
              <a:t>.2 </a:t>
            </a:r>
            <a:r>
              <a:rPr lang="ko-KR" altLang="en-US" dirty="0" smtClean="0"/>
              <a:t>상황실 운영 계획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426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r>
              <a:rPr lang="en-US" altLang="ko-KR" dirty="0" smtClean="0"/>
              <a:t>.3 </a:t>
            </a:r>
            <a:r>
              <a:rPr lang="en-US" altLang="ko-KR" dirty="0" smtClean="0"/>
              <a:t>Open</a:t>
            </a:r>
            <a:r>
              <a:rPr lang="ko-KR" altLang="en-US" dirty="0" smtClean="0"/>
              <a:t>후 장애 대응 방안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9290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28029</TotalTime>
  <Words>102</Words>
  <Application>Microsoft Office PowerPoint</Application>
  <PresentationFormat>A4 용지(210x297mm)</PresentationFormat>
  <Paragraphs>30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1.1 Cut-Over 정의 및 대상</vt:lpstr>
      <vt:lpstr>1.2 Cut-Over 수행 주체</vt:lpstr>
      <vt:lpstr>1.3 Cut-Over 수행 조직</vt:lpstr>
      <vt:lpstr>2.1 데이터 이관 대상 및 일정</vt:lpstr>
      <vt:lpstr>2.2 Data 이관 시 주요 점검 사항</vt:lpstr>
      <vt:lpstr>2.3 Open후 주요 점검 사항</vt:lpstr>
      <vt:lpstr>3.1 Cut-Over 주요 일정</vt:lpstr>
      <vt:lpstr>3.2 Cut-Over 상세 일정</vt:lpstr>
      <vt:lpstr>3.3 Cut-Over 관련 선결 사항</vt:lpstr>
      <vt:lpstr>4.1 상황실 운영 원칙</vt:lpstr>
      <vt:lpstr>4.2 상황실 운영 계획</vt:lpstr>
      <vt:lpstr>4.3 Open후 장애 대응 방안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1573</cp:revision>
  <cp:lastPrinted>2019-06-21T07:56:14Z</cp:lastPrinted>
  <dcterms:created xsi:type="dcterms:W3CDTF">2013-11-13T01:08:07Z</dcterms:created>
  <dcterms:modified xsi:type="dcterms:W3CDTF">2025-04-14T02:13:04Z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