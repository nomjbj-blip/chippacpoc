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5"/>
  </p:notesMasterIdLst>
  <p:handoutMasterIdLst>
    <p:handoutMasterId r:id="rId16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9" r:id="rId11"/>
    <p:sldId id="1180" r:id="rId12"/>
    <p:sldId id="1181" r:id="rId13"/>
    <p:sldId id="1160" r:id="rId14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203" d="100"/>
          <a:sy n="203" d="100"/>
        </p:scale>
        <p:origin x="1814" y="144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err="1" smtClean="0"/>
              <a:t>통합테스트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결과서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범위 및 중점 추진 결과</a:t>
            </a:r>
            <a:endParaRPr lang="en-US" altLang="ko-KR" spc="0" dirty="0">
              <a:ln>
                <a:noFill/>
              </a:ln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수행 일정 및 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R&amp;R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수행결과 요약 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(</a:t>
            </a: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실적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수행결과 요약 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(Defect)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수행결과 요약 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(</a:t>
            </a: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신규 요구사항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범위 및 중점 점검 항목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수행 일정 및 </a:t>
            </a:r>
            <a:r>
              <a:rPr lang="en-US" altLang="ko-KR" dirty="0" smtClean="0"/>
              <a:t>R&amp;R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수행결과</a:t>
            </a:r>
            <a:r>
              <a:rPr lang="ko-KR" altLang="en-US" dirty="0" smtClean="0"/>
              <a:t> 요약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실적 현황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수행결과</a:t>
            </a:r>
            <a:r>
              <a:rPr lang="ko-KR" altLang="en-US" dirty="0" smtClean="0"/>
              <a:t> 요약 </a:t>
            </a:r>
            <a:r>
              <a:rPr lang="en-US" altLang="ko-KR" dirty="0" smtClean="0"/>
              <a:t>(Defect </a:t>
            </a:r>
            <a:r>
              <a:rPr lang="ko-KR" altLang="en-US" dirty="0" smtClean="0"/>
              <a:t>현황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429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수행결과</a:t>
            </a:r>
            <a:r>
              <a:rPr lang="ko-KR" altLang="en-US" dirty="0" smtClean="0"/>
              <a:t> 요약 </a:t>
            </a:r>
            <a:r>
              <a:rPr lang="en-US" altLang="ko-KR" dirty="0" smtClean="0"/>
              <a:t>(Defect </a:t>
            </a:r>
            <a:r>
              <a:rPr lang="ko-KR" altLang="en-US" dirty="0" smtClean="0"/>
              <a:t>내역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1431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수행결과</a:t>
            </a:r>
            <a:r>
              <a:rPr lang="ko-KR" altLang="en-US" dirty="0" smtClean="0"/>
              <a:t> 요약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신규</a:t>
            </a:r>
            <a:r>
              <a:rPr lang="en-US" altLang="ko-KR" dirty="0" smtClean="0"/>
              <a:t> </a:t>
            </a:r>
            <a:r>
              <a:rPr lang="ko-KR" altLang="en-US" dirty="0" smtClean="0"/>
              <a:t>요구사항 상세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7100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92C52DB-E9E3-46CD-811C-803D077AD9CA}">
  <ds:schemaRefs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28022</TotalTime>
  <Words>92</Words>
  <Application>Microsoft Office PowerPoint</Application>
  <PresentationFormat>A4 용지(210x297mm)</PresentationFormat>
  <Paragraphs>25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 범위 및 중점 점검 항목</vt:lpstr>
      <vt:lpstr>2. 수행 일정 및 R&amp;R</vt:lpstr>
      <vt:lpstr>3. 수행결과 요약 (실적 현황)</vt:lpstr>
      <vt:lpstr>4. 수행결과 요약 (Defect 현황)</vt:lpstr>
      <vt:lpstr>4. 수행결과 요약 (Defect 내역)</vt:lpstr>
      <vt:lpstr>5. 수행결과 요약 (신규 요구사항 상세)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1569</cp:revision>
  <cp:lastPrinted>2019-06-21T07:56:14Z</cp:lastPrinted>
  <dcterms:created xsi:type="dcterms:W3CDTF">2013-11-13T01:08:07Z</dcterms:created>
  <dcterms:modified xsi:type="dcterms:W3CDTF">2025-04-14T01:47:07Z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