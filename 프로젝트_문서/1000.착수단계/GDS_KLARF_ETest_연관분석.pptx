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12" r:id="rId4"/>
  </p:sldMasterIdLst>
  <p:notesMasterIdLst>
    <p:notesMasterId r:id="rId27"/>
  </p:notesMasterIdLst>
  <p:handoutMasterIdLst>
    <p:handoutMasterId r:id="rId28"/>
  </p:handoutMasterIdLst>
  <p:sldIdLst>
    <p:sldId id="257" r:id="rIdS1"/>
    <p:sldId id="258" r:id="rIdS2"/>
    <p:sldId id="259" r:id="rIdS3"/>
    <p:sldId id="260" r:id="rIdS4"/>
    <p:sldId id="264" r:id="rId18"/>
    <p:sldId id="265" r:id="rId19"/>
    <p:sldId id="261" r:id="rIdS5"/>
    <p:sldId id="262" r:id="rIdS6"/>
    <p:sldId id="263" r:id="rIdS7"/>
  </p:sldIdLst>
  <p:sldSz cx="9906000" cy="6858000" type="A4"/>
  <p:notesSz cx="6807200" cy="9939338"/>
  <p:defaultTextStyle>
    <a:defPPr>
      <a:defRPr lang="ko-KR"/>
    </a:defPPr>
    <a:lvl1pPr marL="0" algn="l" defTabSz="914296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48" algn="l" defTabSz="914296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96" algn="l" defTabSz="914296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45" algn="l" defTabSz="914296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92" algn="l" defTabSz="914296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40" algn="l" defTabSz="914296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88" algn="l" defTabSz="914296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036" algn="l" defTabSz="914296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84" algn="l" defTabSz="914296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9" userDrawn="1">
          <p15:clr>
            <a:srgbClr val="A4A3A4"/>
          </p15:clr>
        </p15:guide>
        <p15:guide id="2" pos="2145" userDrawn="1">
          <p15:clr>
            <a:srgbClr val="A4A3A4"/>
          </p15:clr>
        </p15:guide>
        <p15:guide id="3" orient="horz" pos="3132" userDrawn="1">
          <p15:clr>
            <a:srgbClr val="A4A3A4"/>
          </p15:clr>
        </p15:guide>
        <p15:guide id="4" pos="2144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AB4"/>
    <a:srgbClr val="FF0066"/>
    <a:srgbClr val="33CCCC"/>
    <a:srgbClr val="144EA0"/>
    <a:srgbClr val="0050BE"/>
    <a:srgbClr val="2E75B6"/>
    <a:srgbClr val="466597"/>
    <a:srgbClr val="A9CCFF"/>
    <a:srgbClr val="00A7ED"/>
    <a:srgbClr val="E109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69" autoAdjust="0"/>
    <p:restoredTop sz="96339" autoAdjust="0"/>
  </p:normalViewPr>
  <p:slideViewPr>
    <p:cSldViewPr snapToGrid="0">
      <p:cViewPr varScale="1">
        <p:scale>
          <a:sx n="124" d="100"/>
          <a:sy n="124" d="100"/>
        </p:scale>
        <p:origin x="876" y="76"/>
      </p:cViewPr>
      <p:guideLst/>
    </p:cSldViewPr>
  </p:slideViewPr>
  <p:outlineViewPr>
    <p:cViewPr>
      <p:scale>
        <a:sx n="33" d="100"/>
        <a:sy n="33" d="100"/>
      </p:scale>
      <p:origin x="0" y="-2017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11020"/>
    </p:cViewPr>
  </p:sorterViewPr>
  <p:notesViewPr>
    <p:cSldViewPr snapToGrid="0" showGuides="1">
      <p:cViewPr>
        <p:scale>
          <a:sx n="50" d="100"/>
          <a:sy n="50" d="100"/>
        </p:scale>
        <p:origin x="9198" y="2094"/>
      </p:cViewPr>
      <p:guideLst>
        <p:guide orient="horz" pos="3129"/>
        <p:guide pos="2145"/>
        <p:guide orient="horz" pos="3132"/>
        <p:guide pos="2144"/>
      </p:guideLst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212" cy="496967"/>
          </a:xfrm>
          <a:prstGeom prst="rect">
            <a:avLst/>
          </a:prstGeom>
        </p:spPr>
        <p:txBody>
          <a:bodyPr vert="horz" lIns="91815" tIns="45908" rIns="91815" bIns="45908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5392" y="0"/>
            <a:ext cx="2950212" cy="496967"/>
          </a:xfrm>
          <a:prstGeom prst="rect">
            <a:avLst/>
          </a:prstGeom>
        </p:spPr>
        <p:txBody>
          <a:bodyPr vert="horz" lIns="91815" tIns="45908" rIns="91815" bIns="45908" rtlCol="0"/>
          <a:lstStyle>
            <a:lvl1pPr algn="r">
              <a:defRPr sz="1200"/>
            </a:lvl1pPr>
          </a:lstStyle>
          <a:p>
            <a:fld id="{BBE509C9-7006-4EEF-AE0A-F60A68CFABC4}" type="datetimeFigureOut">
              <a:rPr lang="ko-KR" altLang="en-US" smtClean="0"/>
              <a:pPr/>
              <a:t>2026-05-04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40779"/>
            <a:ext cx="2950212" cy="496967"/>
          </a:xfrm>
          <a:prstGeom prst="rect">
            <a:avLst/>
          </a:prstGeom>
        </p:spPr>
        <p:txBody>
          <a:bodyPr vert="horz" lIns="91815" tIns="45908" rIns="91815" bIns="45908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5392" y="9440779"/>
            <a:ext cx="2950212" cy="496967"/>
          </a:xfrm>
          <a:prstGeom prst="rect">
            <a:avLst/>
          </a:prstGeom>
        </p:spPr>
        <p:txBody>
          <a:bodyPr vert="horz" lIns="91815" tIns="45908" rIns="91815" bIns="45908" rtlCol="0" anchor="b"/>
          <a:lstStyle>
            <a:lvl1pPr algn="r">
              <a:defRPr sz="1200"/>
            </a:lvl1pPr>
          </a:lstStyle>
          <a:p>
            <a:fld id="{FB5D320A-A8AF-4B3E-BD67-EE5ADA87D3B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086425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212" cy="496967"/>
          </a:xfrm>
          <a:prstGeom prst="rect">
            <a:avLst/>
          </a:prstGeom>
        </p:spPr>
        <p:txBody>
          <a:bodyPr vert="horz" lIns="91815" tIns="45908" rIns="91815" bIns="45908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392" y="0"/>
            <a:ext cx="2950212" cy="496967"/>
          </a:xfrm>
          <a:prstGeom prst="rect">
            <a:avLst/>
          </a:prstGeom>
        </p:spPr>
        <p:txBody>
          <a:bodyPr vert="horz" lIns="91815" tIns="45908" rIns="91815" bIns="45908" rtlCol="0"/>
          <a:lstStyle>
            <a:lvl1pPr algn="r">
              <a:defRPr sz="1200"/>
            </a:lvl1pPr>
          </a:lstStyle>
          <a:p>
            <a:fld id="{10D8B3E8-78D5-42AF-92B2-138AC5B36093}" type="datetimeFigureOut">
              <a:rPr lang="ko-KR" altLang="en-US" smtClean="0"/>
              <a:pPr/>
              <a:t>2026-05-04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84800" cy="3727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815" tIns="45908" rIns="91815" bIns="4590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082" y="4721186"/>
            <a:ext cx="5447036" cy="4472702"/>
          </a:xfrm>
          <a:prstGeom prst="rect">
            <a:avLst/>
          </a:prstGeom>
        </p:spPr>
        <p:txBody>
          <a:bodyPr vert="horz" lIns="91815" tIns="45908" rIns="91815" bIns="45908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779"/>
            <a:ext cx="2950212" cy="496967"/>
          </a:xfrm>
          <a:prstGeom prst="rect">
            <a:avLst/>
          </a:prstGeom>
        </p:spPr>
        <p:txBody>
          <a:bodyPr vert="horz" lIns="91815" tIns="45908" rIns="91815" bIns="45908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392" y="9440779"/>
            <a:ext cx="2950212" cy="496967"/>
          </a:xfrm>
          <a:prstGeom prst="rect">
            <a:avLst/>
          </a:prstGeom>
        </p:spPr>
        <p:txBody>
          <a:bodyPr vert="horz" lIns="91815" tIns="45908" rIns="91815" bIns="45908" rtlCol="0" anchor="b"/>
          <a:lstStyle>
            <a:lvl1pPr algn="r">
              <a:defRPr sz="1200"/>
            </a:lvl1pPr>
          </a:lstStyle>
          <a:p>
            <a:fld id="{EFB921B9-838A-44D3-89D5-5DB0505CE7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05270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29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8" algn="l" defTabSz="91429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6" algn="l" defTabSz="91429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45" algn="l" defTabSz="91429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92" algn="l" defTabSz="91429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40" algn="l" defTabSz="91429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88" algn="l" defTabSz="91429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36" algn="l" defTabSz="91429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84" algn="l" defTabSz="91429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B921B9-838A-44D3-89D5-5DB0505CE71D}" type="slidenum">
              <a:rPr lang="ko-KR" altLang="en-US" smtClean="0"/>
              <a:pPr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93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B921B9-838A-44D3-89D5-5DB0505CE71D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9473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밝은배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900000" y="4941168"/>
            <a:ext cx="3240000" cy="34695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lang="ko-KR" altLang="en-US" sz="16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 smtClean="0"/>
              <a:t>일자</a:t>
            </a:r>
            <a:endParaRPr lang="en-US" altLang="ko-KR" dirty="0" smtClean="0"/>
          </a:p>
        </p:txBody>
      </p:sp>
      <p:sp>
        <p:nvSpPr>
          <p:cNvPr id="19" name="내용 개체 틀 25"/>
          <p:cNvSpPr>
            <a:spLocks noGrp="1"/>
          </p:cNvSpPr>
          <p:nvPr>
            <p:ph sz="quarter" idx="16" hasCustomPrompt="1"/>
          </p:nvPr>
        </p:nvSpPr>
        <p:spPr>
          <a:xfrm>
            <a:off x="900000" y="5301208"/>
            <a:ext cx="3240000" cy="889496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1500" b="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defRPr>
            </a:lvl1pPr>
            <a:lvl2pPr>
              <a:defRPr>
                <a:solidFill>
                  <a:srgbClr val="7F7F7F"/>
                </a:solidFill>
              </a:defRPr>
            </a:lvl2pPr>
            <a:lvl3pPr>
              <a:defRPr>
                <a:solidFill>
                  <a:srgbClr val="7F7F7F"/>
                </a:solidFill>
              </a:defRPr>
            </a:lvl3pPr>
            <a:lvl4pPr>
              <a:defRPr>
                <a:solidFill>
                  <a:srgbClr val="7F7F7F"/>
                </a:solidFill>
              </a:defRPr>
            </a:lvl4pPr>
            <a:lvl5pPr>
              <a:defRPr>
                <a:solidFill>
                  <a:srgbClr val="7F7F7F"/>
                </a:solidFill>
              </a:defRPr>
            </a:lvl5pPr>
          </a:lstStyle>
          <a:p>
            <a:pPr lvl="0"/>
            <a:r>
              <a:rPr lang="ko-KR" altLang="en-US" dirty="0" smtClean="0"/>
              <a:t>부서명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584" y="321809"/>
            <a:ext cx="1794274" cy="246221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/>
            </a:defPPr>
            <a:lvl1pPr indent="0" algn="ctr" defTabSz="914400">
              <a:spcBef>
                <a:spcPts val="0"/>
              </a:spcBef>
              <a:buFont typeface="Arial" pitchFamily="34" charset="0"/>
              <a:buNone/>
              <a:defRPr sz="1200" b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1pPr>
            <a:lvl2pPr marL="742950" indent="-285750" defTabSz="91440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 defTabSz="9144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 defTabSz="9144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 defTabSz="9144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 altLang="ko-KR" sz="1600" b="1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Create your value </a:t>
            </a:r>
            <a:endParaRPr lang="ko-KR" altLang="en-US" sz="16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내용 개체 틀 27"/>
          <p:cNvSpPr>
            <a:spLocks noGrp="1"/>
          </p:cNvSpPr>
          <p:nvPr>
            <p:ph sz="quarter" idx="14" hasCustomPrompt="1"/>
          </p:nvPr>
        </p:nvSpPr>
        <p:spPr>
          <a:xfrm>
            <a:off x="1080000" y="1952625"/>
            <a:ext cx="5133140" cy="1260351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>
              <a:spcBef>
                <a:spcPts val="0"/>
              </a:spcBef>
              <a:buNone/>
              <a:defRPr sz="3200" b="1" baseline="0">
                <a:solidFill>
                  <a:schemeClr val="tx1"/>
                </a:solidFill>
                <a:latin typeface="+mn-ea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en-US" altLang="ko-KR" dirty="0" smtClean="0"/>
              <a:t>Miracom </a:t>
            </a:r>
            <a:r>
              <a:rPr lang="ko-KR" altLang="en-US" dirty="0" err="1" smtClean="0"/>
              <a:t>표준문서</a:t>
            </a:r>
            <a:endParaRPr lang="ko-KR" altLang="en-US" dirty="0" smtClean="0"/>
          </a:p>
        </p:txBody>
      </p:sp>
      <p:grpSp>
        <p:nvGrpSpPr>
          <p:cNvPr id="49" name="그룹 48"/>
          <p:cNvGrpSpPr/>
          <p:nvPr userDrawn="1"/>
        </p:nvGrpSpPr>
        <p:grpSpPr>
          <a:xfrm>
            <a:off x="900000" y="1513268"/>
            <a:ext cx="5513500" cy="3239999"/>
            <a:chOff x="900000" y="1513268"/>
            <a:chExt cx="5513500" cy="3239999"/>
          </a:xfrm>
          <a:solidFill>
            <a:schemeClr val="accent1"/>
          </a:solidFill>
        </p:grpSpPr>
        <p:grpSp>
          <p:nvGrpSpPr>
            <p:cNvPr id="50" name="그룹 49"/>
            <p:cNvGrpSpPr/>
            <p:nvPr userDrawn="1"/>
          </p:nvGrpSpPr>
          <p:grpSpPr>
            <a:xfrm>
              <a:off x="900000" y="1513268"/>
              <a:ext cx="180000" cy="3239999"/>
              <a:chOff x="900000" y="1513268"/>
              <a:chExt cx="180000" cy="3239999"/>
            </a:xfrm>
            <a:grpFill/>
          </p:grpSpPr>
          <p:sp>
            <p:nvSpPr>
              <p:cNvPr id="57" name="직사각형 56"/>
              <p:cNvSpPr/>
              <p:nvPr userDrawn="1"/>
            </p:nvSpPr>
            <p:spPr>
              <a:xfrm>
                <a:off x="900000" y="1513268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직사각형 57"/>
              <p:cNvSpPr/>
              <p:nvPr userDrawn="1"/>
            </p:nvSpPr>
            <p:spPr>
              <a:xfrm rot="10800000">
                <a:off x="900000" y="4393267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51" name="그룹 50"/>
            <p:cNvGrpSpPr/>
            <p:nvPr userDrawn="1"/>
          </p:nvGrpSpPr>
          <p:grpSpPr>
            <a:xfrm>
              <a:off x="900000" y="1513268"/>
              <a:ext cx="5513500" cy="3239999"/>
              <a:chOff x="900000" y="1513268"/>
              <a:chExt cx="5513500" cy="3239999"/>
            </a:xfrm>
            <a:grpFill/>
          </p:grpSpPr>
          <p:sp>
            <p:nvSpPr>
              <p:cNvPr id="52" name="직사각형 51"/>
              <p:cNvSpPr/>
              <p:nvPr userDrawn="1"/>
            </p:nvSpPr>
            <p:spPr>
              <a:xfrm>
                <a:off x="6233500" y="1513268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rgbClr val="005AB4"/>
                  </a:solidFill>
                </a:endParaRPr>
              </a:p>
            </p:txBody>
          </p:sp>
          <p:grpSp>
            <p:nvGrpSpPr>
              <p:cNvPr id="53" name="그룹 52"/>
              <p:cNvGrpSpPr/>
              <p:nvPr userDrawn="1"/>
            </p:nvGrpSpPr>
            <p:grpSpPr>
              <a:xfrm>
                <a:off x="900000" y="1513269"/>
                <a:ext cx="5513500" cy="3239997"/>
                <a:chOff x="900000" y="1513269"/>
                <a:chExt cx="3240000" cy="3239997"/>
              </a:xfrm>
              <a:grpFill/>
            </p:grpSpPr>
            <p:sp>
              <p:nvSpPr>
                <p:cNvPr id="55" name="직사각형 54"/>
                <p:cNvSpPr/>
                <p:nvPr userDrawn="1"/>
              </p:nvSpPr>
              <p:spPr>
                <a:xfrm rot="16200000">
                  <a:off x="2430000" y="-16731"/>
                  <a:ext cx="180000" cy="3240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56" name="직사각형 55"/>
                <p:cNvSpPr/>
                <p:nvPr userDrawn="1"/>
              </p:nvSpPr>
              <p:spPr>
                <a:xfrm rot="5400000">
                  <a:off x="2430000" y="3043266"/>
                  <a:ext cx="180000" cy="3240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</p:grpSp>
          <p:sp>
            <p:nvSpPr>
              <p:cNvPr id="54" name="직사각형 53"/>
              <p:cNvSpPr/>
              <p:nvPr userDrawn="1"/>
            </p:nvSpPr>
            <p:spPr>
              <a:xfrm rot="10800000">
                <a:off x="6233500" y="4393267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21" name="내용 개체 틀 27"/>
          <p:cNvSpPr>
            <a:spLocks noGrp="1"/>
          </p:cNvSpPr>
          <p:nvPr>
            <p:ph sz="quarter" idx="17"/>
          </p:nvPr>
        </p:nvSpPr>
        <p:spPr>
          <a:xfrm>
            <a:off x="1080000" y="3356991"/>
            <a:ext cx="5133140" cy="720081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1" baseline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endParaRPr lang="ko-KR" altLang="en-US" dirty="0" smtClean="0"/>
          </a:p>
        </p:txBody>
      </p:sp>
      <p:sp>
        <p:nvSpPr>
          <p:cNvPr id="22" name="Text Box 9"/>
          <p:cNvSpPr txBox="1">
            <a:spLocks noChangeArrowheads="1"/>
          </p:cNvSpPr>
          <p:nvPr userDrawn="1"/>
        </p:nvSpPr>
        <p:spPr bwMode="auto">
          <a:xfrm>
            <a:off x="8035119" y="6551183"/>
            <a:ext cx="1524455" cy="92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pPr lvl="0" algn="r" eaLnBrk="0" hangingPunct="0"/>
            <a:r>
              <a:rPr lang="en-US" altLang="ko-KR" sz="600" kern="12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Copyright © </a:t>
            </a:r>
            <a:r>
              <a:rPr lang="en-US" altLang="ko-KR" sz="600" kern="12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Miracom,Inc</a:t>
            </a:r>
            <a:r>
              <a:rPr lang="en-US" altLang="ko-KR" sz="600" kern="12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. All rights reserved.</a:t>
            </a:r>
          </a:p>
        </p:txBody>
      </p:sp>
      <p:grpSp>
        <p:nvGrpSpPr>
          <p:cNvPr id="30" name="그룹 29"/>
          <p:cNvGrpSpPr/>
          <p:nvPr userDrawn="1"/>
        </p:nvGrpSpPr>
        <p:grpSpPr>
          <a:xfrm>
            <a:off x="8185656" y="6278567"/>
            <a:ext cx="1373917" cy="226124"/>
            <a:chOff x="7132078" y="2394682"/>
            <a:chExt cx="2286000" cy="376237"/>
          </a:xfrm>
          <a:solidFill>
            <a:srgbClr val="005AB4"/>
          </a:solidFill>
        </p:grpSpPr>
        <p:sp>
          <p:nvSpPr>
            <p:cNvPr id="31" name="Freeform 5"/>
            <p:cNvSpPr>
              <a:spLocks/>
            </p:cNvSpPr>
            <p:nvPr userDrawn="1"/>
          </p:nvSpPr>
          <p:spPr bwMode="auto">
            <a:xfrm>
              <a:off x="9046603" y="2394682"/>
              <a:ext cx="371475" cy="376237"/>
            </a:xfrm>
            <a:custGeom>
              <a:avLst/>
              <a:gdLst>
                <a:gd name="T0" fmla="*/ 117 w 234"/>
                <a:gd name="T1" fmla="*/ 154 h 237"/>
                <a:gd name="T2" fmla="*/ 54 w 234"/>
                <a:gd name="T3" fmla="*/ 0 h 237"/>
                <a:gd name="T4" fmla="*/ 0 w 234"/>
                <a:gd name="T5" fmla="*/ 0 h 237"/>
                <a:gd name="T6" fmla="*/ 0 w 234"/>
                <a:gd name="T7" fmla="*/ 237 h 237"/>
                <a:gd name="T8" fmla="*/ 44 w 234"/>
                <a:gd name="T9" fmla="*/ 237 h 237"/>
                <a:gd name="T10" fmla="*/ 44 w 234"/>
                <a:gd name="T11" fmla="*/ 96 h 237"/>
                <a:gd name="T12" fmla="*/ 102 w 234"/>
                <a:gd name="T13" fmla="*/ 237 h 237"/>
                <a:gd name="T14" fmla="*/ 131 w 234"/>
                <a:gd name="T15" fmla="*/ 237 h 237"/>
                <a:gd name="T16" fmla="*/ 189 w 234"/>
                <a:gd name="T17" fmla="*/ 96 h 237"/>
                <a:gd name="T18" fmla="*/ 189 w 234"/>
                <a:gd name="T19" fmla="*/ 237 h 237"/>
                <a:gd name="T20" fmla="*/ 234 w 234"/>
                <a:gd name="T21" fmla="*/ 237 h 237"/>
                <a:gd name="T22" fmla="*/ 234 w 234"/>
                <a:gd name="T23" fmla="*/ 0 h 237"/>
                <a:gd name="T24" fmla="*/ 181 w 234"/>
                <a:gd name="T25" fmla="*/ 0 h 237"/>
                <a:gd name="T26" fmla="*/ 117 w 234"/>
                <a:gd name="T27" fmla="*/ 154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34" h="237">
                  <a:moveTo>
                    <a:pt x="117" y="154"/>
                  </a:moveTo>
                  <a:lnTo>
                    <a:pt x="54" y="0"/>
                  </a:lnTo>
                  <a:lnTo>
                    <a:pt x="0" y="0"/>
                  </a:lnTo>
                  <a:lnTo>
                    <a:pt x="0" y="237"/>
                  </a:lnTo>
                  <a:lnTo>
                    <a:pt x="44" y="237"/>
                  </a:lnTo>
                  <a:lnTo>
                    <a:pt x="44" y="96"/>
                  </a:lnTo>
                  <a:lnTo>
                    <a:pt x="102" y="237"/>
                  </a:lnTo>
                  <a:lnTo>
                    <a:pt x="131" y="237"/>
                  </a:lnTo>
                  <a:lnTo>
                    <a:pt x="189" y="96"/>
                  </a:lnTo>
                  <a:lnTo>
                    <a:pt x="189" y="237"/>
                  </a:lnTo>
                  <a:lnTo>
                    <a:pt x="234" y="237"/>
                  </a:lnTo>
                  <a:lnTo>
                    <a:pt x="234" y="0"/>
                  </a:lnTo>
                  <a:lnTo>
                    <a:pt x="181" y="0"/>
                  </a:lnTo>
                  <a:lnTo>
                    <a:pt x="117" y="15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2" name="Freeform 6"/>
            <p:cNvSpPr>
              <a:spLocks/>
            </p:cNvSpPr>
            <p:nvPr userDrawn="1"/>
          </p:nvSpPr>
          <p:spPr bwMode="auto">
            <a:xfrm>
              <a:off x="7132078" y="2394682"/>
              <a:ext cx="371475" cy="376237"/>
            </a:xfrm>
            <a:custGeom>
              <a:avLst/>
              <a:gdLst>
                <a:gd name="T0" fmla="*/ 117 w 234"/>
                <a:gd name="T1" fmla="*/ 154 h 237"/>
                <a:gd name="T2" fmla="*/ 54 w 234"/>
                <a:gd name="T3" fmla="*/ 0 h 237"/>
                <a:gd name="T4" fmla="*/ 0 w 234"/>
                <a:gd name="T5" fmla="*/ 0 h 237"/>
                <a:gd name="T6" fmla="*/ 0 w 234"/>
                <a:gd name="T7" fmla="*/ 237 h 237"/>
                <a:gd name="T8" fmla="*/ 45 w 234"/>
                <a:gd name="T9" fmla="*/ 237 h 237"/>
                <a:gd name="T10" fmla="*/ 45 w 234"/>
                <a:gd name="T11" fmla="*/ 96 h 237"/>
                <a:gd name="T12" fmla="*/ 103 w 234"/>
                <a:gd name="T13" fmla="*/ 237 h 237"/>
                <a:gd name="T14" fmla="*/ 132 w 234"/>
                <a:gd name="T15" fmla="*/ 237 h 237"/>
                <a:gd name="T16" fmla="*/ 189 w 234"/>
                <a:gd name="T17" fmla="*/ 96 h 237"/>
                <a:gd name="T18" fmla="*/ 189 w 234"/>
                <a:gd name="T19" fmla="*/ 237 h 237"/>
                <a:gd name="T20" fmla="*/ 234 w 234"/>
                <a:gd name="T21" fmla="*/ 237 h 237"/>
                <a:gd name="T22" fmla="*/ 234 w 234"/>
                <a:gd name="T23" fmla="*/ 0 h 237"/>
                <a:gd name="T24" fmla="*/ 182 w 234"/>
                <a:gd name="T25" fmla="*/ 0 h 237"/>
                <a:gd name="T26" fmla="*/ 117 w 234"/>
                <a:gd name="T27" fmla="*/ 154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34" h="237">
                  <a:moveTo>
                    <a:pt x="117" y="154"/>
                  </a:moveTo>
                  <a:lnTo>
                    <a:pt x="54" y="0"/>
                  </a:lnTo>
                  <a:lnTo>
                    <a:pt x="0" y="0"/>
                  </a:lnTo>
                  <a:lnTo>
                    <a:pt x="0" y="237"/>
                  </a:lnTo>
                  <a:lnTo>
                    <a:pt x="45" y="237"/>
                  </a:lnTo>
                  <a:lnTo>
                    <a:pt x="45" y="96"/>
                  </a:lnTo>
                  <a:lnTo>
                    <a:pt x="103" y="237"/>
                  </a:lnTo>
                  <a:lnTo>
                    <a:pt x="132" y="237"/>
                  </a:lnTo>
                  <a:lnTo>
                    <a:pt x="189" y="96"/>
                  </a:lnTo>
                  <a:lnTo>
                    <a:pt x="189" y="237"/>
                  </a:lnTo>
                  <a:lnTo>
                    <a:pt x="234" y="237"/>
                  </a:lnTo>
                  <a:lnTo>
                    <a:pt x="234" y="0"/>
                  </a:lnTo>
                  <a:lnTo>
                    <a:pt x="182" y="0"/>
                  </a:lnTo>
                  <a:lnTo>
                    <a:pt x="117" y="15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3" name="Rectangle 7"/>
            <p:cNvSpPr>
              <a:spLocks noChangeArrowheads="1"/>
            </p:cNvSpPr>
            <p:nvPr userDrawn="1"/>
          </p:nvSpPr>
          <p:spPr bwMode="auto">
            <a:xfrm>
              <a:off x="7571815" y="2394682"/>
              <a:ext cx="73025" cy="37623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4" name="Freeform 8"/>
            <p:cNvSpPr>
              <a:spLocks noEditPoints="1"/>
            </p:cNvSpPr>
            <p:nvPr userDrawn="1"/>
          </p:nvSpPr>
          <p:spPr bwMode="auto">
            <a:xfrm>
              <a:off x="8629090" y="2394682"/>
              <a:ext cx="369887" cy="376237"/>
            </a:xfrm>
            <a:custGeom>
              <a:avLst/>
              <a:gdLst>
                <a:gd name="T0" fmla="*/ 163 w 169"/>
                <a:gd name="T1" fmla="*/ 51 h 170"/>
                <a:gd name="T2" fmla="*/ 145 w 169"/>
                <a:gd name="T3" fmla="*/ 24 h 170"/>
                <a:gd name="T4" fmla="*/ 119 w 169"/>
                <a:gd name="T5" fmla="*/ 6 h 170"/>
                <a:gd name="T6" fmla="*/ 85 w 169"/>
                <a:gd name="T7" fmla="*/ 0 h 170"/>
                <a:gd name="T8" fmla="*/ 51 w 169"/>
                <a:gd name="T9" fmla="*/ 6 h 170"/>
                <a:gd name="T10" fmla="*/ 24 w 169"/>
                <a:gd name="T11" fmla="*/ 24 h 170"/>
                <a:gd name="T12" fmla="*/ 6 w 169"/>
                <a:gd name="T13" fmla="*/ 51 h 170"/>
                <a:gd name="T14" fmla="*/ 0 w 169"/>
                <a:gd name="T15" fmla="*/ 85 h 170"/>
                <a:gd name="T16" fmla="*/ 6 w 169"/>
                <a:gd name="T17" fmla="*/ 118 h 170"/>
                <a:gd name="T18" fmla="*/ 24 w 169"/>
                <a:gd name="T19" fmla="*/ 146 h 170"/>
                <a:gd name="T20" fmla="*/ 51 w 169"/>
                <a:gd name="T21" fmla="*/ 163 h 170"/>
                <a:gd name="T22" fmla="*/ 85 w 169"/>
                <a:gd name="T23" fmla="*/ 170 h 170"/>
                <a:gd name="T24" fmla="*/ 119 w 169"/>
                <a:gd name="T25" fmla="*/ 163 h 170"/>
                <a:gd name="T26" fmla="*/ 145 w 169"/>
                <a:gd name="T27" fmla="*/ 146 h 170"/>
                <a:gd name="T28" fmla="*/ 163 w 169"/>
                <a:gd name="T29" fmla="*/ 118 h 170"/>
                <a:gd name="T30" fmla="*/ 169 w 169"/>
                <a:gd name="T31" fmla="*/ 85 h 170"/>
                <a:gd name="T32" fmla="*/ 163 w 169"/>
                <a:gd name="T33" fmla="*/ 51 h 170"/>
                <a:gd name="T34" fmla="*/ 132 w 169"/>
                <a:gd name="T35" fmla="*/ 106 h 170"/>
                <a:gd name="T36" fmla="*/ 121 w 169"/>
                <a:gd name="T37" fmla="*/ 123 h 170"/>
                <a:gd name="T38" fmla="*/ 105 w 169"/>
                <a:gd name="T39" fmla="*/ 134 h 170"/>
                <a:gd name="T40" fmla="*/ 64 w 169"/>
                <a:gd name="T41" fmla="*/ 134 h 170"/>
                <a:gd name="T42" fmla="*/ 48 w 169"/>
                <a:gd name="T43" fmla="*/ 123 h 170"/>
                <a:gd name="T44" fmla="*/ 38 w 169"/>
                <a:gd name="T45" fmla="*/ 106 h 170"/>
                <a:gd name="T46" fmla="*/ 34 w 169"/>
                <a:gd name="T47" fmla="*/ 85 h 170"/>
                <a:gd name="T48" fmla="*/ 38 w 169"/>
                <a:gd name="T49" fmla="*/ 64 h 170"/>
                <a:gd name="T50" fmla="*/ 48 w 169"/>
                <a:gd name="T51" fmla="*/ 46 h 170"/>
                <a:gd name="T52" fmla="*/ 64 w 169"/>
                <a:gd name="T53" fmla="*/ 35 h 170"/>
                <a:gd name="T54" fmla="*/ 85 w 169"/>
                <a:gd name="T55" fmla="*/ 31 h 170"/>
                <a:gd name="T56" fmla="*/ 105 w 169"/>
                <a:gd name="T57" fmla="*/ 35 h 170"/>
                <a:gd name="T58" fmla="*/ 121 w 169"/>
                <a:gd name="T59" fmla="*/ 46 h 170"/>
                <a:gd name="T60" fmla="*/ 132 w 169"/>
                <a:gd name="T61" fmla="*/ 64 h 170"/>
                <a:gd name="T62" fmla="*/ 136 w 169"/>
                <a:gd name="T63" fmla="*/ 85 h 170"/>
                <a:gd name="T64" fmla="*/ 132 w 169"/>
                <a:gd name="T65" fmla="*/ 106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69" h="170">
                  <a:moveTo>
                    <a:pt x="163" y="51"/>
                  </a:moveTo>
                  <a:cubicBezTo>
                    <a:pt x="159" y="41"/>
                    <a:pt x="153" y="31"/>
                    <a:pt x="145" y="24"/>
                  </a:cubicBezTo>
                  <a:cubicBezTo>
                    <a:pt x="138" y="16"/>
                    <a:pt x="129" y="10"/>
                    <a:pt x="119" y="6"/>
                  </a:cubicBezTo>
                  <a:cubicBezTo>
                    <a:pt x="108" y="2"/>
                    <a:pt x="97" y="0"/>
                    <a:pt x="85" y="0"/>
                  </a:cubicBezTo>
                  <a:cubicBezTo>
                    <a:pt x="73" y="0"/>
                    <a:pt x="61" y="2"/>
                    <a:pt x="51" y="6"/>
                  </a:cubicBezTo>
                  <a:cubicBezTo>
                    <a:pt x="41" y="10"/>
                    <a:pt x="32" y="16"/>
                    <a:pt x="24" y="24"/>
                  </a:cubicBezTo>
                  <a:cubicBezTo>
                    <a:pt x="17" y="31"/>
                    <a:pt x="11" y="41"/>
                    <a:pt x="6" y="51"/>
                  </a:cubicBezTo>
                  <a:cubicBezTo>
                    <a:pt x="2" y="61"/>
                    <a:pt x="0" y="73"/>
                    <a:pt x="0" y="85"/>
                  </a:cubicBezTo>
                  <a:cubicBezTo>
                    <a:pt x="0" y="97"/>
                    <a:pt x="2" y="108"/>
                    <a:pt x="6" y="118"/>
                  </a:cubicBezTo>
                  <a:cubicBezTo>
                    <a:pt x="11" y="129"/>
                    <a:pt x="17" y="138"/>
                    <a:pt x="24" y="146"/>
                  </a:cubicBezTo>
                  <a:cubicBezTo>
                    <a:pt x="32" y="153"/>
                    <a:pt x="41" y="159"/>
                    <a:pt x="51" y="163"/>
                  </a:cubicBezTo>
                  <a:cubicBezTo>
                    <a:pt x="61" y="168"/>
                    <a:pt x="73" y="170"/>
                    <a:pt x="85" y="170"/>
                  </a:cubicBezTo>
                  <a:cubicBezTo>
                    <a:pt x="97" y="170"/>
                    <a:pt x="108" y="168"/>
                    <a:pt x="119" y="163"/>
                  </a:cubicBezTo>
                  <a:cubicBezTo>
                    <a:pt x="129" y="159"/>
                    <a:pt x="138" y="153"/>
                    <a:pt x="145" y="146"/>
                  </a:cubicBezTo>
                  <a:cubicBezTo>
                    <a:pt x="153" y="138"/>
                    <a:pt x="159" y="129"/>
                    <a:pt x="163" y="118"/>
                  </a:cubicBezTo>
                  <a:cubicBezTo>
                    <a:pt x="167" y="108"/>
                    <a:pt x="169" y="97"/>
                    <a:pt x="169" y="85"/>
                  </a:cubicBezTo>
                  <a:cubicBezTo>
                    <a:pt x="169" y="73"/>
                    <a:pt x="167" y="61"/>
                    <a:pt x="163" y="51"/>
                  </a:cubicBezTo>
                  <a:close/>
                  <a:moveTo>
                    <a:pt x="132" y="106"/>
                  </a:moveTo>
                  <a:cubicBezTo>
                    <a:pt x="129" y="112"/>
                    <a:pt x="126" y="118"/>
                    <a:pt x="121" y="123"/>
                  </a:cubicBezTo>
                  <a:cubicBezTo>
                    <a:pt x="117" y="128"/>
                    <a:pt x="112" y="132"/>
                    <a:pt x="105" y="134"/>
                  </a:cubicBezTo>
                  <a:cubicBezTo>
                    <a:pt x="93" y="140"/>
                    <a:pt x="76" y="140"/>
                    <a:pt x="64" y="134"/>
                  </a:cubicBezTo>
                  <a:cubicBezTo>
                    <a:pt x="58" y="132"/>
                    <a:pt x="52" y="128"/>
                    <a:pt x="48" y="123"/>
                  </a:cubicBezTo>
                  <a:cubicBezTo>
                    <a:pt x="44" y="118"/>
                    <a:pt x="40" y="112"/>
                    <a:pt x="38" y="106"/>
                  </a:cubicBezTo>
                  <a:cubicBezTo>
                    <a:pt x="35" y="99"/>
                    <a:pt x="34" y="92"/>
                    <a:pt x="34" y="85"/>
                  </a:cubicBezTo>
                  <a:cubicBezTo>
                    <a:pt x="34" y="77"/>
                    <a:pt x="35" y="70"/>
                    <a:pt x="38" y="64"/>
                  </a:cubicBezTo>
                  <a:cubicBezTo>
                    <a:pt x="40" y="57"/>
                    <a:pt x="44" y="51"/>
                    <a:pt x="48" y="46"/>
                  </a:cubicBezTo>
                  <a:cubicBezTo>
                    <a:pt x="52" y="42"/>
                    <a:pt x="58" y="38"/>
                    <a:pt x="64" y="35"/>
                  </a:cubicBezTo>
                  <a:cubicBezTo>
                    <a:pt x="70" y="32"/>
                    <a:pt x="77" y="31"/>
                    <a:pt x="85" y="31"/>
                  </a:cubicBezTo>
                  <a:cubicBezTo>
                    <a:pt x="92" y="31"/>
                    <a:pt x="99" y="32"/>
                    <a:pt x="105" y="35"/>
                  </a:cubicBezTo>
                  <a:cubicBezTo>
                    <a:pt x="112" y="38"/>
                    <a:pt x="117" y="42"/>
                    <a:pt x="121" y="46"/>
                  </a:cubicBezTo>
                  <a:cubicBezTo>
                    <a:pt x="126" y="51"/>
                    <a:pt x="129" y="57"/>
                    <a:pt x="132" y="64"/>
                  </a:cubicBezTo>
                  <a:cubicBezTo>
                    <a:pt x="134" y="70"/>
                    <a:pt x="136" y="77"/>
                    <a:pt x="136" y="85"/>
                  </a:cubicBezTo>
                  <a:cubicBezTo>
                    <a:pt x="136" y="92"/>
                    <a:pt x="134" y="99"/>
                    <a:pt x="13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5" name="Freeform 9"/>
            <p:cNvSpPr>
              <a:spLocks noEditPoints="1"/>
            </p:cNvSpPr>
            <p:nvPr userDrawn="1"/>
          </p:nvSpPr>
          <p:spPr bwMode="auto">
            <a:xfrm>
              <a:off x="7711515" y="2394682"/>
              <a:ext cx="282575" cy="376237"/>
            </a:xfrm>
            <a:custGeom>
              <a:avLst/>
              <a:gdLst>
                <a:gd name="T0" fmla="*/ 82 w 129"/>
                <a:gd name="T1" fmla="*/ 96 h 170"/>
                <a:gd name="T2" fmla="*/ 104 w 129"/>
                <a:gd name="T3" fmla="*/ 83 h 170"/>
                <a:gd name="T4" fmla="*/ 117 w 129"/>
                <a:gd name="T5" fmla="*/ 50 h 170"/>
                <a:gd name="T6" fmla="*/ 110 w 129"/>
                <a:gd name="T7" fmla="*/ 23 h 170"/>
                <a:gd name="T8" fmla="*/ 93 w 129"/>
                <a:gd name="T9" fmla="*/ 8 h 170"/>
                <a:gd name="T10" fmla="*/ 70 w 129"/>
                <a:gd name="T11" fmla="*/ 1 h 170"/>
                <a:gd name="T12" fmla="*/ 47 w 129"/>
                <a:gd name="T13" fmla="*/ 0 h 170"/>
                <a:gd name="T14" fmla="*/ 0 w 129"/>
                <a:gd name="T15" fmla="*/ 0 h 170"/>
                <a:gd name="T16" fmla="*/ 0 w 129"/>
                <a:gd name="T17" fmla="*/ 170 h 170"/>
                <a:gd name="T18" fmla="*/ 34 w 129"/>
                <a:gd name="T19" fmla="*/ 170 h 170"/>
                <a:gd name="T20" fmla="*/ 34 w 129"/>
                <a:gd name="T21" fmla="*/ 101 h 170"/>
                <a:gd name="T22" fmla="*/ 45 w 129"/>
                <a:gd name="T23" fmla="*/ 101 h 170"/>
                <a:gd name="T24" fmla="*/ 87 w 129"/>
                <a:gd name="T25" fmla="*/ 170 h 170"/>
                <a:gd name="T26" fmla="*/ 116 w 129"/>
                <a:gd name="T27" fmla="*/ 170 h 170"/>
                <a:gd name="T28" fmla="*/ 129 w 129"/>
                <a:gd name="T29" fmla="*/ 170 h 170"/>
                <a:gd name="T30" fmla="*/ 129 w 129"/>
                <a:gd name="T31" fmla="*/ 170 h 170"/>
                <a:gd name="T32" fmla="*/ 82 w 129"/>
                <a:gd name="T33" fmla="*/ 96 h 170"/>
                <a:gd name="T34" fmla="*/ 79 w 129"/>
                <a:gd name="T35" fmla="*/ 60 h 170"/>
                <a:gd name="T36" fmla="*/ 71 w 129"/>
                <a:gd name="T37" fmla="*/ 65 h 170"/>
                <a:gd name="T38" fmla="*/ 58 w 129"/>
                <a:gd name="T39" fmla="*/ 68 h 170"/>
                <a:gd name="T40" fmla="*/ 42 w 129"/>
                <a:gd name="T41" fmla="*/ 68 h 170"/>
                <a:gd name="T42" fmla="*/ 34 w 129"/>
                <a:gd name="T43" fmla="*/ 68 h 170"/>
                <a:gd name="T44" fmla="*/ 34 w 129"/>
                <a:gd name="T45" fmla="*/ 32 h 170"/>
                <a:gd name="T46" fmla="*/ 52 w 129"/>
                <a:gd name="T47" fmla="*/ 32 h 170"/>
                <a:gd name="T48" fmla="*/ 64 w 129"/>
                <a:gd name="T49" fmla="*/ 33 h 170"/>
                <a:gd name="T50" fmla="*/ 74 w 129"/>
                <a:gd name="T51" fmla="*/ 36 h 170"/>
                <a:gd name="T52" fmla="*/ 79 w 129"/>
                <a:gd name="T53" fmla="*/ 41 h 170"/>
                <a:gd name="T54" fmla="*/ 81 w 129"/>
                <a:gd name="T55" fmla="*/ 50 h 170"/>
                <a:gd name="T56" fmla="*/ 79 w 129"/>
                <a:gd name="T57" fmla="*/ 60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29" h="170">
                  <a:moveTo>
                    <a:pt x="82" y="96"/>
                  </a:moveTo>
                  <a:cubicBezTo>
                    <a:pt x="91" y="94"/>
                    <a:pt x="98" y="89"/>
                    <a:pt x="104" y="83"/>
                  </a:cubicBezTo>
                  <a:cubicBezTo>
                    <a:pt x="112" y="75"/>
                    <a:pt x="117" y="63"/>
                    <a:pt x="117" y="50"/>
                  </a:cubicBezTo>
                  <a:cubicBezTo>
                    <a:pt x="117" y="39"/>
                    <a:pt x="114" y="30"/>
                    <a:pt x="110" y="23"/>
                  </a:cubicBezTo>
                  <a:cubicBezTo>
                    <a:pt x="106" y="16"/>
                    <a:pt x="100" y="11"/>
                    <a:pt x="93" y="8"/>
                  </a:cubicBezTo>
                  <a:cubicBezTo>
                    <a:pt x="86" y="4"/>
                    <a:pt x="78" y="2"/>
                    <a:pt x="70" y="1"/>
                  </a:cubicBezTo>
                  <a:cubicBezTo>
                    <a:pt x="63" y="0"/>
                    <a:pt x="55" y="0"/>
                    <a:pt x="4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70"/>
                    <a:pt x="0" y="170"/>
                    <a:pt x="0" y="170"/>
                  </a:cubicBezTo>
                  <a:cubicBezTo>
                    <a:pt x="34" y="170"/>
                    <a:pt x="34" y="170"/>
                    <a:pt x="34" y="170"/>
                  </a:cubicBezTo>
                  <a:cubicBezTo>
                    <a:pt x="34" y="101"/>
                    <a:pt x="34" y="101"/>
                    <a:pt x="34" y="101"/>
                  </a:cubicBezTo>
                  <a:cubicBezTo>
                    <a:pt x="45" y="101"/>
                    <a:pt x="45" y="101"/>
                    <a:pt x="45" y="101"/>
                  </a:cubicBezTo>
                  <a:cubicBezTo>
                    <a:pt x="87" y="170"/>
                    <a:pt x="87" y="170"/>
                    <a:pt x="87" y="170"/>
                  </a:cubicBezTo>
                  <a:cubicBezTo>
                    <a:pt x="116" y="170"/>
                    <a:pt x="116" y="170"/>
                    <a:pt x="116" y="170"/>
                  </a:cubicBezTo>
                  <a:cubicBezTo>
                    <a:pt x="129" y="170"/>
                    <a:pt x="129" y="170"/>
                    <a:pt x="129" y="170"/>
                  </a:cubicBezTo>
                  <a:cubicBezTo>
                    <a:pt x="129" y="170"/>
                    <a:pt x="129" y="170"/>
                    <a:pt x="129" y="170"/>
                  </a:cubicBezTo>
                  <a:lnTo>
                    <a:pt x="82" y="96"/>
                  </a:lnTo>
                  <a:close/>
                  <a:moveTo>
                    <a:pt x="79" y="60"/>
                  </a:moveTo>
                  <a:cubicBezTo>
                    <a:pt x="77" y="62"/>
                    <a:pt x="74" y="64"/>
                    <a:pt x="71" y="65"/>
                  </a:cubicBezTo>
                  <a:cubicBezTo>
                    <a:pt x="67" y="67"/>
                    <a:pt x="62" y="67"/>
                    <a:pt x="58" y="68"/>
                  </a:cubicBezTo>
                  <a:cubicBezTo>
                    <a:pt x="52" y="68"/>
                    <a:pt x="47" y="68"/>
                    <a:pt x="42" y="68"/>
                  </a:cubicBezTo>
                  <a:cubicBezTo>
                    <a:pt x="34" y="68"/>
                    <a:pt x="34" y="68"/>
                    <a:pt x="34" y="68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52" y="32"/>
                    <a:pt x="52" y="32"/>
                    <a:pt x="52" y="32"/>
                  </a:cubicBezTo>
                  <a:cubicBezTo>
                    <a:pt x="56" y="32"/>
                    <a:pt x="60" y="33"/>
                    <a:pt x="64" y="33"/>
                  </a:cubicBezTo>
                  <a:cubicBezTo>
                    <a:pt x="68" y="34"/>
                    <a:pt x="71" y="35"/>
                    <a:pt x="74" y="36"/>
                  </a:cubicBezTo>
                  <a:cubicBezTo>
                    <a:pt x="76" y="37"/>
                    <a:pt x="78" y="39"/>
                    <a:pt x="79" y="41"/>
                  </a:cubicBezTo>
                  <a:cubicBezTo>
                    <a:pt x="81" y="43"/>
                    <a:pt x="81" y="46"/>
                    <a:pt x="81" y="50"/>
                  </a:cubicBezTo>
                  <a:cubicBezTo>
                    <a:pt x="81" y="55"/>
                    <a:pt x="81" y="58"/>
                    <a:pt x="79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" name="Freeform 10"/>
            <p:cNvSpPr>
              <a:spLocks noEditPoints="1"/>
            </p:cNvSpPr>
            <p:nvPr userDrawn="1"/>
          </p:nvSpPr>
          <p:spPr bwMode="auto">
            <a:xfrm>
              <a:off x="8003615" y="2394682"/>
              <a:ext cx="347662" cy="376237"/>
            </a:xfrm>
            <a:custGeom>
              <a:avLst/>
              <a:gdLst>
                <a:gd name="T0" fmla="*/ 119 w 219"/>
                <a:gd name="T1" fmla="*/ 0 h 237"/>
                <a:gd name="T2" fmla="*/ 81 w 219"/>
                <a:gd name="T3" fmla="*/ 0 h 237"/>
                <a:gd name="T4" fmla="*/ 0 w 219"/>
                <a:gd name="T5" fmla="*/ 188 h 237"/>
                <a:gd name="T6" fmla="*/ 30 w 219"/>
                <a:gd name="T7" fmla="*/ 237 h 237"/>
                <a:gd name="T8" fmla="*/ 52 w 219"/>
                <a:gd name="T9" fmla="*/ 184 h 237"/>
                <a:gd name="T10" fmla="*/ 144 w 219"/>
                <a:gd name="T11" fmla="*/ 184 h 237"/>
                <a:gd name="T12" fmla="*/ 166 w 219"/>
                <a:gd name="T13" fmla="*/ 237 h 237"/>
                <a:gd name="T14" fmla="*/ 219 w 219"/>
                <a:gd name="T15" fmla="*/ 237 h 237"/>
                <a:gd name="T16" fmla="*/ 119 w 219"/>
                <a:gd name="T17" fmla="*/ 0 h 237"/>
                <a:gd name="T18" fmla="*/ 70 w 219"/>
                <a:gd name="T19" fmla="*/ 141 h 237"/>
                <a:gd name="T20" fmla="*/ 99 w 219"/>
                <a:gd name="T21" fmla="*/ 71 h 237"/>
                <a:gd name="T22" fmla="*/ 128 w 219"/>
                <a:gd name="T23" fmla="*/ 141 h 237"/>
                <a:gd name="T24" fmla="*/ 70 w 219"/>
                <a:gd name="T25" fmla="*/ 141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9" h="237">
                  <a:moveTo>
                    <a:pt x="119" y="0"/>
                  </a:moveTo>
                  <a:lnTo>
                    <a:pt x="81" y="0"/>
                  </a:lnTo>
                  <a:lnTo>
                    <a:pt x="0" y="188"/>
                  </a:lnTo>
                  <a:lnTo>
                    <a:pt x="30" y="237"/>
                  </a:lnTo>
                  <a:lnTo>
                    <a:pt x="52" y="184"/>
                  </a:lnTo>
                  <a:lnTo>
                    <a:pt x="144" y="184"/>
                  </a:lnTo>
                  <a:lnTo>
                    <a:pt x="166" y="237"/>
                  </a:lnTo>
                  <a:lnTo>
                    <a:pt x="219" y="237"/>
                  </a:lnTo>
                  <a:lnTo>
                    <a:pt x="119" y="0"/>
                  </a:lnTo>
                  <a:close/>
                  <a:moveTo>
                    <a:pt x="70" y="141"/>
                  </a:moveTo>
                  <a:lnTo>
                    <a:pt x="99" y="71"/>
                  </a:lnTo>
                  <a:lnTo>
                    <a:pt x="128" y="141"/>
                  </a:lnTo>
                  <a:lnTo>
                    <a:pt x="70" y="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7" name="Freeform 11"/>
            <p:cNvSpPr>
              <a:spLocks/>
            </p:cNvSpPr>
            <p:nvPr userDrawn="1"/>
          </p:nvSpPr>
          <p:spPr bwMode="auto">
            <a:xfrm>
              <a:off x="8340165" y="2394682"/>
              <a:ext cx="295275" cy="376237"/>
            </a:xfrm>
            <a:custGeom>
              <a:avLst/>
              <a:gdLst>
                <a:gd name="T0" fmla="*/ 118 w 135"/>
                <a:gd name="T1" fmla="*/ 129 h 170"/>
                <a:gd name="T2" fmla="*/ 118 w 135"/>
                <a:gd name="T3" fmla="*/ 127 h 170"/>
                <a:gd name="T4" fmla="*/ 116 w 135"/>
                <a:gd name="T5" fmla="*/ 129 h 170"/>
                <a:gd name="T6" fmla="*/ 115 w 135"/>
                <a:gd name="T7" fmla="*/ 129 h 170"/>
                <a:gd name="T8" fmla="*/ 106 w 135"/>
                <a:gd name="T9" fmla="*/ 134 h 170"/>
                <a:gd name="T10" fmla="*/ 87 w 135"/>
                <a:gd name="T11" fmla="*/ 138 h 170"/>
                <a:gd name="T12" fmla="*/ 50 w 135"/>
                <a:gd name="T13" fmla="*/ 123 h 170"/>
                <a:gd name="T14" fmla="*/ 34 w 135"/>
                <a:gd name="T15" fmla="*/ 85 h 170"/>
                <a:gd name="T16" fmla="*/ 50 w 135"/>
                <a:gd name="T17" fmla="*/ 47 h 170"/>
                <a:gd name="T18" fmla="*/ 87 w 135"/>
                <a:gd name="T19" fmla="*/ 32 h 170"/>
                <a:gd name="T20" fmla="*/ 116 w 135"/>
                <a:gd name="T21" fmla="*/ 41 h 170"/>
                <a:gd name="T22" fmla="*/ 117 w 135"/>
                <a:gd name="T23" fmla="*/ 42 h 170"/>
                <a:gd name="T24" fmla="*/ 134 w 135"/>
                <a:gd name="T25" fmla="*/ 15 h 170"/>
                <a:gd name="T26" fmla="*/ 135 w 135"/>
                <a:gd name="T27" fmla="*/ 13 h 170"/>
                <a:gd name="T28" fmla="*/ 132 w 135"/>
                <a:gd name="T29" fmla="*/ 12 h 170"/>
                <a:gd name="T30" fmla="*/ 88 w 135"/>
                <a:gd name="T31" fmla="*/ 0 h 170"/>
                <a:gd name="T32" fmla="*/ 21 w 135"/>
                <a:gd name="T33" fmla="*/ 30 h 170"/>
                <a:gd name="T34" fmla="*/ 0 w 135"/>
                <a:gd name="T35" fmla="*/ 86 h 170"/>
                <a:gd name="T36" fmla="*/ 25 w 135"/>
                <a:gd name="T37" fmla="*/ 145 h 170"/>
                <a:gd name="T38" fmla="*/ 86 w 135"/>
                <a:gd name="T39" fmla="*/ 170 h 170"/>
                <a:gd name="T40" fmla="*/ 132 w 135"/>
                <a:gd name="T41" fmla="*/ 158 h 170"/>
                <a:gd name="T42" fmla="*/ 135 w 135"/>
                <a:gd name="T43" fmla="*/ 156 h 170"/>
                <a:gd name="T44" fmla="*/ 118 w 135"/>
                <a:gd name="T45" fmla="*/ 129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35" h="170">
                  <a:moveTo>
                    <a:pt x="118" y="129"/>
                  </a:moveTo>
                  <a:cubicBezTo>
                    <a:pt x="118" y="127"/>
                    <a:pt x="118" y="127"/>
                    <a:pt x="118" y="127"/>
                  </a:cubicBezTo>
                  <a:cubicBezTo>
                    <a:pt x="116" y="129"/>
                    <a:pt x="116" y="129"/>
                    <a:pt x="116" y="129"/>
                  </a:cubicBezTo>
                  <a:cubicBezTo>
                    <a:pt x="115" y="129"/>
                    <a:pt x="115" y="129"/>
                    <a:pt x="115" y="129"/>
                  </a:cubicBezTo>
                  <a:cubicBezTo>
                    <a:pt x="112" y="131"/>
                    <a:pt x="109" y="133"/>
                    <a:pt x="106" y="134"/>
                  </a:cubicBezTo>
                  <a:cubicBezTo>
                    <a:pt x="101" y="137"/>
                    <a:pt x="94" y="138"/>
                    <a:pt x="87" y="138"/>
                  </a:cubicBezTo>
                  <a:cubicBezTo>
                    <a:pt x="72" y="138"/>
                    <a:pt x="60" y="133"/>
                    <a:pt x="50" y="123"/>
                  </a:cubicBezTo>
                  <a:cubicBezTo>
                    <a:pt x="39" y="112"/>
                    <a:pt x="34" y="100"/>
                    <a:pt x="34" y="85"/>
                  </a:cubicBezTo>
                  <a:cubicBezTo>
                    <a:pt x="34" y="70"/>
                    <a:pt x="39" y="58"/>
                    <a:pt x="50" y="47"/>
                  </a:cubicBezTo>
                  <a:cubicBezTo>
                    <a:pt x="60" y="37"/>
                    <a:pt x="72" y="32"/>
                    <a:pt x="87" y="32"/>
                  </a:cubicBezTo>
                  <a:cubicBezTo>
                    <a:pt x="96" y="32"/>
                    <a:pt x="106" y="35"/>
                    <a:pt x="116" y="41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34" y="15"/>
                    <a:pt x="134" y="15"/>
                    <a:pt x="134" y="15"/>
                  </a:cubicBezTo>
                  <a:cubicBezTo>
                    <a:pt x="135" y="13"/>
                    <a:pt x="135" y="13"/>
                    <a:pt x="135" y="13"/>
                  </a:cubicBezTo>
                  <a:cubicBezTo>
                    <a:pt x="132" y="12"/>
                    <a:pt x="132" y="12"/>
                    <a:pt x="132" y="12"/>
                  </a:cubicBezTo>
                  <a:cubicBezTo>
                    <a:pt x="118" y="4"/>
                    <a:pt x="103" y="0"/>
                    <a:pt x="88" y="0"/>
                  </a:cubicBezTo>
                  <a:cubicBezTo>
                    <a:pt x="61" y="0"/>
                    <a:pt x="38" y="10"/>
                    <a:pt x="21" y="30"/>
                  </a:cubicBezTo>
                  <a:cubicBezTo>
                    <a:pt x="7" y="46"/>
                    <a:pt x="0" y="65"/>
                    <a:pt x="0" y="86"/>
                  </a:cubicBezTo>
                  <a:cubicBezTo>
                    <a:pt x="0" y="109"/>
                    <a:pt x="9" y="129"/>
                    <a:pt x="25" y="145"/>
                  </a:cubicBezTo>
                  <a:cubicBezTo>
                    <a:pt x="42" y="161"/>
                    <a:pt x="63" y="170"/>
                    <a:pt x="86" y="170"/>
                  </a:cubicBezTo>
                  <a:cubicBezTo>
                    <a:pt x="102" y="170"/>
                    <a:pt x="117" y="166"/>
                    <a:pt x="132" y="158"/>
                  </a:cubicBezTo>
                  <a:cubicBezTo>
                    <a:pt x="135" y="156"/>
                    <a:pt x="135" y="156"/>
                    <a:pt x="135" y="156"/>
                  </a:cubicBezTo>
                  <a:lnTo>
                    <a:pt x="118" y="1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6606605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pos="217" userDrawn="1">
          <p15:clr>
            <a:srgbClr val="FBAE40"/>
          </p15:clr>
        </p15:guide>
        <p15:guide id="2" pos="602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업_배경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524000" y="-1523998"/>
            <a:ext cx="6858000" cy="9906000"/>
          </a:xfrm>
          <a:prstGeom prst="rect">
            <a:avLst/>
          </a:prstGeom>
        </p:spPr>
      </p:pic>
      <p:sp>
        <p:nvSpPr>
          <p:cNvPr id="33" name="TextBox 32"/>
          <p:cNvSpPr txBox="1"/>
          <p:nvPr userDrawn="1"/>
        </p:nvSpPr>
        <p:spPr>
          <a:xfrm>
            <a:off x="334584" y="321809"/>
            <a:ext cx="1794274" cy="246221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/>
            </a:defPPr>
            <a:lvl1pPr indent="0" algn="ctr" defTabSz="914400">
              <a:spcBef>
                <a:spcPts val="0"/>
              </a:spcBef>
              <a:buFont typeface="Arial" pitchFamily="34" charset="0"/>
              <a:buNone/>
              <a:defRPr sz="1200" b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1pPr>
            <a:lvl2pPr marL="742950" indent="-285750" defTabSz="91440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 defTabSz="9144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 defTabSz="9144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 defTabSz="9144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 altLang="ko-KR" sz="1600" b="1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Create your value </a:t>
            </a:r>
            <a:endParaRPr lang="ko-KR" altLang="en-US" sz="16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직각 삼각형 3"/>
          <p:cNvSpPr/>
          <p:nvPr userDrawn="1"/>
        </p:nvSpPr>
        <p:spPr>
          <a:xfrm flipH="1">
            <a:off x="3833446" y="785449"/>
            <a:ext cx="6072552" cy="6072552"/>
          </a:xfrm>
          <a:prstGeom prst="rtTriangle">
            <a:avLst/>
          </a:prstGeom>
          <a:gradFill flip="none" rotWithShape="1">
            <a:gsLst>
              <a:gs pos="5100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tx1">
                  <a:alpha val="37000"/>
                </a:schemeClr>
              </a:gs>
            </a:gsLst>
            <a:lin ang="7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900000" y="4941168"/>
            <a:ext cx="3240000" cy="34695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lang="ko-KR" altLang="en-US" sz="1600" b="0" kern="1200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 smtClean="0"/>
              <a:t>일자</a:t>
            </a:r>
            <a:endParaRPr lang="en-US" altLang="ko-KR" dirty="0" smtClean="0"/>
          </a:p>
        </p:txBody>
      </p:sp>
      <p:sp>
        <p:nvSpPr>
          <p:cNvPr id="25" name="내용 개체 틀 25"/>
          <p:cNvSpPr>
            <a:spLocks noGrp="1"/>
          </p:cNvSpPr>
          <p:nvPr>
            <p:ph sz="quarter" idx="16" hasCustomPrompt="1"/>
          </p:nvPr>
        </p:nvSpPr>
        <p:spPr>
          <a:xfrm>
            <a:off x="900000" y="5301208"/>
            <a:ext cx="3240000" cy="889496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1500" b="0" baseline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defRPr>
            </a:lvl1pPr>
            <a:lvl2pPr>
              <a:defRPr>
                <a:solidFill>
                  <a:srgbClr val="7F7F7F"/>
                </a:solidFill>
              </a:defRPr>
            </a:lvl2pPr>
            <a:lvl3pPr>
              <a:defRPr>
                <a:solidFill>
                  <a:srgbClr val="7F7F7F"/>
                </a:solidFill>
              </a:defRPr>
            </a:lvl3pPr>
            <a:lvl4pPr>
              <a:defRPr>
                <a:solidFill>
                  <a:srgbClr val="7F7F7F"/>
                </a:solidFill>
              </a:defRPr>
            </a:lvl4pPr>
            <a:lvl5pPr>
              <a:defRPr>
                <a:solidFill>
                  <a:srgbClr val="7F7F7F"/>
                </a:solidFill>
              </a:defRPr>
            </a:lvl5pPr>
          </a:lstStyle>
          <a:p>
            <a:pPr lvl="0"/>
            <a:r>
              <a:rPr lang="ko-KR" altLang="en-US" dirty="0" smtClean="0"/>
              <a:t>부서명</a:t>
            </a:r>
          </a:p>
        </p:txBody>
      </p:sp>
      <p:sp>
        <p:nvSpPr>
          <p:cNvPr id="35" name="내용 개체 틀 27"/>
          <p:cNvSpPr>
            <a:spLocks noGrp="1"/>
          </p:cNvSpPr>
          <p:nvPr>
            <p:ph sz="quarter" idx="14" hasCustomPrompt="1"/>
          </p:nvPr>
        </p:nvSpPr>
        <p:spPr>
          <a:xfrm>
            <a:off x="1080000" y="1952625"/>
            <a:ext cx="5133140" cy="1260351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>
              <a:spcBef>
                <a:spcPts val="0"/>
              </a:spcBef>
              <a:buNone/>
              <a:defRPr sz="3200" b="1" baseline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defRPr>
            </a:lvl1pPr>
          </a:lstStyle>
          <a:p>
            <a:pPr lvl="0"/>
            <a:r>
              <a:rPr lang="en-US" altLang="ko-KR" dirty="0" smtClean="0"/>
              <a:t>Miracom </a:t>
            </a:r>
            <a:r>
              <a:rPr lang="ko-KR" altLang="en-US" dirty="0" err="1" smtClean="0"/>
              <a:t>표준문서</a:t>
            </a:r>
            <a:endParaRPr lang="ko-KR" altLang="en-US" dirty="0" smtClean="0"/>
          </a:p>
        </p:txBody>
      </p:sp>
      <p:grpSp>
        <p:nvGrpSpPr>
          <p:cNvPr id="39" name="그룹 38"/>
          <p:cNvGrpSpPr/>
          <p:nvPr userDrawn="1"/>
        </p:nvGrpSpPr>
        <p:grpSpPr>
          <a:xfrm>
            <a:off x="900000" y="1513268"/>
            <a:ext cx="5513500" cy="3239999"/>
            <a:chOff x="900000" y="1513268"/>
            <a:chExt cx="5513500" cy="3239999"/>
          </a:xfrm>
          <a:solidFill>
            <a:schemeClr val="accent1"/>
          </a:solidFill>
        </p:grpSpPr>
        <p:grpSp>
          <p:nvGrpSpPr>
            <p:cNvPr id="40" name="그룹 39"/>
            <p:cNvGrpSpPr/>
            <p:nvPr userDrawn="1"/>
          </p:nvGrpSpPr>
          <p:grpSpPr>
            <a:xfrm>
              <a:off x="900000" y="1513268"/>
              <a:ext cx="180000" cy="3239999"/>
              <a:chOff x="900000" y="1513268"/>
              <a:chExt cx="180000" cy="3239999"/>
            </a:xfrm>
            <a:grpFill/>
          </p:grpSpPr>
          <p:sp>
            <p:nvSpPr>
              <p:cNvPr id="47" name="직사각형 46"/>
              <p:cNvSpPr/>
              <p:nvPr userDrawn="1"/>
            </p:nvSpPr>
            <p:spPr>
              <a:xfrm>
                <a:off x="900000" y="1513268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직사각형 47"/>
              <p:cNvSpPr/>
              <p:nvPr userDrawn="1"/>
            </p:nvSpPr>
            <p:spPr>
              <a:xfrm rot="10800000">
                <a:off x="900000" y="4393267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41" name="그룹 40"/>
            <p:cNvGrpSpPr/>
            <p:nvPr userDrawn="1"/>
          </p:nvGrpSpPr>
          <p:grpSpPr>
            <a:xfrm>
              <a:off x="900000" y="1513268"/>
              <a:ext cx="5513500" cy="3239999"/>
              <a:chOff x="900000" y="1513268"/>
              <a:chExt cx="5513500" cy="3239999"/>
            </a:xfrm>
            <a:grpFill/>
          </p:grpSpPr>
          <p:sp>
            <p:nvSpPr>
              <p:cNvPr id="42" name="직사각형 41"/>
              <p:cNvSpPr/>
              <p:nvPr userDrawn="1"/>
            </p:nvSpPr>
            <p:spPr>
              <a:xfrm>
                <a:off x="6233500" y="1513268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rgbClr val="005AB4"/>
                  </a:solidFill>
                </a:endParaRPr>
              </a:p>
            </p:txBody>
          </p:sp>
          <p:grpSp>
            <p:nvGrpSpPr>
              <p:cNvPr id="43" name="그룹 42"/>
              <p:cNvGrpSpPr/>
              <p:nvPr userDrawn="1"/>
            </p:nvGrpSpPr>
            <p:grpSpPr>
              <a:xfrm>
                <a:off x="900000" y="1513269"/>
                <a:ext cx="5513500" cy="3239997"/>
                <a:chOff x="900000" y="1513269"/>
                <a:chExt cx="3240000" cy="3239997"/>
              </a:xfrm>
              <a:grpFill/>
            </p:grpSpPr>
            <p:sp>
              <p:nvSpPr>
                <p:cNvPr id="45" name="직사각형 44"/>
                <p:cNvSpPr/>
                <p:nvPr userDrawn="1"/>
              </p:nvSpPr>
              <p:spPr>
                <a:xfrm rot="16200000">
                  <a:off x="2430000" y="-16731"/>
                  <a:ext cx="180000" cy="3240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46" name="직사각형 45"/>
                <p:cNvSpPr/>
                <p:nvPr userDrawn="1"/>
              </p:nvSpPr>
              <p:spPr>
                <a:xfrm rot="5400000">
                  <a:off x="2430000" y="3043266"/>
                  <a:ext cx="180000" cy="3240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</p:grpSp>
          <p:sp>
            <p:nvSpPr>
              <p:cNvPr id="44" name="직사각형 43"/>
              <p:cNvSpPr/>
              <p:nvPr userDrawn="1"/>
            </p:nvSpPr>
            <p:spPr>
              <a:xfrm rot="10800000">
                <a:off x="6233500" y="4393267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49" name="내용 개체 틀 27"/>
          <p:cNvSpPr>
            <a:spLocks noGrp="1"/>
          </p:cNvSpPr>
          <p:nvPr>
            <p:ph sz="quarter" idx="17"/>
          </p:nvPr>
        </p:nvSpPr>
        <p:spPr>
          <a:xfrm>
            <a:off x="1080000" y="3356991"/>
            <a:ext cx="5133140" cy="720081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1" baseline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" panose="020B0502040204020203" pitchFamily="34" charset="0"/>
              </a:defRPr>
            </a:lvl1pPr>
          </a:lstStyle>
          <a:p>
            <a:pPr lvl="0"/>
            <a:endParaRPr lang="ko-KR" altLang="en-US" dirty="0" smtClean="0"/>
          </a:p>
        </p:txBody>
      </p:sp>
      <p:sp>
        <p:nvSpPr>
          <p:cNvPr id="22" name="Text Box 9"/>
          <p:cNvSpPr txBox="1">
            <a:spLocks noChangeArrowheads="1"/>
          </p:cNvSpPr>
          <p:nvPr userDrawn="1"/>
        </p:nvSpPr>
        <p:spPr bwMode="auto">
          <a:xfrm>
            <a:off x="8044084" y="6551183"/>
            <a:ext cx="1524455" cy="92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pPr lvl="0" algn="r" eaLnBrk="0" hangingPunct="0"/>
            <a:r>
              <a:rPr lang="en-US" altLang="ko-KR" sz="600" kern="1200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Copyright © </a:t>
            </a:r>
            <a:r>
              <a:rPr lang="en-US" altLang="ko-KR" sz="600" kern="1200" dirty="0" err="1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Miracom,Inc</a:t>
            </a:r>
            <a:r>
              <a:rPr lang="en-US" altLang="ko-KR" sz="600" kern="1200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. All rights reserved.</a:t>
            </a:r>
          </a:p>
        </p:txBody>
      </p:sp>
      <p:grpSp>
        <p:nvGrpSpPr>
          <p:cNvPr id="23" name="그룹 22"/>
          <p:cNvGrpSpPr/>
          <p:nvPr userDrawn="1"/>
        </p:nvGrpSpPr>
        <p:grpSpPr>
          <a:xfrm>
            <a:off x="8185656" y="6278567"/>
            <a:ext cx="1373917" cy="226124"/>
            <a:chOff x="7132078" y="2394682"/>
            <a:chExt cx="2286000" cy="376237"/>
          </a:xfrm>
          <a:solidFill>
            <a:schemeClr val="bg1"/>
          </a:solidFill>
        </p:grpSpPr>
        <p:sp>
          <p:nvSpPr>
            <p:cNvPr id="24" name="Freeform 5"/>
            <p:cNvSpPr>
              <a:spLocks/>
            </p:cNvSpPr>
            <p:nvPr userDrawn="1"/>
          </p:nvSpPr>
          <p:spPr bwMode="auto">
            <a:xfrm>
              <a:off x="9046603" y="2394682"/>
              <a:ext cx="371475" cy="376237"/>
            </a:xfrm>
            <a:custGeom>
              <a:avLst/>
              <a:gdLst>
                <a:gd name="T0" fmla="*/ 117 w 234"/>
                <a:gd name="T1" fmla="*/ 154 h 237"/>
                <a:gd name="T2" fmla="*/ 54 w 234"/>
                <a:gd name="T3" fmla="*/ 0 h 237"/>
                <a:gd name="T4" fmla="*/ 0 w 234"/>
                <a:gd name="T5" fmla="*/ 0 h 237"/>
                <a:gd name="T6" fmla="*/ 0 w 234"/>
                <a:gd name="T7" fmla="*/ 237 h 237"/>
                <a:gd name="T8" fmla="*/ 44 w 234"/>
                <a:gd name="T9" fmla="*/ 237 h 237"/>
                <a:gd name="T10" fmla="*/ 44 w 234"/>
                <a:gd name="T11" fmla="*/ 96 h 237"/>
                <a:gd name="T12" fmla="*/ 102 w 234"/>
                <a:gd name="T13" fmla="*/ 237 h 237"/>
                <a:gd name="T14" fmla="*/ 131 w 234"/>
                <a:gd name="T15" fmla="*/ 237 h 237"/>
                <a:gd name="T16" fmla="*/ 189 w 234"/>
                <a:gd name="T17" fmla="*/ 96 h 237"/>
                <a:gd name="T18" fmla="*/ 189 w 234"/>
                <a:gd name="T19" fmla="*/ 237 h 237"/>
                <a:gd name="T20" fmla="*/ 234 w 234"/>
                <a:gd name="T21" fmla="*/ 237 h 237"/>
                <a:gd name="T22" fmla="*/ 234 w 234"/>
                <a:gd name="T23" fmla="*/ 0 h 237"/>
                <a:gd name="T24" fmla="*/ 181 w 234"/>
                <a:gd name="T25" fmla="*/ 0 h 237"/>
                <a:gd name="T26" fmla="*/ 117 w 234"/>
                <a:gd name="T27" fmla="*/ 154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34" h="237">
                  <a:moveTo>
                    <a:pt x="117" y="154"/>
                  </a:moveTo>
                  <a:lnTo>
                    <a:pt x="54" y="0"/>
                  </a:lnTo>
                  <a:lnTo>
                    <a:pt x="0" y="0"/>
                  </a:lnTo>
                  <a:lnTo>
                    <a:pt x="0" y="237"/>
                  </a:lnTo>
                  <a:lnTo>
                    <a:pt x="44" y="237"/>
                  </a:lnTo>
                  <a:lnTo>
                    <a:pt x="44" y="96"/>
                  </a:lnTo>
                  <a:lnTo>
                    <a:pt x="102" y="237"/>
                  </a:lnTo>
                  <a:lnTo>
                    <a:pt x="131" y="237"/>
                  </a:lnTo>
                  <a:lnTo>
                    <a:pt x="189" y="96"/>
                  </a:lnTo>
                  <a:lnTo>
                    <a:pt x="189" y="237"/>
                  </a:lnTo>
                  <a:lnTo>
                    <a:pt x="234" y="237"/>
                  </a:lnTo>
                  <a:lnTo>
                    <a:pt x="234" y="0"/>
                  </a:lnTo>
                  <a:lnTo>
                    <a:pt x="181" y="0"/>
                  </a:lnTo>
                  <a:lnTo>
                    <a:pt x="117" y="15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6" name="Freeform 6"/>
            <p:cNvSpPr>
              <a:spLocks/>
            </p:cNvSpPr>
            <p:nvPr userDrawn="1"/>
          </p:nvSpPr>
          <p:spPr bwMode="auto">
            <a:xfrm>
              <a:off x="7132078" y="2394682"/>
              <a:ext cx="371475" cy="376237"/>
            </a:xfrm>
            <a:custGeom>
              <a:avLst/>
              <a:gdLst>
                <a:gd name="T0" fmla="*/ 117 w 234"/>
                <a:gd name="T1" fmla="*/ 154 h 237"/>
                <a:gd name="T2" fmla="*/ 54 w 234"/>
                <a:gd name="T3" fmla="*/ 0 h 237"/>
                <a:gd name="T4" fmla="*/ 0 w 234"/>
                <a:gd name="T5" fmla="*/ 0 h 237"/>
                <a:gd name="T6" fmla="*/ 0 w 234"/>
                <a:gd name="T7" fmla="*/ 237 h 237"/>
                <a:gd name="T8" fmla="*/ 45 w 234"/>
                <a:gd name="T9" fmla="*/ 237 h 237"/>
                <a:gd name="T10" fmla="*/ 45 w 234"/>
                <a:gd name="T11" fmla="*/ 96 h 237"/>
                <a:gd name="T12" fmla="*/ 103 w 234"/>
                <a:gd name="T13" fmla="*/ 237 h 237"/>
                <a:gd name="T14" fmla="*/ 132 w 234"/>
                <a:gd name="T15" fmla="*/ 237 h 237"/>
                <a:gd name="T16" fmla="*/ 189 w 234"/>
                <a:gd name="T17" fmla="*/ 96 h 237"/>
                <a:gd name="T18" fmla="*/ 189 w 234"/>
                <a:gd name="T19" fmla="*/ 237 h 237"/>
                <a:gd name="T20" fmla="*/ 234 w 234"/>
                <a:gd name="T21" fmla="*/ 237 h 237"/>
                <a:gd name="T22" fmla="*/ 234 w 234"/>
                <a:gd name="T23" fmla="*/ 0 h 237"/>
                <a:gd name="T24" fmla="*/ 182 w 234"/>
                <a:gd name="T25" fmla="*/ 0 h 237"/>
                <a:gd name="T26" fmla="*/ 117 w 234"/>
                <a:gd name="T27" fmla="*/ 154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34" h="237">
                  <a:moveTo>
                    <a:pt x="117" y="154"/>
                  </a:moveTo>
                  <a:lnTo>
                    <a:pt x="54" y="0"/>
                  </a:lnTo>
                  <a:lnTo>
                    <a:pt x="0" y="0"/>
                  </a:lnTo>
                  <a:lnTo>
                    <a:pt x="0" y="237"/>
                  </a:lnTo>
                  <a:lnTo>
                    <a:pt x="45" y="237"/>
                  </a:lnTo>
                  <a:lnTo>
                    <a:pt x="45" y="96"/>
                  </a:lnTo>
                  <a:lnTo>
                    <a:pt x="103" y="237"/>
                  </a:lnTo>
                  <a:lnTo>
                    <a:pt x="132" y="237"/>
                  </a:lnTo>
                  <a:lnTo>
                    <a:pt x="189" y="96"/>
                  </a:lnTo>
                  <a:lnTo>
                    <a:pt x="189" y="237"/>
                  </a:lnTo>
                  <a:lnTo>
                    <a:pt x="234" y="237"/>
                  </a:lnTo>
                  <a:lnTo>
                    <a:pt x="234" y="0"/>
                  </a:lnTo>
                  <a:lnTo>
                    <a:pt x="182" y="0"/>
                  </a:lnTo>
                  <a:lnTo>
                    <a:pt x="117" y="15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7" name="Rectangle 7"/>
            <p:cNvSpPr>
              <a:spLocks noChangeArrowheads="1"/>
            </p:cNvSpPr>
            <p:nvPr userDrawn="1"/>
          </p:nvSpPr>
          <p:spPr bwMode="auto">
            <a:xfrm>
              <a:off x="7571815" y="2394682"/>
              <a:ext cx="73025" cy="37623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8" name="Freeform 8"/>
            <p:cNvSpPr>
              <a:spLocks noEditPoints="1"/>
            </p:cNvSpPr>
            <p:nvPr userDrawn="1"/>
          </p:nvSpPr>
          <p:spPr bwMode="auto">
            <a:xfrm>
              <a:off x="8629090" y="2394682"/>
              <a:ext cx="369887" cy="376237"/>
            </a:xfrm>
            <a:custGeom>
              <a:avLst/>
              <a:gdLst>
                <a:gd name="T0" fmla="*/ 163 w 169"/>
                <a:gd name="T1" fmla="*/ 51 h 170"/>
                <a:gd name="T2" fmla="*/ 145 w 169"/>
                <a:gd name="T3" fmla="*/ 24 h 170"/>
                <a:gd name="T4" fmla="*/ 119 w 169"/>
                <a:gd name="T5" fmla="*/ 6 h 170"/>
                <a:gd name="T6" fmla="*/ 85 w 169"/>
                <a:gd name="T7" fmla="*/ 0 h 170"/>
                <a:gd name="T8" fmla="*/ 51 w 169"/>
                <a:gd name="T9" fmla="*/ 6 h 170"/>
                <a:gd name="T10" fmla="*/ 24 w 169"/>
                <a:gd name="T11" fmla="*/ 24 h 170"/>
                <a:gd name="T12" fmla="*/ 6 w 169"/>
                <a:gd name="T13" fmla="*/ 51 h 170"/>
                <a:gd name="T14" fmla="*/ 0 w 169"/>
                <a:gd name="T15" fmla="*/ 85 h 170"/>
                <a:gd name="T16" fmla="*/ 6 w 169"/>
                <a:gd name="T17" fmla="*/ 118 h 170"/>
                <a:gd name="T18" fmla="*/ 24 w 169"/>
                <a:gd name="T19" fmla="*/ 146 h 170"/>
                <a:gd name="T20" fmla="*/ 51 w 169"/>
                <a:gd name="T21" fmla="*/ 163 h 170"/>
                <a:gd name="T22" fmla="*/ 85 w 169"/>
                <a:gd name="T23" fmla="*/ 170 h 170"/>
                <a:gd name="T24" fmla="*/ 119 w 169"/>
                <a:gd name="T25" fmla="*/ 163 h 170"/>
                <a:gd name="T26" fmla="*/ 145 w 169"/>
                <a:gd name="T27" fmla="*/ 146 h 170"/>
                <a:gd name="T28" fmla="*/ 163 w 169"/>
                <a:gd name="T29" fmla="*/ 118 h 170"/>
                <a:gd name="T30" fmla="*/ 169 w 169"/>
                <a:gd name="T31" fmla="*/ 85 h 170"/>
                <a:gd name="T32" fmla="*/ 163 w 169"/>
                <a:gd name="T33" fmla="*/ 51 h 170"/>
                <a:gd name="T34" fmla="*/ 132 w 169"/>
                <a:gd name="T35" fmla="*/ 106 h 170"/>
                <a:gd name="T36" fmla="*/ 121 w 169"/>
                <a:gd name="T37" fmla="*/ 123 h 170"/>
                <a:gd name="T38" fmla="*/ 105 w 169"/>
                <a:gd name="T39" fmla="*/ 134 h 170"/>
                <a:gd name="T40" fmla="*/ 64 w 169"/>
                <a:gd name="T41" fmla="*/ 134 h 170"/>
                <a:gd name="T42" fmla="*/ 48 w 169"/>
                <a:gd name="T43" fmla="*/ 123 h 170"/>
                <a:gd name="T44" fmla="*/ 38 w 169"/>
                <a:gd name="T45" fmla="*/ 106 h 170"/>
                <a:gd name="T46" fmla="*/ 34 w 169"/>
                <a:gd name="T47" fmla="*/ 85 h 170"/>
                <a:gd name="T48" fmla="*/ 38 w 169"/>
                <a:gd name="T49" fmla="*/ 64 h 170"/>
                <a:gd name="T50" fmla="*/ 48 w 169"/>
                <a:gd name="T51" fmla="*/ 46 h 170"/>
                <a:gd name="T52" fmla="*/ 64 w 169"/>
                <a:gd name="T53" fmla="*/ 35 h 170"/>
                <a:gd name="T54" fmla="*/ 85 w 169"/>
                <a:gd name="T55" fmla="*/ 31 h 170"/>
                <a:gd name="T56" fmla="*/ 105 w 169"/>
                <a:gd name="T57" fmla="*/ 35 h 170"/>
                <a:gd name="T58" fmla="*/ 121 w 169"/>
                <a:gd name="T59" fmla="*/ 46 h 170"/>
                <a:gd name="T60" fmla="*/ 132 w 169"/>
                <a:gd name="T61" fmla="*/ 64 h 170"/>
                <a:gd name="T62" fmla="*/ 136 w 169"/>
                <a:gd name="T63" fmla="*/ 85 h 170"/>
                <a:gd name="T64" fmla="*/ 132 w 169"/>
                <a:gd name="T65" fmla="*/ 106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69" h="170">
                  <a:moveTo>
                    <a:pt x="163" y="51"/>
                  </a:moveTo>
                  <a:cubicBezTo>
                    <a:pt x="159" y="41"/>
                    <a:pt x="153" y="31"/>
                    <a:pt x="145" y="24"/>
                  </a:cubicBezTo>
                  <a:cubicBezTo>
                    <a:pt x="138" y="16"/>
                    <a:pt x="129" y="10"/>
                    <a:pt x="119" y="6"/>
                  </a:cubicBezTo>
                  <a:cubicBezTo>
                    <a:pt x="108" y="2"/>
                    <a:pt x="97" y="0"/>
                    <a:pt x="85" y="0"/>
                  </a:cubicBezTo>
                  <a:cubicBezTo>
                    <a:pt x="73" y="0"/>
                    <a:pt x="61" y="2"/>
                    <a:pt x="51" y="6"/>
                  </a:cubicBezTo>
                  <a:cubicBezTo>
                    <a:pt x="41" y="10"/>
                    <a:pt x="32" y="16"/>
                    <a:pt x="24" y="24"/>
                  </a:cubicBezTo>
                  <a:cubicBezTo>
                    <a:pt x="17" y="31"/>
                    <a:pt x="11" y="41"/>
                    <a:pt x="6" y="51"/>
                  </a:cubicBezTo>
                  <a:cubicBezTo>
                    <a:pt x="2" y="61"/>
                    <a:pt x="0" y="73"/>
                    <a:pt x="0" y="85"/>
                  </a:cubicBezTo>
                  <a:cubicBezTo>
                    <a:pt x="0" y="97"/>
                    <a:pt x="2" y="108"/>
                    <a:pt x="6" y="118"/>
                  </a:cubicBezTo>
                  <a:cubicBezTo>
                    <a:pt x="11" y="129"/>
                    <a:pt x="17" y="138"/>
                    <a:pt x="24" y="146"/>
                  </a:cubicBezTo>
                  <a:cubicBezTo>
                    <a:pt x="32" y="153"/>
                    <a:pt x="41" y="159"/>
                    <a:pt x="51" y="163"/>
                  </a:cubicBezTo>
                  <a:cubicBezTo>
                    <a:pt x="61" y="168"/>
                    <a:pt x="73" y="170"/>
                    <a:pt x="85" y="170"/>
                  </a:cubicBezTo>
                  <a:cubicBezTo>
                    <a:pt x="97" y="170"/>
                    <a:pt x="108" y="168"/>
                    <a:pt x="119" y="163"/>
                  </a:cubicBezTo>
                  <a:cubicBezTo>
                    <a:pt x="129" y="159"/>
                    <a:pt x="138" y="153"/>
                    <a:pt x="145" y="146"/>
                  </a:cubicBezTo>
                  <a:cubicBezTo>
                    <a:pt x="153" y="138"/>
                    <a:pt x="159" y="129"/>
                    <a:pt x="163" y="118"/>
                  </a:cubicBezTo>
                  <a:cubicBezTo>
                    <a:pt x="167" y="108"/>
                    <a:pt x="169" y="97"/>
                    <a:pt x="169" y="85"/>
                  </a:cubicBezTo>
                  <a:cubicBezTo>
                    <a:pt x="169" y="73"/>
                    <a:pt x="167" y="61"/>
                    <a:pt x="163" y="51"/>
                  </a:cubicBezTo>
                  <a:close/>
                  <a:moveTo>
                    <a:pt x="132" y="106"/>
                  </a:moveTo>
                  <a:cubicBezTo>
                    <a:pt x="129" y="112"/>
                    <a:pt x="126" y="118"/>
                    <a:pt x="121" y="123"/>
                  </a:cubicBezTo>
                  <a:cubicBezTo>
                    <a:pt x="117" y="128"/>
                    <a:pt x="112" y="132"/>
                    <a:pt x="105" y="134"/>
                  </a:cubicBezTo>
                  <a:cubicBezTo>
                    <a:pt x="93" y="140"/>
                    <a:pt x="76" y="140"/>
                    <a:pt x="64" y="134"/>
                  </a:cubicBezTo>
                  <a:cubicBezTo>
                    <a:pt x="58" y="132"/>
                    <a:pt x="52" y="128"/>
                    <a:pt x="48" y="123"/>
                  </a:cubicBezTo>
                  <a:cubicBezTo>
                    <a:pt x="44" y="118"/>
                    <a:pt x="40" y="112"/>
                    <a:pt x="38" y="106"/>
                  </a:cubicBezTo>
                  <a:cubicBezTo>
                    <a:pt x="35" y="99"/>
                    <a:pt x="34" y="92"/>
                    <a:pt x="34" y="85"/>
                  </a:cubicBezTo>
                  <a:cubicBezTo>
                    <a:pt x="34" y="77"/>
                    <a:pt x="35" y="70"/>
                    <a:pt x="38" y="64"/>
                  </a:cubicBezTo>
                  <a:cubicBezTo>
                    <a:pt x="40" y="57"/>
                    <a:pt x="44" y="51"/>
                    <a:pt x="48" y="46"/>
                  </a:cubicBezTo>
                  <a:cubicBezTo>
                    <a:pt x="52" y="42"/>
                    <a:pt x="58" y="38"/>
                    <a:pt x="64" y="35"/>
                  </a:cubicBezTo>
                  <a:cubicBezTo>
                    <a:pt x="70" y="32"/>
                    <a:pt x="77" y="31"/>
                    <a:pt x="85" y="31"/>
                  </a:cubicBezTo>
                  <a:cubicBezTo>
                    <a:pt x="92" y="31"/>
                    <a:pt x="99" y="32"/>
                    <a:pt x="105" y="35"/>
                  </a:cubicBezTo>
                  <a:cubicBezTo>
                    <a:pt x="112" y="38"/>
                    <a:pt x="117" y="42"/>
                    <a:pt x="121" y="46"/>
                  </a:cubicBezTo>
                  <a:cubicBezTo>
                    <a:pt x="126" y="51"/>
                    <a:pt x="129" y="57"/>
                    <a:pt x="132" y="64"/>
                  </a:cubicBezTo>
                  <a:cubicBezTo>
                    <a:pt x="134" y="70"/>
                    <a:pt x="136" y="77"/>
                    <a:pt x="136" y="85"/>
                  </a:cubicBezTo>
                  <a:cubicBezTo>
                    <a:pt x="136" y="92"/>
                    <a:pt x="134" y="99"/>
                    <a:pt x="13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" name="Freeform 9"/>
            <p:cNvSpPr>
              <a:spLocks noEditPoints="1"/>
            </p:cNvSpPr>
            <p:nvPr userDrawn="1"/>
          </p:nvSpPr>
          <p:spPr bwMode="auto">
            <a:xfrm>
              <a:off x="7711515" y="2394682"/>
              <a:ext cx="282575" cy="376237"/>
            </a:xfrm>
            <a:custGeom>
              <a:avLst/>
              <a:gdLst>
                <a:gd name="T0" fmla="*/ 82 w 129"/>
                <a:gd name="T1" fmla="*/ 96 h 170"/>
                <a:gd name="T2" fmla="*/ 104 w 129"/>
                <a:gd name="T3" fmla="*/ 83 h 170"/>
                <a:gd name="T4" fmla="*/ 117 w 129"/>
                <a:gd name="T5" fmla="*/ 50 h 170"/>
                <a:gd name="T6" fmla="*/ 110 w 129"/>
                <a:gd name="T7" fmla="*/ 23 h 170"/>
                <a:gd name="T8" fmla="*/ 93 w 129"/>
                <a:gd name="T9" fmla="*/ 8 h 170"/>
                <a:gd name="T10" fmla="*/ 70 w 129"/>
                <a:gd name="T11" fmla="*/ 1 h 170"/>
                <a:gd name="T12" fmla="*/ 47 w 129"/>
                <a:gd name="T13" fmla="*/ 0 h 170"/>
                <a:gd name="T14" fmla="*/ 0 w 129"/>
                <a:gd name="T15" fmla="*/ 0 h 170"/>
                <a:gd name="T16" fmla="*/ 0 w 129"/>
                <a:gd name="T17" fmla="*/ 170 h 170"/>
                <a:gd name="T18" fmla="*/ 34 w 129"/>
                <a:gd name="T19" fmla="*/ 170 h 170"/>
                <a:gd name="T20" fmla="*/ 34 w 129"/>
                <a:gd name="T21" fmla="*/ 101 h 170"/>
                <a:gd name="T22" fmla="*/ 45 w 129"/>
                <a:gd name="T23" fmla="*/ 101 h 170"/>
                <a:gd name="T24" fmla="*/ 87 w 129"/>
                <a:gd name="T25" fmla="*/ 170 h 170"/>
                <a:gd name="T26" fmla="*/ 116 w 129"/>
                <a:gd name="T27" fmla="*/ 170 h 170"/>
                <a:gd name="T28" fmla="*/ 129 w 129"/>
                <a:gd name="T29" fmla="*/ 170 h 170"/>
                <a:gd name="T30" fmla="*/ 129 w 129"/>
                <a:gd name="T31" fmla="*/ 170 h 170"/>
                <a:gd name="T32" fmla="*/ 82 w 129"/>
                <a:gd name="T33" fmla="*/ 96 h 170"/>
                <a:gd name="T34" fmla="*/ 79 w 129"/>
                <a:gd name="T35" fmla="*/ 60 h 170"/>
                <a:gd name="T36" fmla="*/ 71 w 129"/>
                <a:gd name="T37" fmla="*/ 65 h 170"/>
                <a:gd name="T38" fmla="*/ 58 w 129"/>
                <a:gd name="T39" fmla="*/ 68 h 170"/>
                <a:gd name="T40" fmla="*/ 42 w 129"/>
                <a:gd name="T41" fmla="*/ 68 h 170"/>
                <a:gd name="T42" fmla="*/ 34 w 129"/>
                <a:gd name="T43" fmla="*/ 68 h 170"/>
                <a:gd name="T44" fmla="*/ 34 w 129"/>
                <a:gd name="T45" fmla="*/ 32 h 170"/>
                <a:gd name="T46" fmla="*/ 52 w 129"/>
                <a:gd name="T47" fmla="*/ 32 h 170"/>
                <a:gd name="T48" fmla="*/ 64 w 129"/>
                <a:gd name="T49" fmla="*/ 33 h 170"/>
                <a:gd name="T50" fmla="*/ 74 w 129"/>
                <a:gd name="T51" fmla="*/ 36 h 170"/>
                <a:gd name="T52" fmla="*/ 79 w 129"/>
                <a:gd name="T53" fmla="*/ 41 h 170"/>
                <a:gd name="T54" fmla="*/ 81 w 129"/>
                <a:gd name="T55" fmla="*/ 50 h 170"/>
                <a:gd name="T56" fmla="*/ 79 w 129"/>
                <a:gd name="T57" fmla="*/ 60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29" h="170">
                  <a:moveTo>
                    <a:pt x="82" y="96"/>
                  </a:moveTo>
                  <a:cubicBezTo>
                    <a:pt x="91" y="94"/>
                    <a:pt x="98" y="89"/>
                    <a:pt x="104" y="83"/>
                  </a:cubicBezTo>
                  <a:cubicBezTo>
                    <a:pt x="112" y="75"/>
                    <a:pt x="117" y="63"/>
                    <a:pt x="117" y="50"/>
                  </a:cubicBezTo>
                  <a:cubicBezTo>
                    <a:pt x="117" y="39"/>
                    <a:pt x="114" y="30"/>
                    <a:pt x="110" y="23"/>
                  </a:cubicBezTo>
                  <a:cubicBezTo>
                    <a:pt x="106" y="16"/>
                    <a:pt x="100" y="11"/>
                    <a:pt x="93" y="8"/>
                  </a:cubicBezTo>
                  <a:cubicBezTo>
                    <a:pt x="86" y="4"/>
                    <a:pt x="78" y="2"/>
                    <a:pt x="70" y="1"/>
                  </a:cubicBezTo>
                  <a:cubicBezTo>
                    <a:pt x="63" y="0"/>
                    <a:pt x="55" y="0"/>
                    <a:pt x="4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70"/>
                    <a:pt x="0" y="170"/>
                    <a:pt x="0" y="170"/>
                  </a:cubicBezTo>
                  <a:cubicBezTo>
                    <a:pt x="34" y="170"/>
                    <a:pt x="34" y="170"/>
                    <a:pt x="34" y="170"/>
                  </a:cubicBezTo>
                  <a:cubicBezTo>
                    <a:pt x="34" y="101"/>
                    <a:pt x="34" y="101"/>
                    <a:pt x="34" y="101"/>
                  </a:cubicBezTo>
                  <a:cubicBezTo>
                    <a:pt x="45" y="101"/>
                    <a:pt x="45" y="101"/>
                    <a:pt x="45" y="101"/>
                  </a:cubicBezTo>
                  <a:cubicBezTo>
                    <a:pt x="87" y="170"/>
                    <a:pt x="87" y="170"/>
                    <a:pt x="87" y="170"/>
                  </a:cubicBezTo>
                  <a:cubicBezTo>
                    <a:pt x="116" y="170"/>
                    <a:pt x="116" y="170"/>
                    <a:pt x="116" y="170"/>
                  </a:cubicBezTo>
                  <a:cubicBezTo>
                    <a:pt x="129" y="170"/>
                    <a:pt x="129" y="170"/>
                    <a:pt x="129" y="170"/>
                  </a:cubicBezTo>
                  <a:cubicBezTo>
                    <a:pt x="129" y="170"/>
                    <a:pt x="129" y="170"/>
                    <a:pt x="129" y="170"/>
                  </a:cubicBezTo>
                  <a:lnTo>
                    <a:pt x="82" y="96"/>
                  </a:lnTo>
                  <a:close/>
                  <a:moveTo>
                    <a:pt x="79" y="60"/>
                  </a:moveTo>
                  <a:cubicBezTo>
                    <a:pt x="77" y="62"/>
                    <a:pt x="74" y="64"/>
                    <a:pt x="71" y="65"/>
                  </a:cubicBezTo>
                  <a:cubicBezTo>
                    <a:pt x="67" y="67"/>
                    <a:pt x="62" y="67"/>
                    <a:pt x="58" y="68"/>
                  </a:cubicBezTo>
                  <a:cubicBezTo>
                    <a:pt x="52" y="68"/>
                    <a:pt x="47" y="68"/>
                    <a:pt x="42" y="68"/>
                  </a:cubicBezTo>
                  <a:cubicBezTo>
                    <a:pt x="34" y="68"/>
                    <a:pt x="34" y="68"/>
                    <a:pt x="34" y="68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52" y="32"/>
                    <a:pt x="52" y="32"/>
                    <a:pt x="52" y="32"/>
                  </a:cubicBezTo>
                  <a:cubicBezTo>
                    <a:pt x="56" y="32"/>
                    <a:pt x="60" y="33"/>
                    <a:pt x="64" y="33"/>
                  </a:cubicBezTo>
                  <a:cubicBezTo>
                    <a:pt x="68" y="34"/>
                    <a:pt x="71" y="35"/>
                    <a:pt x="74" y="36"/>
                  </a:cubicBezTo>
                  <a:cubicBezTo>
                    <a:pt x="76" y="37"/>
                    <a:pt x="78" y="39"/>
                    <a:pt x="79" y="41"/>
                  </a:cubicBezTo>
                  <a:cubicBezTo>
                    <a:pt x="81" y="43"/>
                    <a:pt x="81" y="46"/>
                    <a:pt x="81" y="50"/>
                  </a:cubicBezTo>
                  <a:cubicBezTo>
                    <a:pt x="81" y="55"/>
                    <a:pt x="81" y="58"/>
                    <a:pt x="79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0" name="Freeform 10"/>
            <p:cNvSpPr>
              <a:spLocks noEditPoints="1"/>
            </p:cNvSpPr>
            <p:nvPr userDrawn="1"/>
          </p:nvSpPr>
          <p:spPr bwMode="auto">
            <a:xfrm>
              <a:off x="8003615" y="2394682"/>
              <a:ext cx="347662" cy="376237"/>
            </a:xfrm>
            <a:custGeom>
              <a:avLst/>
              <a:gdLst>
                <a:gd name="T0" fmla="*/ 119 w 219"/>
                <a:gd name="T1" fmla="*/ 0 h 237"/>
                <a:gd name="T2" fmla="*/ 81 w 219"/>
                <a:gd name="T3" fmla="*/ 0 h 237"/>
                <a:gd name="T4" fmla="*/ 0 w 219"/>
                <a:gd name="T5" fmla="*/ 188 h 237"/>
                <a:gd name="T6" fmla="*/ 30 w 219"/>
                <a:gd name="T7" fmla="*/ 237 h 237"/>
                <a:gd name="T8" fmla="*/ 52 w 219"/>
                <a:gd name="T9" fmla="*/ 184 h 237"/>
                <a:gd name="T10" fmla="*/ 144 w 219"/>
                <a:gd name="T11" fmla="*/ 184 h 237"/>
                <a:gd name="T12" fmla="*/ 166 w 219"/>
                <a:gd name="T13" fmla="*/ 237 h 237"/>
                <a:gd name="T14" fmla="*/ 219 w 219"/>
                <a:gd name="T15" fmla="*/ 237 h 237"/>
                <a:gd name="T16" fmla="*/ 119 w 219"/>
                <a:gd name="T17" fmla="*/ 0 h 237"/>
                <a:gd name="T18" fmla="*/ 70 w 219"/>
                <a:gd name="T19" fmla="*/ 141 h 237"/>
                <a:gd name="T20" fmla="*/ 99 w 219"/>
                <a:gd name="T21" fmla="*/ 71 h 237"/>
                <a:gd name="T22" fmla="*/ 128 w 219"/>
                <a:gd name="T23" fmla="*/ 141 h 237"/>
                <a:gd name="T24" fmla="*/ 70 w 219"/>
                <a:gd name="T25" fmla="*/ 141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9" h="237">
                  <a:moveTo>
                    <a:pt x="119" y="0"/>
                  </a:moveTo>
                  <a:lnTo>
                    <a:pt x="81" y="0"/>
                  </a:lnTo>
                  <a:lnTo>
                    <a:pt x="0" y="188"/>
                  </a:lnTo>
                  <a:lnTo>
                    <a:pt x="30" y="237"/>
                  </a:lnTo>
                  <a:lnTo>
                    <a:pt x="52" y="184"/>
                  </a:lnTo>
                  <a:lnTo>
                    <a:pt x="144" y="184"/>
                  </a:lnTo>
                  <a:lnTo>
                    <a:pt x="166" y="237"/>
                  </a:lnTo>
                  <a:lnTo>
                    <a:pt x="219" y="237"/>
                  </a:lnTo>
                  <a:lnTo>
                    <a:pt x="119" y="0"/>
                  </a:lnTo>
                  <a:close/>
                  <a:moveTo>
                    <a:pt x="70" y="141"/>
                  </a:moveTo>
                  <a:lnTo>
                    <a:pt x="99" y="71"/>
                  </a:lnTo>
                  <a:lnTo>
                    <a:pt x="128" y="141"/>
                  </a:lnTo>
                  <a:lnTo>
                    <a:pt x="70" y="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1" name="Freeform 11"/>
            <p:cNvSpPr>
              <a:spLocks/>
            </p:cNvSpPr>
            <p:nvPr userDrawn="1"/>
          </p:nvSpPr>
          <p:spPr bwMode="auto">
            <a:xfrm>
              <a:off x="8340165" y="2394682"/>
              <a:ext cx="295275" cy="376237"/>
            </a:xfrm>
            <a:custGeom>
              <a:avLst/>
              <a:gdLst>
                <a:gd name="T0" fmla="*/ 118 w 135"/>
                <a:gd name="T1" fmla="*/ 129 h 170"/>
                <a:gd name="T2" fmla="*/ 118 w 135"/>
                <a:gd name="T3" fmla="*/ 127 h 170"/>
                <a:gd name="T4" fmla="*/ 116 w 135"/>
                <a:gd name="T5" fmla="*/ 129 h 170"/>
                <a:gd name="T6" fmla="*/ 115 w 135"/>
                <a:gd name="T7" fmla="*/ 129 h 170"/>
                <a:gd name="T8" fmla="*/ 106 w 135"/>
                <a:gd name="T9" fmla="*/ 134 h 170"/>
                <a:gd name="T10" fmla="*/ 87 w 135"/>
                <a:gd name="T11" fmla="*/ 138 h 170"/>
                <a:gd name="T12" fmla="*/ 50 w 135"/>
                <a:gd name="T13" fmla="*/ 123 h 170"/>
                <a:gd name="T14" fmla="*/ 34 w 135"/>
                <a:gd name="T15" fmla="*/ 85 h 170"/>
                <a:gd name="T16" fmla="*/ 50 w 135"/>
                <a:gd name="T17" fmla="*/ 47 h 170"/>
                <a:gd name="T18" fmla="*/ 87 w 135"/>
                <a:gd name="T19" fmla="*/ 32 h 170"/>
                <a:gd name="T20" fmla="*/ 116 w 135"/>
                <a:gd name="T21" fmla="*/ 41 h 170"/>
                <a:gd name="T22" fmla="*/ 117 w 135"/>
                <a:gd name="T23" fmla="*/ 42 h 170"/>
                <a:gd name="T24" fmla="*/ 134 w 135"/>
                <a:gd name="T25" fmla="*/ 15 h 170"/>
                <a:gd name="T26" fmla="*/ 135 w 135"/>
                <a:gd name="T27" fmla="*/ 13 h 170"/>
                <a:gd name="T28" fmla="*/ 132 w 135"/>
                <a:gd name="T29" fmla="*/ 12 h 170"/>
                <a:gd name="T30" fmla="*/ 88 w 135"/>
                <a:gd name="T31" fmla="*/ 0 h 170"/>
                <a:gd name="T32" fmla="*/ 21 w 135"/>
                <a:gd name="T33" fmla="*/ 30 h 170"/>
                <a:gd name="T34" fmla="*/ 0 w 135"/>
                <a:gd name="T35" fmla="*/ 86 h 170"/>
                <a:gd name="T36" fmla="*/ 25 w 135"/>
                <a:gd name="T37" fmla="*/ 145 h 170"/>
                <a:gd name="T38" fmla="*/ 86 w 135"/>
                <a:gd name="T39" fmla="*/ 170 h 170"/>
                <a:gd name="T40" fmla="*/ 132 w 135"/>
                <a:gd name="T41" fmla="*/ 158 h 170"/>
                <a:gd name="T42" fmla="*/ 135 w 135"/>
                <a:gd name="T43" fmla="*/ 156 h 170"/>
                <a:gd name="T44" fmla="*/ 118 w 135"/>
                <a:gd name="T45" fmla="*/ 129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35" h="170">
                  <a:moveTo>
                    <a:pt x="118" y="129"/>
                  </a:moveTo>
                  <a:cubicBezTo>
                    <a:pt x="118" y="127"/>
                    <a:pt x="118" y="127"/>
                    <a:pt x="118" y="127"/>
                  </a:cubicBezTo>
                  <a:cubicBezTo>
                    <a:pt x="116" y="129"/>
                    <a:pt x="116" y="129"/>
                    <a:pt x="116" y="129"/>
                  </a:cubicBezTo>
                  <a:cubicBezTo>
                    <a:pt x="115" y="129"/>
                    <a:pt x="115" y="129"/>
                    <a:pt x="115" y="129"/>
                  </a:cubicBezTo>
                  <a:cubicBezTo>
                    <a:pt x="112" y="131"/>
                    <a:pt x="109" y="133"/>
                    <a:pt x="106" y="134"/>
                  </a:cubicBezTo>
                  <a:cubicBezTo>
                    <a:pt x="101" y="137"/>
                    <a:pt x="94" y="138"/>
                    <a:pt x="87" y="138"/>
                  </a:cubicBezTo>
                  <a:cubicBezTo>
                    <a:pt x="72" y="138"/>
                    <a:pt x="60" y="133"/>
                    <a:pt x="50" y="123"/>
                  </a:cubicBezTo>
                  <a:cubicBezTo>
                    <a:pt x="39" y="112"/>
                    <a:pt x="34" y="100"/>
                    <a:pt x="34" y="85"/>
                  </a:cubicBezTo>
                  <a:cubicBezTo>
                    <a:pt x="34" y="70"/>
                    <a:pt x="39" y="58"/>
                    <a:pt x="50" y="47"/>
                  </a:cubicBezTo>
                  <a:cubicBezTo>
                    <a:pt x="60" y="37"/>
                    <a:pt x="72" y="32"/>
                    <a:pt x="87" y="32"/>
                  </a:cubicBezTo>
                  <a:cubicBezTo>
                    <a:pt x="96" y="32"/>
                    <a:pt x="106" y="35"/>
                    <a:pt x="116" y="41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34" y="15"/>
                    <a:pt x="134" y="15"/>
                    <a:pt x="134" y="15"/>
                  </a:cubicBezTo>
                  <a:cubicBezTo>
                    <a:pt x="135" y="13"/>
                    <a:pt x="135" y="13"/>
                    <a:pt x="135" y="13"/>
                  </a:cubicBezTo>
                  <a:cubicBezTo>
                    <a:pt x="132" y="12"/>
                    <a:pt x="132" y="12"/>
                    <a:pt x="132" y="12"/>
                  </a:cubicBezTo>
                  <a:cubicBezTo>
                    <a:pt x="118" y="4"/>
                    <a:pt x="103" y="0"/>
                    <a:pt x="88" y="0"/>
                  </a:cubicBezTo>
                  <a:cubicBezTo>
                    <a:pt x="61" y="0"/>
                    <a:pt x="38" y="10"/>
                    <a:pt x="21" y="30"/>
                  </a:cubicBezTo>
                  <a:cubicBezTo>
                    <a:pt x="7" y="46"/>
                    <a:pt x="0" y="65"/>
                    <a:pt x="0" y="86"/>
                  </a:cubicBezTo>
                  <a:cubicBezTo>
                    <a:pt x="0" y="109"/>
                    <a:pt x="9" y="129"/>
                    <a:pt x="25" y="145"/>
                  </a:cubicBezTo>
                  <a:cubicBezTo>
                    <a:pt x="42" y="161"/>
                    <a:pt x="63" y="170"/>
                    <a:pt x="86" y="170"/>
                  </a:cubicBezTo>
                  <a:cubicBezTo>
                    <a:pt x="102" y="170"/>
                    <a:pt x="117" y="166"/>
                    <a:pt x="132" y="158"/>
                  </a:cubicBezTo>
                  <a:cubicBezTo>
                    <a:pt x="135" y="156"/>
                    <a:pt x="135" y="156"/>
                    <a:pt x="135" y="156"/>
                  </a:cubicBezTo>
                  <a:lnTo>
                    <a:pt x="118" y="1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64168322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pos="217">
          <p15:clr>
            <a:srgbClr val="FBAE40"/>
          </p15:clr>
        </p15:guide>
        <p15:guide id="2" pos="602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내용 개체 틀 2"/>
          <p:cNvSpPr>
            <a:spLocks noGrp="1"/>
          </p:cNvSpPr>
          <p:nvPr>
            <p:ph idx="1" hasCustomPrompt="1"/>
          </p:nvPr>
        </p:nvSpPr>
        <p:spPr>
          <a:xfrm>
            <a:off x="3656856" y="1016733"/>
            <a:ext cx="5760640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449263" indent="-449263" algn="l" defTabSz="91440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romanUcPeriod"/>
              <a:defRPr lang="en-US" altLang="ko-KR" sz="2000" b="1" kern="1200" spc="-20" dirty="0" smtClean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defRPr>
            </a:lvl1pPr>
            <a:lvl2pPr marL="631825" indent="-273050">
              <a:buFont typeface="+mj-lt"/>
              <a:buAutoNum type="arabicPeriod"/>
              <a:defRPr sz="1600" b="0">
                <a:solidFill>
                  <a:srgbClr val="7F7F7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 sz="1800" b="1">
                <a:solidFill>
                  <a:srgbClr val="00B0F0"/>
                </a:solidFill>
              </a:defRPr>
            </a:lvl3pPr>
            <a:lvl4pPr>
              <a:defRPr sz="1800" b="1">
                <a:solidFill>
                  <a:srgbClr val="00B0F0"/>
                </a:solidFill>
              </a:defRPr>
            </a:lvl4pPr>
            <a:lvl5pPr>
              <a:defRPr sz="1800" b="1">
                <a:solidFill>
                  <a:srgbClr val="00B0F0"/>
                </a:solidFill>
              </a:defRPr>
            </a:lvl5pPr>
          </a:lstStyle>
          <a:p>
            <a:pPr marL="449263" lvl="0" indent="-449263" algn="l" defTabSz="91440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romanUcPeriod"/>
            </a:pPr>
            <a:r>
              <a:rPr lang="ko-KR" altLang="en-US" dirty="0" smtClean="0"/>
              <a:t>본문의 대 제목 </a:t>
            </a:r>
            <a:r>
              <a:rPr lang="en-US" altLang="ko-KR" dirty="0" smtClean="0"/>
              <a:t>01</a:t>
            </a:r>
          </a:p>
          <a:p>
            <a:pPr lvl="0"/>
            <a:r>
              <a:rPr lang="ko-KR" altLang="en-US" dirty="0" smtClean="0"/>
              <a:t>본문의 대 제목 </a:t>
            </a:r>
            <a:r>
              <a:rPr lang="en-US" altLang="ko-KR" dirty="0" smtClean="0"/>
              <a:t>02</a:t>
            </a:r>
          </a:p>
          <a:p>
            <a:pPr lvl="0"/>
            <a:r>
              <a:rPr lang="ko-KR" altLang="en-US" dirty="0" smtClean="0"/>
              <a:t>본문의 대 제목 </a:t>
            </a:r>
            <a:r>
              <a:rPr lang="en-US" altLang="ko-KR" dirty="0" smtClean="0"/>
              <a:t>03</a:t>
            </a:r>
          </a:p>
          <a:p>
            <a:pPr lvl="0"/>
            <a:r>
              <a:rPr lang="ko-KR" altLang="en-US" dirty="0" smtClean="0"/>
              <a:t>본문의 대 제목 </a:t>
            </a:r>
            <a:r>
              <a:rPr lang="en-US" altLang="ko-KR" dirty="0" smtClean="0"/>
              <a:t>04</a:t>
            </a:r>
          </a:p>
          <a:p>
            <a:pPr lvl="0"/>
            <a:r>
              <a:rPr lang="ko-KR" altLang="en-US" dirty="0" smtClean="0"/>
              <a:t>본문의 대 제목 </a:t>
            </a:r>
            <a:r>
              <a:rPr lang="en-US" altLang="ko-KR" dirty="0" smtClean="0"/>
              <a:t>05</a:t>
            </a:r>
          </a:p>
          <a:p>
            <a:pPr lvl="0"/>
            <a:r>
              <a:rPr lang="ko-KR" altLang="en-US" dirty="0" smtClean="0"/>
              <a:t>별첨자료</a:t>
            </a: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884548" y="908722"/>
            <a:ext cx="1944217" cy="1944215"/>
            <a:chOff x="884548" y="908722"/>
            <a:chExt cx="1944217" cy="1944215"/>
          </a:xfrm>
        </p:grpSpPr>
        <p:sp>
          <p:nvSpPr>
            <p:cNvPr id="11" name="직사각형 10"/>
            <p:cNvSpPr/>
            <p:nvPr/>
          </p:nvSpPr>
          <p:spPr>
            <a:xfrm rot="16200000">
              <a:off x="1802651" y="-9381"/>
              <a:ext cx="108012" cy="1944217"/>
            </a:xfrm>
            <a:prstGeom prst="rect">
              <a:avLst/>
            </a:prstGeom>
            <a:solidFill>
              <a:srgbClr val="005A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/>
            <p:cNvSpPr/>
            <p:nvPr/>
          </p:nvSpPr>
          <p:spPr>
            <a:xfrm rot="5400000">
              <a:off x="1802651" y="1826822"/>
              <a:ext cx="108012" cy="1944217"/>
            </a:xfrm>
            <a:prstGeom prst="rect">
              <a:avLst/>
            </a:prstGeom>
            <a:solidFill>
              <a:srgbClr val="005A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1021813" y="1618816"/>
            <a:ext cx="1669688" cy="54117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>
            <a:defPPr>
              <a:defRPr lang="ko-KR"/>
            </a:defPPr>
            <a:lvl1pPr>
              <a:lnSpc>
                <a:spcPts val="3500"/>
              </a:lnSpc>
              <a:spcBef>
                <a:spcPts val="0"/>
              </a:spcBef>
              <a:defRPr sz="3200" spc="-2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164194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ctr"/>
            <a:r>
              <a:rPr lang="en-US" altLang="ko-KR" b="1" dirty="0"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Agenda</a:t>
            </a:r>
          </a:p>
        </p:txBody>
      </p:sp>
      <p:grpSp>
        <p:nvGrpSpPr>
          <p:cNvPr id="4" name="그룹 3"/>
          <p:cNvGrpSpPr/>
          <p:nvPr userDrawn="1"/>
        </p:nvGrpSpPr>
        <p:grpSpPr>
          <a:xfrm>
            <a:off x="884549" y="908721"/>
            <a:ext cx="1944217" cy="1944216"/>
            <a:chOff x="884549" y="908721"/>
            <a:chExt cx="1944217" cy="1944216"/>
          </a:xfrm>
          <a:solidFill>
            <a:schemeClr val="accent1"/>
          </a:solidFill>
        </p:grpSpPr>
        <p:grpSp>
          <p:nvGrpSpPr>
            <p:cNvPr id="10" name="그룹 9"/>
            <p:cNvGrpSpPr/>
            <p:nvPr/>
          </p:nvGrpSpPr>
          <p:grpSpPr>
            <a:xfrm>
              <a:off x="884549" y="908721"/>
              <a:ext cx="1944217" cy="216024"/>
              <a:chOff x="900000" y="998739"/>
              <a:chExt cx="3240000" cy="360000"/>
            </a:xfrm>
            <a:grpFill/>
          </p:grpSpPr>
          <p:sp>
            <p:nvSpPr>
              <p:cNvPr id="18" name="직사각형 17"/>
              <p:cNvSpPr/>
              <p:nvPr/>
            </p:nvSpPr>
            <p:spPr>
              <a:xfrm>
                <a:off x="3960000" y="998739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9" name="직사각형 18"/>
              <p:cNvSpPr/>
              <p:nvPr/>
            </p:nvSpPr>
            <p:spPr>
              <a:xfrm>
                <a:off x="900000" y="998739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12" name="그룹 11"/>
            <p:cNvGrpSpPr/>
            <p:nvPr/>
          </p:nvGrpSpPr>
          <p:grpSpPr>
            <a:xfrm rot="10800000">
              <a:off x="884549" y="2636913"/>
              <a:ext cx="1944217" cy="216024"/>
              <a:chOff x="900000" y="998739"/>
              <a:chExt cx="3240000" cy="360000"/>
            </a:xfrm>
            <a:grpFill/>
          </p:grpSpPr>
          <p:sp>
            <p:nvSpPr>
              <p:cNvPr id="15" name="직사각형 14"/>
              <p:cNvSpPr/>
              <p:nvPr/>
            </p:nvSpPr>
            <p:spPr>
              <a:xfrm>
                <a:off x="3960000" y="998739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900000" y="998739"/>
                <a:ext cx="180000" cy="360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5976113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_3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 userDrawn="1"/>
        </p:nvSpPr>
        <p:spPr>
          <a:xfrm>
            <a:off x="2751826" y="908721"/>
            <a:ext cx="6487065" cy="5466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내용 개체 틀 2"/>
          <p:cNvSpPr>
            <a:spLocks noGrp="1"/>
          </p:cNvSpPr>
          <p:nvPr>
            <p:ph idx="1" hasCustomPrompt="1"/>
          </p:nvPr>
        </p:nvSpPr>
        <p:spPr>
          <a:xfrm>
            <a:off x="3115038" y="1124745"/>
            <a:ext cx="5760640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449263" indent="-449263" algn="l" defTabSz="91440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romanUcPeriod"/>
              <a:defRPr lang="ko-KR" altLang="en-US" sz="2000" b="1" kern="1200" spc="-20" dirty="0" smtClean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defRPr>
            </a:lvl1pPr>
            <a:lvl2pPr marL="631825" indent="-273050">
              <a:buFont typeface="+mj-lt"/>
              <a:buAutoNum type="arabicPeriod"/>
              <a:defRPr sz="1600" b="0">
                <a:solidFill>
                  <a:srgbClr val="7F7F7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 sz="1800" b="1">
                <a:solidFill>
                  <a:srgbClr val="00B0F0"/>
                </a:solidFill>
              </a:defRPr>
            </a:lvl3pPr>
            <a:lvl4pPr>
              <a:defRPr sz="1800" b="1">
                <a:solidFill>
                  <a:srgbClr val="00B0F0"/>
                </a:solidFill>
              </a:defRPr>
            </a:lvl4pPr>
            <a:lvl5pPr>
              <a:defRPr sz="1800" b="1">
                <a:solidFill>
                  <a:srgbClr val="00B0F0"/>
                </a:solidFill>
              </a:defRPr>
            </a:lvl5pPr>
          </a:lstStyle>
          <a:p>
            <a:pPr marL="449263" lvl="0" indent="-449263" algn="l" defTabSz="91440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romanUcPeriod"/>
            </a:pPr>
            <a:r>
              <a:rPr lang="ko-KR" altLang="en-US" dirty="0" smtClean="0"/>
              <a:t>본문의 대 제목 </a:t>
            </a:r>
            <a:r>
              <a:rPr lang="en-US" altLang="ko-KR" dirty="0" smtClean="0"/>
              <a:t>01</a:t>
            </a:r>
          </a:p>
          <a:p>
            <a:pPr marL="449263" lvl="0" indent="-449263" algn="l" defTabSz="91440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romanUcPeriod"/>
            </a:pPr>
            <a:r>
              <a:rPr lang="ko-KR" altLang="en-US" dirty="0" smtClean="0"/>
              <a:t>본문의 대 제목 </a:t>
            </a:r>
            <a:r>
              <a:rPr lang="en-US" altLang="ko-KR" dirty="0" smtClean="0"/>
              <a:t>02</a:t>
            </a:r>
          </a:p>
          <a:p>
            <a:pPr marL="449263" lvl="0" indent="-449263" algn="l" defTabSz="91440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romanUcPeriod"/>
            </a:pPr>
            <a:r>
              <a:rPr lang="ko-KR" altLang="en-US" dirty="0" smtClean="0"/>
              <a:t>본문의 대 제목 </a:t>
            </a:r>
            <a:r>
              <a:rPr lang="en-US" altLang="ko-KR" dirty="0" smtClean="0"/>
              <a:t>03</a:t>
            </a:r>
          </a:p>
          <a:p>
            <a:pPr marL="449263" lvl="0" indent="-449263" algn="l" defTabSz="91440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romanUcPeriod"/>
            </a:pPr>
            <a:r>
              <a:rPr lang="ko-KR" altLang="en-US" dirty="0" smtClean="0"/>
              <a:t>본문의 대 제목 </a:t>
            </a:r>
            <a:r>
              <a:rPr lang="en-US" altLang="ko-KR" dirty="0" smtClean="0"/>
              <a:t>04</a:t>
            </a:r>
          </a:p>
          <a:p>
            <a:pPr marL="449263" lvl="0" indent="-449263" algn="l" defTabSz="91440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romanUcPeriod"/>
            </a:pPr>
            <a:r>
              <a:rPr lang="ko-KR" altLang="en-US" dirty="0" smtClean="0"/>
              <a:t>본문의 대 제목 </a:t>
            </a:r>
            <a:r>
              <a:rPr lang="en-US" altLang="ko-KR" dirty="0" smtClean="0"/>
              <a:t>05</a:t>
            </a:r>
          </a:p>
          <a:p>
            <a:pPr marL="449263" lvl="0" indent="-449263" algn="l" defTabSz="91440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romanUcPeriod"/>
            </a:pPr>
            <a:r>
              <a:rPr lang="ko-KR" altLang="en-US" dirty="0" smtClean="0"/>
              <a:t>별첨자료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037" y="1019970"/>
            <a:ext cx="1669688" cy="54117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>
            <a:defPPr>
              <a:defRPr lang="ko-KR"/>
            </a:defPPr>
            <a:lvl1pPr>
              <a:lnSpc>
                <a:spcPts val="3500"/>
              </a:lnSpc>
              <a:spcBef>
                <a:spcPts val="0"/>
              </a:spcBef>
              <a:defRPr sz="3200" spc="-2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rgbClr val="164194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ctr"/>
            <a:r>
              <a:rPr lang="en-US" altLang="ko-KR" b="1" dirty="0"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Agenda</a:t>
            </a:r>
          </a:p>
        </p:txBody>
      </p:sp>
      <p:cxnSp>
        <p:nvCxnSpPr>
          <p:cNvPr id="6" name="직선 연결선 5"/>
          <p:cNvCxnSpPr/>
          <p:nvPr userDrawn="1"/>
        </p:nvCxnSpPr>
        <p:spPr>
          <a:xfrm flipV="1">
            <a:off x="819509" y="1645444"/>
            <a:ext cx="1506972" cy="9525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6283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본문">
    <p:bg>
      <p:bgPr>
        <a:solidFill>
          <a:sysClr val="window" lastClr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380999" y="427042"/>
            <a:ext cx="914400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>
            <a:spAutoFit/>
          </a:bodyPr>
          <a:lstStyle>
            <a:lvl1pPr algn="l">
              <a:defRPr kumimoji="1" lang="en-US" sz="2600" b="1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defTabSz="457200" fontAlgn="t" latinLnBrk="0"/>
            <a:r>
              <a:rPr lang="ko-KR" altLang="en-US" dirty="0" smtClean="0"/>
              <a:t>페이지 제목 </a:t>
            </a:r>
            <a:r>
              <a:rPr lang="en-US" altLang="ko-KR" dirty="0" smtClean="0"/>
              <a:t>(</a:t>
            </a:r>
            <a:r>
              <a:rPr lang="ko-KR" altLang="en-US" dirty="0" smtClean="0"/>
              <a:t>맑은 고딕</a:t>
            </a:r>
            <a:r>
              <a:rPr lang="en-US" altLang="ko-KR" dirty="0" smtClean="0"/>
              <a:t>Bold 26pt)</a:t>
            </a:r>
            <a:endParaRPr lang="en-US" dirty="0"/>
          </a:p>
        </p:txBody>
      </p:sp>
      <p:cxnSp>
        <p:nvCxnSpPr>
          <p:cNvPr id="31" name="직선 연결선 30"/>
          <p:cNvCxnSpPr/>
          <p:nvPr userDrawn="1"/>
        </p:nvCxnSpPr>
        <p:spPr>
          <a:xfrm>
            <a:off x="380999" y="286985"/>
            <a:ext cx="7418295" cy="0"/>
          </a:xfrm>
          <a:prstGeom prst="line">
            <a:avLst/>
          </a:prstGeom>
          <a:ln w="12700">
            <a:gradFill>
              <a:gsLst>
                <a:gs pos="24000">
                  <a:schemeClr val="accent1"/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슬라이드 번호 개체 틀 5"/>
          <p:cNvSpPr txBox="1">
            <a:spLocks/>
          </p:cNvSpPr>
          <p:nvPr userDrawn="1"/>
        </p:nvSpPr>
        <p:spPr>
          <a:xfrm>
            <a:off x="3838575" y="6460617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D84941F0-AFF0-444F-9320-08D07B73C7AD}" type="slidenum">
              <a:rPr lang="ko-KR" altLang="en-US" smtClean="0"/>
              <a:pPr lvl="0"/>
              <a:t>‹#›</a:t>
            </a:fld>
            <a:r>
              <a:rPr lang="en-US" altLang="ko-KR" dirty="0" smtClean="0"/>
              <a:t>/</a:t>
            </a:r>
            <a:r>
              <a:rPr lang="ko-KR" altLang="en-US" dirty="0" smtClean="0"/>
              <a:t>8</a:t>
            </a:r>
            <a:endParaRPr lang="ko-KR" altLang="en-US" dirty="0"/>
          </a:p>
        </p:txBody>
      </p:sp>
      <p:sp>
        <p:nvSpPr>
          <p:cNvPr id="30" name="텍스트 개체 틀 2"/>
          <p:cNvSpPr>
            <a:spLocks noGrp="1"/>
          </p:cNvSpPr>
          <p:nvPr userDrawn="1">
            <p:ph type="body" idx="10" hasCustomPrompt="1"/>
          </p:nvPr>
        </p:nvSpPr>
        <p:spPr>
          <a:xfrm>
            <a:off x="7938019" y="142944"/>
            <a:ext cx="1586981" cy="288082"/>
          </a:xfrm>
        </p:spPr>
        <p:txBody>
          <a:bodyPr wrap="square" lIns="0" tIns="0" rIns="0" bIns="0" anchor="ctr">
            <a:spAutoFit/>
          </a:bodyPr>
          <a:lstStyle>
            <a:lvl1pPr marL="0" indent="0" algn="r">
              <a:buNone/>
              <a:defRPr lang="ko-KR" altLang="en-US" sz="800" b="0" kern="1200" spc="-50" baseline="0" dirty="0" smtClean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 smtClean="0"/>
              <a:t>1. </a:t>
            </a:r>
            <a:r>
              <a:rPr lang="ko-KR" altLang="en-US" dirty="0" smtClean="0"/>
              <a:t>마스터 텍스트 스타일 편집</a:t>
            </a:r>
          </a:p>
        </p:txBody>
      </p:sp>
      <p:sp>
        <p:nvSpPr>
          <p:cNvPr id="6" name="텍스트 개체 틀 5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81000" y="899269"/>
            <a:ext cx="9144000" cy="24622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2pPr>
            <a:lvl3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3pPr>
            <a:lvl4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4pPr>
            <a:lvl5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5pPr>
          </a:lstStyle>
          <a:p>
            <a:pPr lvl="0"/>
            <a:r>
              <a:rPr lang="ko-KR" altLang="en-US" dirty="0" smtClean="0"/>
              <a:t>페이지 설명 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맑은고딕</a:t>
            </a:r>
            <a:r>
              <a:rPr lang="ko-KR" altLang="en-US" dirty="0" smtClean="0"/>
              <a:t> </a:t>
            </a:r>
            <a:r>
              <a:rPr lang="en-US" altLang="ko-KR" dirty="0" smtClean="0"/>
              <a:t>16pt)</a:t>
            </a:r>
          </a:p>
        </p:txBody>
      </p:sp>
      <p:grpSp>
        <p:nvGrpSpPr>
          <p:cNvPr id="10" name="그룹 9"/>
          <p:cNvGrpSpPr/>
          <p:nvPr userDrawn="1"/>
        </p:nvGrpSpPr>
        <p:grpSpPr>
          <a:xfrm>
            <a:off x="6922602" y="6587034"/>
            <a:ext cx="2602398" cy="126449"/>
            <a:chOff x="6922602" y="6587034"/>
            <a:chExt cx="2602398" cy="126449"/>
          </a:xfrm>
        </p:grpSpPr>
        <p:sp>
          <p:nvSpPr>
            <p:cNvPr id="29" name="Text Box 9"/>
            <p:cNvSpPr txBox="1">
              <a:spLocks noChangeArrowheads="1"/>
            </p:cNvSpPr>
            <p:nvPr userDrawn="1"/>
          </p:nvSpPr>
          <p:spPr bwMode="auto">
            <a:xfrm>
              <a:off x="6922602" y="6605761"/>
              <a:ext cx="1899751" cy="1077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0" rIns="0" bIns="0" anchor="ctr" anchorCtr="0">
              <a:spAutoFit/>
            </a:bodyPr>
            <a:lstStyle/>
            <a:p>
              <a:pPr algn="r" defTabSz="957474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1" lang="en-US" altLang="ko-KR" sz="700" dirty="0" smtClean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7F7F7F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Copyright © </a:t>
              </a:r>
              <a:r>
                <a:rPr kumimoji="1" lang="en-US" altLang="ko-KR" sz="700" dirty="0" err="1" smtClean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7F7F7F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Miracom,Inc</a:t>
              </a:r>
              <a:r>
                <a:rPr kumimoji="1" lang="en-US" altLang="ko-KR" sz="700" dirty="0" smtClean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7F7F7F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. All rights reserved.</a:t>
              </a:r>
            </a:p>
          </p:txBody>
        </p:sp>
        <p:grpSp>
          <p:nvGrpSpPr>
            <p:cNvPr id="50" name="그룹 49"/>
            <p:cNvGrpSpPr/>
            <p:nvPr userDrawn="1"/>
          </p:nvGrpSpPr>
          <p:grpSpPr>
            <a:xfrm>
              <a:off x="8842727" y="6587034"/>
              <a:ext cx="682273" cy="112290"/>
              <a:chOff x="7132078" y="2394682"/>
              <a:chExt cx="2286000" cy="376237"/>
            </a:xfrm>
            <a:solidFill>
              <a:srgbClr val="005AB4"/>
            </a:solidFill>
          </p:grpSpPr>
          <p:sp>
            <p:nvSpPr>
              <p:cNvPr id="51" name="Freeform 5"/>
              <p:cNvSpPr>
                <a:spLocks/>
              </p:cNvSpPr>
              <p:nvPr userDrawn="1"/>
            </p:nvSpPr>
            <p:spPr bwMode="auto">
              <a:xfrm>
                <a:off x="9046603" y="2394682"/>
                <a:ext cx="371475" cy="376237"/>
              </a:xfrm>
              <a:custGeom>
                <a:avLst/>
                <a:gdLst>
                  <a:gd name="T0" fmla="*/ 117 w 234"/>
                  <a:gd name="T1" fmla="*/ 154 h 237"/>
                  <a:gd name="T2" fmla="*/ 54 w 234"/>
                  <a:gd name="T3" fmla="*/ 0 h 237"/>
                  <a:gd name="T4" fmla="*/ 0 w 234"/>
                  <a:gd name="T5" fmla="*/ 0 h 237"/>
                  <a:gd name="T6" fmla="*/ 0 w 234"/>
                  <a:gd name="T7" fmla="*/ 237 h 237"/>
                  <a:gd name="T8" fmla="*/ 44 w 234"/>
                  <a:gd name="T9" fmla="*/ 237 h 237"/>
                  <a:gd name="T10" fmla="*/ 44 w 234"/>
                  <a:gd name="T11" fmla="*/ 96 h 237"/>
                  <a:gd name="T12" fmla="*/ 102 w 234"/>
                  <a:gd name="T13" fmla="*/ 237 h 237"/>
                  <a:gd name="T14" fmla="*/ 131 w 234"/>
                  <a:gd name="T15" fmla="*/ 237 h 237"/>
                  <a:gd name="T16" fmla="*/ 189 w 234"/>
                  <a:gd name="T17" fmla="*/ 96 h 237"/>
                  <a:gd name="T18" fmla="*/ 189 w 234"/>
                  <a:gd name="T19" fmla="*/ 237 h 237"/>
                  <a:gd name="T20" fmla="*/ 234 w 234"/>
                  <a:gd name="T21" fmla="*/ 237 h 237"/>
                  <a:gd name="T22" fmla="*/ 234 w 234"/>
                  <a:gd name="T23" fmla="*/ 0 h 237"/>
                  <a:gd name="T24" fmla="*/ 181 w 234"/>
                  <a:gd name="T25" fmla="*/ 0 h 237"/>
                  <a:gd name="T26" fmla="*/ 117 w 234"/>
                  <a:gd name="T27" fmla="*/ 154 h 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34" h="237">
                    <a:moveTo>
                      <a:pt x="117" y="154"/>
                    </a:moveTo>
                    <a:lnTo>
                      <a:pt x="54" y="0"/>
                    </a:lnTo>
                    <a:lnTo>
                      <a:pt x="0" y="0"/>
                    </a:lnTo>
                    <a:lnTo>
                      <a:pt x="0" y="237"/>
                    </a:lnTo>
                    <a:lnTo>
                      <a:pt x="44" y="237"/>
                    </a:lnTo>
                    <a:lnTo>
                      <a:pt x="44" y="96"/>
                    </a:lnTo>
                    <a:lnTo>
                      <a:pt x="102" y="237"/>
                    </a:lnTo>
                    <a:lnTo>
                      <a:pt x="131" y="237"/>
                    </a:lnTo>
                    <a:lnTo>
                      <a:pt x="189" y="96"/>
                    </a:lnTo>
                    <a:lnTo>
                      <a:pt x="189" y="237"/>
                    </a:lnTo>
                    <a:lnTo>
                      <a:pt x="234" y="237"/>
                    </a:lnTo>
                    <a:lnTo>
                      <a:pt x="234" y="0"/>
                    </a:lnTo>
                    <a:lnTo>
                      <a:pt x="181" y="0"/>
                    </a:lnTo>
                    <a:lnTo>
                      <a:pt x="117" y="15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2" name="Freeform 6"/>
              <p:cNvSpPr>
                <a:spLocks/>
              </p:cNvSpPr>
              <p:nvPr userDrawn="1"/>
            </p:nvSpPr>
            <p:spPr bwMode="auto">
              <a:xfrm>
                <a:off x="7132078" y="2394682"/>
                <a:ext cx="371475" cy="376237"/>
              </a:xfrm>
              <a:custGeom>
                <a:avLst/>
                <a:gdLst>
                  <a:gd name="T0" fmla="*/ 117 w 234"/>
                  <a:gd name="T1" fmla="*/ 154 h 237"/>
                  <a:gd name="T2" fmla="*/ 54 w 234"/>
                  <a:gd name="T3" fmla="*/ 0 h 237"/>
                  <a:gd name="T4" fmla="*/ 0 w 234"/>
                  <a:gd name="T5" fmla="*/ 0 h 237"/>
                  <a:gd name="T6" fmla="*/ 0 w 234"/>
                  <a:gd name="T7" fmla="*/ 237 h 237"/>
                  <a:gd name="T8" fmla="*/ 45 w 234"/>
                  <a:gd name="T9" fmla="*/ 237 h 237"/>
                  <a:gd name="T10" fmla="*/ 45 w 234"/>
                  <a:gd name="T11" fmla="*/ 96 h 237"/>
                  <a:gd name="T12" fmla="*/ 103 w 234"/>
                  <a:gd name="T13" fmla="*/ 237 h 237"/>
                  <a:gd name="T14" fmla="*/ 132 w 234"/>
                  <a:gd name="T15" fmla="*/ 237 h 237"/>
                  <a:gd name="T16" fmla="*/ 189 w 234"/>
                  <a:gd name="T17" fmla="*/ 96 h 237"/>
                  <a:gd name="T18" fmla="*/ 189 w 234"/>
                  <a:gd name="T19" fmla="*/ 237 h 237"/>
                  <a:gd name="T20" fmla="*/ 234 w 234"/>
                  <a:gd name="T21" fmla="*/ 237 h 237"/>
                  <a:gd name="T22" fmla="*/ 234 w 234"/>
                  <a:gd name="T23" fmla="*/ 0 h 237"/>
                  <a:gd name="T24" fmla="*/ 182 w 234"/>
                  <a:gd name="T25" fmla="*/ 0 h 237"/>
                  <a:gd name="T26" fmla="*/ 117 w 234"/>
                  <a:gd name="T27" fmla="*/ 154 h 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34" h="237">
                    <a:moveTo>
                      <a:pt x="117" y="154"/>
                    </a:moveTo>
                    <a:lnTo>
                      <a:pt x="54" y="0"/>
                    </a:lnTo>
                    <a:lnTo>
                      <a:pt x="0" y="0"/>
                    </a:lnTo>
                    <a:lnTo>
                      <a:pt x="0" y="237"/>
                    </a:lnTo>
                    <a:lnTo>
                      <a:pt x="45" y="237"/>
                    </a:lnTo>
                    <a:lnTo>
                      <a:pt x="45" y="96"/>
                    </a:lnTo>
                    <a:lnTo>
                      <a:pt x="103" y="237"/>
                    </a:lnTo>
                    <a:lnTo>
                      <a:pt x="132" y="237"/>
                    </a:lnTo>
                    <a:lnTo>
                      <a:pt x="189" y="96"/>
                    </a:lnTo>
                    <a:lnTo>
                      <a:pt x="189" y="237"/>
                    </a:lnTo>
                    <a:lnTo>
                      <a:pt x="234" y="237"/>
                    </a:lnTo>
                    <a:lnTo>
                      <a:pt x="234" y="0"/>
                    </a:lnTo>
                    <a:lnTo>
                      <a:pt x="182" y="0"/>
                    </a:lnTo>
                    <a:lnTo>
                      <a:pt x="117" y="15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4" name="Rectangle 7"/>
              <p:cNvSpPr>
                <a:spLocks noChangeArrowheads="1"/>
              </p:cNvSpPr>
              <p:nvPr userDrawn="1"/>
            </p:nvSpPr>
            <p:spPr bwMode="auto">
              <a:xfrm>
                <a:off x="7571815" y="2394682"/>
                <a:ext cx="73025" cy="37623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6" name="Freeform 8"/>
              <p:cNvSpPr>
                <a:spLocks noEditPoints="1"/>
              </p:cNvSpPr>
              <p:nvPr userDrawn="1"/>
            </p:nvSpPr>
            <p:spPr bwMode="auto">
              <a:xfrm>
                <a:off x="8629090" y="2394682"/>
                <a:ext cx="369887" cy="376237"/>
              </a:xfrm>
              <a:custGeom>
                <a:avLst/>
                <a:gdLst>
                  <a:gd name="T0" fmla="*/ 163 w 169"/>
                  <a:gd name="T1" fmla="*/ 51 h 170"/>
                  <a:gd name="T2" fmla="*/ 145 w 169"/>
                  <a:gd name="T3" fmla="*/ 24 h 170"/>
                  <a:gd name="T4" fmla="*/ 119 w 169"/>
                  <a:gd name="T5" fmla="*/ 6 h 170"/>
                  <a:gd name="T6" fmla="*/ 85 w 169"/>
                  <a:gd name="T7" fmla="*/ 0 h 170"/>
                  <a:gd name="T8" fmla="*/ 51 w 169"/>
                  <a:gd name="T9" fmla="*/ 6 h 170"/>
                  <a:gd name="T10" fmla="*/ 24 w 169"/>
                  <a:gd name="T11" fmla="*/ 24 h 170"/>
                  <a:gd name="T12" fmla="*/ 6 w 169"/>
                  <a:gd name="T13" fmla="*/ 51 h 170"/>
                  <a:gd name="T14" fmla="*/ 0 w 169"/>
                  <a:gd name="T15" fmla="*/ 85 h 170"/>
                  <a:gd name="T16" fmla="*/ 6 w 169"/>
                  <a:gd name="T17" fmla="*/ 118 h 170"/>
                  <a:gd name="T18" fmla="*/ 24 w 169"/>
                  <a:gd name="T19" fmla="*/ 146 h 170"/>
                  <a:gd name="T20" fmla="*/ 51 w 169"/>
                  <a:gd name="T21" fmla="*/ 163 h 170"/>
                  <a:gd name="T22" fmla="*/ 85 w 169"/>
                  <a:gd name="T23" fmla="*/ 170 h 170"/>
                  <a:gd name="T24" fmla="*/ 119 w 169"/>
                  <a:gd name="T25" fmla="*/ 163 h 170"/>
                  <a:gd name="T26" fmla="*/ 145 w 169"/>
                  <a:gd name="T27" fmla="*/ 146 h 170"/>
                  <a:gd name="T28" fmla="*/ 163 w 169"/>
                  <a:gd name="T29" fmla="*/ 118 h 170"/>
                  <a:gd name="T30" fmla="*/ 169 w 169"/>
                  <a:gd name="T31" fmla="*/ 85 h 170"/>
                  <a:gd name="T32" fmla="*/ 163 w 169"/>
                  <a:gd name="T33" fmla="*/ 51 h 170"/>
                  <a:gd name="T34" fmla="*/ 132 w 169"/>
                  <a:gd name="T35" fmla="*/ 106 h 170"/>
                  <a:gd name="T36" fmla="*/ 121 w 169"/>
                  <a:gd name="T37" fmla="*/ 123 h 170"/>
                  <a:gd name="T38" fmla="*/ 105 w 169"/>
                  <a:gd name="T39" fmla="*/ 134 h 170"/>
                  <a:gd name="T40" fmla="*/ 64 w 169"/>
                  <a:gd name="T41" fmla="*/ 134 h 170"/>
                  <a:gd name="T42" fmla="*/ 48 w 169"/>
                  <a:gd name="T43" fmla="*/ 123 h 170"/>
                  <a:gd name="T44" fmla="*/ 38 w 169"/>
                  <a:gd name="T45" fmla="*/ 106 h 170"/>
                  <a:gd name="T46" fmla="*/ 34 w 169"/>
                  <a:gd name="T47" fmla="*/ 85 h 170"/>
                  <a:gd name="T48" fmla="*/ 38 w 169"/>
                  <a:gd name="T49" fmla="*/ 64 h 170"/>
                  <a:gd name="T50" fmla="*/ 48 w 169"/>
                  <a:gd name="T51" fmla="*/ 46 h 170"/>
                  <a:gd name="T52" fmla="*/ 64 w 169"/>
                  <a:gd name="T53" fmla="*/ 35 h 170"/>
                  <a:gd name="T54" fmla="*/ 85 w 169"/>
                  <a:gd name="T55" fmla="*/ 31 h 170"/>
                  <a:gd name="T56" fmla="*/ 105 w 169"/>
                  <a:gd name="T57" fmla="*/ 35 h 170"/>
                  <a:gd name="T58" fmla="*/ 121 w 169"/>
                  <a:gd name="T59" fmla="*/ 46 h 170"/>
                  <a:gd name="T60" fmla="*/ 132 w 169"/>
                  <a:gd name="T61" fmla="*/ 64 h 170"/>
                  <a:gd name="T62" fmla="*/ 136 w 169"/>
                  <a:gd name="T63" fmla="*/ 85 h 170"/>
                  <a:gd name="T64" fmla="*/ 132 w 169"/>
                  <a:gd name="T65" fmla="*/ 106 h 1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69" h="170">
                    <a:moveTo>
                      <a:pt x="163" y="51"/>
                    </a:moveTo>
                    <a:cubicBezTo>
                      <a:pt x="159" y="41"/>
                      <a:pt x="153" y="31"/>
                      <a:pt x="145" y="24"/>
                    </a:cubicBezTo>
                    <a:cubicBezTo>
                      <a:pt x="138" y="16"/>
                      <a:pt x="129" y="10"/>
                      <a:pt x="119" y="6"/>
                    </a:cubicBezTo>
                    <a:cubicBezTo>
                      <a:pt x="108" y="2"/>
                      <a:pt x="97" y="0"/>
                      <a:pt x="85" y="0"/>
                    </a:cubicBezTo>
                    <a:cubicBezTo>
                      <a:pt x="73" y="0"/>
                      <a:pt x="61" y="2"/>
                      <a:pt x="51" y="6"/>
                    </a:cubicBezTo>
                    <a:cubicBezTo>
                      <a:pt x="41" y="10"/>
                      <a:pt x="32" y="16"/>
                      <a:pt x="24" y="24"/>
                    </a:cubicBezTo>
                    <a:cubicBezTo>
                      <a:pt x="17" y="31"/>
                      <a:pt x="11" y="41"/>
                      <a:pt x="6" y="51"/>
                    </a:cubicBezTo>
                    <a:cubicBezTo>
                      <a:pt x="2" y="61"/>
                      <a:pt x="0" y="73"/>
                      <a:pt x="0" y="85"/>
                    </a:cubicBezTo>
                    <a:cubicBezTo>
                      <a:pt x="0" y="97"/>
                      <a:pt x="2" y="108"/>
                      <a:pt x="6" y="118"/>
                    </a:cubicBezTo>
                    <a:cubicBezTo>
                      <a:pt x="11" y="129"/>
                      <a:pt x="17" y="138"/>
                      <a:pt x="24" y="146"/>
                    </a:cubicBezTo>
                    <a:cubicBezTo>
                      <a:pt x="32" y="153"/>
                      <a:pt x="41" y="159"/>
                      <a:pt x="51" y="163"/>
                    </a:cubicBezTo>
                    <a:cubicBezTo>
                      <a:pt x="61" y="168"/>
                      <a:pt x="73" y="170"/>
                      <a:pt x="85" y="170"/>
                    </a:cubicBezTo>
                    <a:cubicBezTo>
                      <a:pt x="97" y="170"/>
                      <a:pt x="108" y="168"/>
                      <a:pt x="119" y="163"/>
                    </a:cubicBezTo>
                    <a:cubicBezTo>
                      <a:pt x="129" y="159"/>
                      <a:pt x="138" y="153"/>
                      <a:pt x="145" y="146"/>
                    </a:cubicBezTo>
                    <a:cubicBezTo>
                      <a:pt x="153" y="138"/>
                      <a:pt x="159" y="129"/>
                      <a:pt x="163" y="118"/>
                    </a:cubicBezTo>
                    <a:cubicBezTo>
                      <a:pt x="167" y="108"/>
                      <a:pt x="169" y="97"/>
                      <a:pt x="169" y="85"/>
                    </a:cubicBezTo>
                    <a:cubicBezTo>
                      <a:pt x="169" y="73"/>
                      <a:pt x="167" y="61"/>
                      <a:pt x="163" y="51"/>
                    </a:cubicBezTo>
                    <a:close/>
                    <a:moveTo>
                      <a:pt x="132" y="106"/>
                    </a:moveTo>
                    <a:cubicBezTo>
                      <a:pt x="129" y="112"/>
                      <a:pt x="126" y="118"/>
                      <a:pt x="121" y="123"/>
                    </a:cubicBezTo>
                    <a:cubicBezTo>
                      <a:pt x="117" y="128"/>
                      <a:pt x="112" y="132"/>
                      <a:pt x="105" y="134"/>
                    </a:cubicBezTo>
                    <a:cubicBezTo>
                      <a:pt x="93" y="140"/>
                      <a:pt x="76" y="140"/>
                      <a:pt x="64" y="134"/>
                    </a:cubicBezTo>
                    <a:cubicBezTo>
                      <a:pt x="58" y="132"/>
                      <a:pt x="52" y="128"/>
                      <a:pt x="48" y="123"/>
                    </a:cubicBezTo>
                    <a:cubicBezTo>
                      <a:pt x="44" y="118"/>
                      <a:pt x="40" y="112"/>
                      <a:pt x="38" y="106"/>
                    </a:cubicBezTo>
                    <a:cubicBezTo>
                      <a:pt x="35" y="99"/>
                      <a:pt x="34" y="92"/>
                      <a:pt x="34" y="85"/>
                    </a:cubicBezTo>
                    <a:cubicBezTo>
                      <a:pt x="34" y="77"/>
                      <a:pt x="35" y="70"/>
                      <a:pt x="38" y="64"/>
                    </a:cubicBezTo>
                    <a:cubicBezTo>
                      <a:pt x="40" y="57"/>
                      <a:pt x="44" y="51"/>
                      <a:pt x="48" y="46"/>
                    </a:cubicBezTo>
                    <a:cubicBezTo>
                      <a:pt x="52" y="42"/>
                      <a:pt x="58" y="38"/>
                      <a:pt x="64" y="35"/>
                    </a:cubicBezTo>
                    <a:cubicBezTo>
                      <a:pt x="70" y="32"/>
                      <a:pt x="77" y="31"/>
                      <a:pt x="85" y="31"/>
                    </a:cubicBezTo>
                    <a:cubicBezTo>
                      <a:pt x="92" y="31"/>
                      <a:pt x="99" y="32"/>
                      <a:pt x="105" y="35"/>
                    </a:cubicBezTo>
                    <a:cubicBezTo>
                      <a:pt x="112" y="38"/>
                      <a:pt x="117" y="42"/>
                      <a:pt x="121" y="46"/>
                    </a:cubicBezTo>
                    <a:cubicBezTo>
                      <a:pt x="126" y="51"/>
                      <a:pt x="129" y="57"/>
                      <a:pt x="132" y="64"/>
                    </a:cubicBezTo>
                    <a:cubicBezTo>
                      <a:pt x="134" y="70"/>
                      <a:pt x="136" y="77"/>
                      <a:pt x="136" y="85"/>
                    </a:cubicBezTo>
                    <a:cubicBezTo>
                      <a:pt x="136" y="92"/>
                      <a:pt x="134" y="99"/>
                      <a:pt x="132" y="10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7" name="Freeform 9"/>
              <p:cNvSpPr>
                <a:spLocks noEditPoints="1"/>
              </p:cNvSpPr>
              <p:nvPr userDrawn="1"/>
            </p:nvSpPr>
            <p:spPr bwMode="auto">
              <a:xfrm>
                <a:off x="7711515" y="2394682"/>
                <a:ext cx="282575" cy="376237"/>
              </a:xfrm>
              <a:custGeom>
                <a:avLst/>
                <a:gdLst>
                  <a:gd name="T0" fmla="*/ 82 w 129"/>
                  <a:gd name="T1" fmla="*/ 96 h 170"/>
                  <a:gd name="T2" fmla="*/ 104 w 129"/>
                  <a:gd name="T3" fmla="*/ 83 h 170"/>
                  <a:gd name="T4" fmla="*/ 117 w 129"/>
                  <a:gd name="T5" fmla="*/ 50 h 170"/>
                  <a:gd name="T6" fmla="*/ 110 w 129"/>
                  <a:gd name="T7" fmla="*/ 23 h 170"/>
                  <a:gd name="T8" fmla="*/ 93 w 129"/>
                  <a:gd name="T9" fmla="*/ 8 h 170"/>
                  <a:gd name="T10" fmla="*/ 70 w 129"/>
                  <a:gd name="T11" fmla="*/ 1 h 170"/>
                  <a:gd name="T12" fmla="*/ 47 w 129"/>
                  <a:gd name="T13" fmla="*/ 0 h 170"/>
                  <a:gd name="T14" fmla="*/ 0 w 129"/>
                  <a:gd name="T15" fmla="*/ 0 h 170"/>
                  <a:gd name="T16" fmla="*/ 0 w 129"/>
                  <a:gd name="T17" fmla="*/ 170 h 170"/>
                  <a:gd name="T18" fmla="*/ 34 w 129"/>
                  <a:gd name="T19" fmla="*/ 170 h 170"/>
                  <a:gd name="T20" fmla="*/ 34 w 129"/>
                  <a:gd name="T21" fmla="*/ 101 h 170"/>
                  <a:gd name="T22" fmla="*/ 45 w 129"/>
                  <a:gd name="T23" fmla="*/ 101 h 170"/>
                  <a:gd name="T24" fmla="*/ 87 w 129"/>
                  <a:gd name="T25" fmla="*/ 170 h 170"/>
                  <a:gd name="T26" fmla="*/ 116 w 129"/>
                  <a:gd name="T27" fmla="*/ 170 h 170"/>
                  <a:gd name="T28" fmla="*/ 129 w 129"/>
                  <a:gd name="T29" fmla="*/ 170 h 170"/>
                  <a:gd name="T30" fmla="*/ 129 w 129"/>
                  <a:gd name="T31" fmla="*/ 170 h 170"/>
                  <a:gd name="T32" fmla="*/ 82 w 129"/>
                  <a:gd name="T33" fmla="*/ 96 h 170"/>
                  <a:gd name="T34" fmla="*/ 79 w 129"/>
                  <a:gd name="T35" fmla="*/ 60 h 170"/>
                  <a:gd name="T36" fmla="*/ 71 w 129"/>
                  <a:gd name="T37" fmla="*/ 65 h 170"/>
                  <a:gd name="T38" fmla="*/ 58 w 129"/>
                  <a:gd name="T39" fmla="*/ 68 h 170"/>
                  <a:gd name="T40" fmla="*/ 42 w 129"/>
                  <a:gd name="T41" fmla="*/ 68 h 170"/>
                  <a:gd name="T42" fmla="*/ 34 w 129"/>
                  <a:gd name="T43" fmla="*/ 68 h 170"/>
                  <a:gd name="T44" fmla="*/ 34 w 129"/>
                  <a:gd name="T45" fmla="*/ 32 h 170"/>
                  <a:gd name="T46" fmla="*/ 52 w 129"/>
                  <a:gd name="T47" fmla="*/ 32 h 170"/>
                  <a:gd name="T48" fmla="*/ 64 w 129"/>
                  <a:gd name="T49" fmla="*/ 33 h 170"/>
                  <a:gd name="T50" fmla="*/ 74 w 129"/>
                  <a:gd name="T51" fmla="*/ 36 h 170"/>
                  <a:gd name="T52" fmla="*/ 79 w 129"/>
                  <a:gd name="T53" fmla="*/ 41 h 170"/>
                  <a:gd name="T54" fmla="*/ 81 w 129"/>
                  <a:gd name="T55" fmla="*/ 50 h 170"/>
                  <a:gd name="T56" fmla="*/ 79 w 129"/>
                  <a:gd name="T57" fmla="*/ 60 h 1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29" h="170">
                    <a:moveTo>
                      <a:pt x="82" y="96"/>
                    </a:moveTo>
                    <a:cubicBezTo>
                      <a:pt x="91" y="94"/>
                      <a:pt x="98" y="89"/>
                      <a:pt x="104" y="83"/>
                    </a:cubicBezTo>
                    <a:cubicBezTo>
                      <a:pt x="112" y="75"/>
                      <a:pt x="117" y="63"/>
                      <a:pt x="117" y="50"/>
                    </a:cubicBezTo>
                    <a:cubicBezTo>
                      <a:pt x="117" y="39"/>
                      <a:pt x="114" y="30"/>
                      <a:pt x="110" y="23"/>
                    </a:cubicBezTo>
                    <a:cubicBezTo>
                      <a:pt x="106" y="16"/>
                      <a:pt x="100" y="11"/>
                      <a:pt x="93" y="8"/>
                    </a:cubicBezTo>
                    <a:cubicBezTo>
                      <a:pt x="86" y="4"/>
                      <a:pt x="78" y="2"/>
                      <a:pt x="70" y="1"/>
                    </a:cubicBezTo>
                    <a:cubicBezTo>
                      <a:pt x="63" y="0"/>
                      <a:pt x="55" y="0"/>
                      <a:pt x="47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70"/>
                      <a:pt x="0" y="170"/>
                      <a:pt x="0" y="170"/>
                    </a:cubicBezTo>
                    <a:cubicBezTo>
                      <a:pt x="34" y="170"/>
                      <a:pt x="34" y="170"/>
                      <a:pt x="34" y="170"/>
                    </a:cubicBezTo>
                    <a:cubicBezTo>
                      <a:pt x="34" y="101"/>
                      <a:pt x="34" y="101"/>
                      <a:pt x="34" y="101"/>
                    </a:cubicBezTo>
                    <a:cubicBezTo>
                      <a:pt x="45" y="101"/>
                      <a:pt x="45" y="101"/>
                      <a:pt x="45" y="101"/>
                    </a:cubicBezTo>
                    <a:cubicBezTo>
                      <a:pt x="87" y="170"/>
                      <a:pt x="87" y="170"/>
                      <a:pt x="87" y="170"/>
                    </a:cubicBezTo>
                    <a:cubicBezTo>
                      <a:pt x="116" y="170"/>
                      <a:pt x="116" y="170"/>
                      <a:pt x="116" y="170"/>
                    </a:cubicBezTo>
                    <a:cubicBezTo>
                      <a:pt x="129" y="170"/>
                      <a:pt x="129" y="170"/>
                      <a:pt x="129" y="170"/>
                    </a:cubicBezTo>
                    <a:cubicBezTo>
                      <a:pt x="129" y="170"/>
                      <a:pt x="129" y="170"/>
                      <a:pt x="129" y="170"/>
                    </a:cubicBezTo>
                    <a:lnTo>
                      <a:pt x="82" y="96"/>
                    </a:lnTo>
                    <a:close/>
                    <a:moveTo>
                      <a:pt x="79" y="60"/>
                    </a:moveTo>
                    <a:cubicBezTo>
                      <a:pt x="77" y="62"/>
                      <a:pt x="74" y="64"/>
                      <a:pt x="71" y="65"/>
                    </a:cubicBezTo>
                    <a:cubicBezTo>
                      <a:pt x="67" y="67"/>
                      <a:pt x="62" y="67"/>
                      <a:pt x="58" y="68"/>
                    </a:cubicBezTo>
                    <a:cubicBezTo>
                      <a:pt x="52" y="68"/>
                      <a:pt x="47" y="68"/>
                      <a:pt x="42" y="68"/>
                    </a:cubicBezTo>
                    <a:cubicBezTo>
                      <a:pt x="34" y="68"/>
                      <a:pt x="34" y="68"/>
                      <a:pt x="34" y="68"/>
                    </a:cubicBezTo>
                    <a:cubicBezTo>
                      <a:pt x="34" y="32"/>
                      <a:pt x="34" y="32"/>
                      <a:pt x="34" y="32"/>
                    </a:cubicBezTo>
                    <a:cubicBezTo>
                      <a:pt x="52" y="32"/>
                      <a:pt x="52" y="32"/>
                      <a:pt x="52" y="32"/>
                    </a:cubicBezTo>
                    <a:cubicBezTo>
                      <a:pt x="56" y="32"/>
                      <a:pt x="60" y="33"/>
                      <a:pt x="64" y="33"/>
                    </a:cubicBezTo>
                    <a:cubicBezTo>
                      <a:pt x="68" y="34"/>
                      <a:pt x="71" y="35"/>
                      <a:pt x="74" y="36"/>
                    </a:cubicBezTo>
                    <a:cubicBezTo>
                      <a:pt x="76" y="37"/>
                      <a:pt x="78" y="39"/>
                      <a:pt x="79" y="41"/>
                    </a:cubicBezTo>
                    <a:cubicBezTo>
                      <a:pt x="81" y="43"/>
                      <a:pt x="81" y="46"/>
                      <a:pt x="81" y="50"/>
                    </a:cubicBezTo>
                    <a:cubicBezTo>
                      <a:pt x="81" y="55"/>
                      <a:pt x="81" y="58"/>
                      <a:pt x="79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8" name="Freeform 10"/>
              <p:cNvSpPr>
                <a:spLocks noEditPoints="1"/>
              </p:cNvSpPr>
              <p:nvPr userDrawn="1"/>
            </p:nvSpPr>
            <p:spPr bwMode="auto">
              <a:xfrm>
                <a:off x="8003615" y="2394682"/>
                <a:ext cx="347662" cy="376237"/>
              </a:xfrm>
              <a:custGeom>
                <a:avLst/>
                <a:gdLst>
                  <a:gd name="T0" fmla="*/ 119 w 219"/>
                  <a:gd name="T1" fmla="*/ 0 h 237"/>
                  <a:gd name="T2" fmla="*/ 81 w 219"/>
                  <a:gd name="T3" fmla="*/ 0 h 237"/>
                  <a:gd name="T4" fmla="*/ 0 w 219"/>
                  <a:gd name="T5" fmla="*/ 188 h 237"/>
                  <a:gd name="T6" fmla="*/ 30 w 219"/>
                  <a:gd name="T7" fmla="*/ 237 h 237"/>
                  <a:gd name="T8" fmla="*/ 52 w 219"/>
                  <a:gd name="T9" fmla="*/ 184 h 237"/>
                  <a:gd name="T10" fmla="*/ 144 w 219"/>
                  <a:gd name="T11" fmla="*/ 184 h 237"/>
                  <a:gd name="T12" fmla="*/ 166 w 219"/>
                  <a:gd name="T13" fmla="*/ 237 h 237"/>
                  <a:gd name="T14" fmla="*/ 219 w 219"/>
                  <a:gd name="T15" fmla="*/ 237 h 237"/>
                  <a:gd name="T16" fmla="*/ 119 w 219"/>
                  <a:gd name="T17" fmla="*/ 0 h 237"/>
                  <a:gd name="T18" fmla="*/ 70 w 219"/>
                  <a:gd name="T19" fmla="*/ 141 h 237"/>
                  <a:gd name="T20" fmla="*/ 99 w 219"/>
                  <a:gd name="T21" fmla="*/ 71 h 237"/>
                  <a:gd name="T22" fmla="*/ 128 w 219"/>
                  <a:gd name="T23" fmla="*/ 141 h 237"/>
                  <a:gd name="T24" fmla="*/ 70 w 219"/>
                  <a:gd name="T25" fmla="*/ 141 h 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9" h="237">
                    <a:moveTo>
                      <a:pt x="119" y="0"/>
                    </a:moveTo>
                    <a:lnTo>
                      <a:pt x="81" y="0"/>
                    </a:lnTo>
                    <a:lnTo>
                      <a:pt x="0" y="188"/>
                    </a:lnTo>
                    <a:lnTo>
                      <a:pt x="30" y="237"/>
                    </a:lnTo>
                    <a:lnTo>
                      <a:pt x="52" y="184"/>
                    </a:lnTo>
                    <a:lnTo>
                      <a:pt x="144" y="184"/>
                    </a:lnTo>
                    <a:lnTo>
                      <a:pt x="166" y="237"/>
                    </a:lnTo>
                    <a:lnTo>
                      <a:pt x="219" y="237"/>
                    </a:lnTo>
                    <a:lnTo>
                      <a:pt x="119" y="0"/>
                    </a:lnTo>
                    <a:close/>
                    <a:moveTo>
                      <a:pt x="70" y="141"/>
                    </a:moveTo>
                    <a:lnTo>
                      <a:pt x="99" y="71"/>
                    </a:lnTo>
                    <a:lnTo>
                      <a:pt x="128" y="141"/>
                    </a:lnTo>
                    <a:lnTo>
                      <a:pt x="70" y="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9" name="Freeform 11"/>
              <p:cNvSpPr>
                <a:spLocks/>
              </p:cNvSpPr>
              <p:nvPr userDrawn="1"/>
            </p:nvSpPr>
            <p:spPr bwMode="auto">
              <a:xfrm>
                <a:off x="8340165" y="2394682"/>
                <a:ext cx="295275" cy="376237"/>
              </a:xfrm>
              <a:custGeom>
                <a:avLst/>
                <a:gdLst>
                  <a:gd name="T0" fmla="*/ 118 w 135"/>
                  <a:gd name="T1" fmla="*/ 129 h 170"/>
                  <a:gd name="T2" fmla="*/ 118 w 135"/>
                  <a:gd name="T3" fmla="*/ 127 h 170"/>
                  <a:gd name="T4" fmla="*/ 116 w 135"/>
                  <a:gd name="T5" fmla="*/ 129 h 170"/>
                  <a:gd name="T6" fmla="*/ 115 w 135"/>
                  <a:gd name="T7" fmla="*/ 129 h 170"/>
                  <a:gd name="T8" fmla="*/ 106 w 135"/>
                  <a:gd name="T9" fmla="*/ 134 h 170"/>
                  <a:gd name="T10" fmla="*/ 87 w 135"/>
                  <a:gd name="T11" fmla="*/ 138 h 170"/>
                  <a:gd name="T12" fmla="*/ 50 w 135"/>
                  <a:gd name="T13" fmla="*/ 123 h 170"/>
                  <a:gd name="T14" fmla="*/ 34 w 135"/>
                  <a:gd name="T15" fmla="*/ 85 h 170"/>
                  <a:gd name="T16" fmla="*/ 50 w 135"/>
                  <a:gd name="T17" fmla="*/ 47 h 170"/>
                  <a:gd name="T18" fmla="*/ 87 w 135"/>
                  <a:gd name="T19" fmla="*/ 32 h 170"/>
                  <a:gd name="T20" fmla="*/ 116 w 135"/>
                  <a:gd name="T21" fmla="*/ 41 h 170"/>
                  <a:gd name="T22" fmla="*/ 117 w 135"/>
                  <a:gd name="T23" fmla="*/ 42 h 170"/>
                  <a:gd name="T24" fmla="*/ 134 w 135"/>
                  <a:gd name="T25" fmla="*/ 15 h 170"/>
                  <a:gd name="T26" fmla="*/ 135 w 135"/>
                  <a:gd name="T27" fmla="*/ 13 h 170"/>
                  <a:gd name="T28" fmla="*/ 132 w 135"/>
                  <a:gd name="T29" fmla="*/ 12 h 170"/>
                  <a:gd name="T30" fmla="*/ 88 w 135"/>
                  <a:gd name="T31" fmla="*/ 0 h 170"/>
                  <a:gd name="T32" fmla="*/ 21 w 135"/>
                  <a:gd name="T33" fmla="*/ 30 h 170"/>
                  <a:gd name="T34" fmla="*/ 0 w 135"/>
                  <a:gd name="T35" fmla="*/ 86 h 170"/>
                  <a:gd name="T36" fmla="*/ 25 w 135"/>
                  <a:gd name="T37" fmla="*/ 145 h 170"/>
                  <a:gd name="T38" fmla="*/ 86 w 135"/>
                  <a:gd name="T39" fmla="*/ 170 h 170"/>
                  <a:gd name="T40" fmla="*/ 132 w 135"/>
                  <a:gd name="T41" fmla="*/ 158 h 170"/>
                  <a:gd name="T42" fmla="*/ 135 w 135"/>
                  <a:gd name="T43" fmla="*/ 156 h 170"/>
                  <a:gd name="T44" fmla="*/ 118 w 135"/>
                  <a:gd name="T45" fmla="*/ 129 h 1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35" h="170">
                    <a:moveTo>
                      <a:pt x="118" y="129"/>
                    </a:moveTo>
                    <a:cubicBezTo>
                      <a:pt x="118" y="127"/>
                      <a:pt x="118" y="127"/>
                      <a:pt x="118" y="127"/>
                    </a:cubicBezTo>
                    <a:cubicBezTo>
                      <a:pt x="116" y="129"/>
                      <a:pt x="116" y="129"/>
                      <a:pt x="116" y="129"/>
                    </a:cubicBezTo>
                    <a:cubicBezTo>
                      <a:pt x="115" y="129"/>
                      <a:pt x="115" y="129"/>
                      <a:pt x="115" y="129"/>
                    </a:cubicBezTo>
                    <a:cubicBezTo>
                      <a:pt x="112" y="131"/>
                      <a:pt x="109" y="133"/>
                      <a:pt x="106" y="134"/>
                    </a:cubicBezTo>
                    <a:cubicBezTo>
                      <a:pt x="101" y="137"/>
                      <a:pt x="94" y="138"/>
                      <a:pt x="87" y="138"/>
                    </a:cubicBezTo>
                    <a:cubicBezTo>
                      <a:pt x="72" y="138"/>
                      <a:pt x="60" y="133"/>
                      <a:pt x="50" y="123"/>
                    </a:cubicBezTo>
                    <a:cubicBezTo>
                      <a:pt x="39" y="112"/>
                      <a:pt x="34" y="100"/>
                      <a:pt x="34" y="85"/>
                    </a:cubicBezTo>
                    <a:cubicBezTo>
                      <a:pt x="34" y="70"/>
                      <a:pt x="39" y="58"/>
                      <a:pt x="50" y="47"/>
                    </a:cubicBezTo>
                    <a:cubicBezTo>
                      <a:pt x="60" y="37"/>
                      <a:pt x="72" y="32"/>
                      <a:pt x="87" y="32"/>
                    </a:cubicBezTo>
                    <a:cubicBezTo>
                      <a:pt x="96" y="32"/>
                      <a:pt x="106" y="35"/>
                      <a:pt x="116" y="41"/>
                    </a:cubicBezTo>
                    <a:cubicBezTo>
                      <a:pt x="117" y="42"/>
                      <a:pt x="117" y="42"/>
                      <a:pt x="117" y="42"/>
                    </a:cubicBezTo>
                    <a:cubicBezTo>
                      <a:pt x="134" y="15"/>
                      <a:pt x="134" y="15"/>
                      <a:pt x="134" y="15"/>
                    </a:cubicBezTo>
                    <a:cubicBezTo>
                      <a:pt x="135" y="13"/>
                      <a:pt x="135" y="13"/>
                      <a:pt x="135" y="13"/>
                    </a:cubicBezTo>
                    <a:cubicBezTo>
                      <a:pt x="132" y="12"/>
                      <a:pt x="132" y="12"/>
                      <a:pt x="132" y="12"/>
                    </a:cubicBezTo>
                    <a:cubicBezTo>
                      <a:pt x="118" y="4"/>
                      <a:pt x="103" y="0"/>
                      <a:pt x="88" y="0"/>
                    </a:cubicBezTo>
                    <a:cubicBezTo>
                      <a:pt x="61" y="0"/>
                      <a:pt x="38" y="10"/>
                      <a:pt x="21" y="30"/>
                    </a:cubicBezTo>
                    <a:cubicBezTo>
                      <a:pt x="7" y="46"/>
                      <a:pt x="0" y="65"/>
                      <a:pt x="0" y="86"/>
                    </a:cubicBezTo>
                    <a:cubicBezTo>
                      <a:pt x="0" y="109"/>
                      <a:pt x="9" y="129"/>
                      <a:pt x="25" y="145"/>
                    </a:cubicBezTo>
                    <a:cubicBezTo>
                      <a:pt x="42" y="161"/>
                      <a:pt x="63" y="170"/>
                      <a:pt x="86" y="170"/>
                    </a:cubicBezTo>
                    <a:cubicBezTo>
                      <a:pt x="102" y="170"/>
                      <a:pt x="117" y="166"/>
                      <a:pt x="132" y="158"/>
                    </a:cubicBezTo>
                    <a:cubicBezTo>
                      <a:pt x="135" y="156"/>
                      <a:pt x="135" y="156"/>
                      <a:pt x="135" y="156"/>
                    </a:cubicBezTo>
                    <a:lnTo>
                      <a:pt x="118" y="12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80504037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958" userDrawn="1">
          <p15:clr>
            <a:srgbClr val="FBAE40"/>
          </p15:clr>
        </p15:guide>
        <p15:guide id="2" orient="horz" pos="4088" userDrawn="1">
          <p15:clr>
            <a:srgbClr val="FBAE40"/>
          </p15:clr>
        </p15:guide>
        <p15:guide id="3" pos="240" userDrawn="1">
          <p15:clr>
            <a:srgbClr val="FBAE40"/>
          </p15:clr>
        </p15:guide>
        <p15:guide id="4" pos="600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오브젝트">
    <p:bg>
      <p:bgPr>
        <a:solidFill>
          <a:sysClr val="window" lastClr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380999" y="427042"/>
            <a:ext cx="914400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>
            <a:spAutoFit/>
          </a:bodyPr>
          <a:lstStyle>
            <a:lvl1pPr algn="l">
              <a:defRPr kumimoji="1" lang="en-US" sz="2600" b="1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defTabSz="457200" fontAlgn="t" latinLnBrk="0"/>
            <a:r>
              <a:rPr lang="ko-KR" altLang="en-US" dirty="0" smtClean="0"/>
              <a:t>페이지 제목 </a:t>
            </a:r>
            <a:r>
              <a:rPr lang="en-US" altLang="ko-KR" dirty="0" smtClean="0"/>
              <a:t>(</a:t>
            </a:r>
            <a:r>
              <a:rPr lang="ko-KR" altLang="en-US" dirty="0" smtClean="0"/>
              <a:t>맑은 고딕</a:t>
            </a:r>
            <a:r>
              <a:rPr lang="en-US" altLang="ko-KR" dirty="0" smtClean="0"/>
              <a:t>Bold 26pt)</a:t>
            </a:r>
            <a:endParaRPr lang="en-US" dirty="0"/>
          </a:p>
        </p:txBody>
      </p:sp>
      <p:cxnSp>
        <p:nvCxnSpPr>
          <p:cNvPr id="31" name="직선 연결선 30"/>
          <p:cNvCxnSpPr/>
          <p:nvPr userDrawn="1"/>
        </p:nvCxnSpPr>
        <p:spPr>
          <a:xfrm>
            <a:off x="380999" y="286985"/>
            <a:ext cx="7418295" cy="0"/>
          </a:xfrm>
          <a:prstGeom prst="line">
            <a:avLst/>
          </a:prstGeom>
          <a:ln w="12700">
            <a:gradFill>
              <a:gsLst>
                <a:gs pos="24000">
                  <a:schemeClr val="accent1"/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슬라이드 번호 개체 틀 5"/>
          <p:cNvSpPr txBox="1">
            <a:spLocks/>
          </p:cNvSpPr>
          <p:nvPr userDrawn="1"/>
        </p:nvSpPr>
        <p:spPr>
          <a:xfrm>
            <a:off x="3838575" y="6460617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D84941F0-AFF0-444F-9320-08D07B73C7AD}" type="slidenum">
              <a:rPr lang="ko-KR" altLang="en-US" smtClean="0"/>
              <a:pPr lvl="0"/>
              <a:t>‹#›</a:t>
            </a:fld>
            <a:r>
              <a:rPr lang="en-US" altLang="ko-KR" dirty="0" smtClean="0"/>
              <a:t>/</a:t>
            </a:r>
            <a:r>
              <a:rPr lang="ko-KR" altLang="en-US" dirty="0" smtClean="0"/>
              <a:t>8</a:t>
            </a:r>
            <a:endParaRPr lang="ko-KR" altLang="en-US" dirty="0"/>
          </a:p>
        </p:txBody>
      </p:sp>
      <p:sp>
        <p:nvSpPr>
          <p:cNvPr id="30" name="텍스트 개체 틀 2"/>
          <p:cNvSpPr>
            <a:spLocks noGrp="1"/>
          </p:cNvSpPr>
          <p:nvPr userDrawn="1">
            <p:ph type="body" idx="10" hasCustomPrompt="1"/>
          </p:nvPr>
        </p:nvSpPr>
        <p:spPr>
          <a:xfrm>
            <a:off x="7938019" y="142944"/>
            <a:ext cx="1586981" cy="288082"/>
          </a:xfrm>
        </p:spPr>
        <p:txBody>
          <a:bodyPr wrap="square" lIns="0" tIns="0" rIns="0" bIns="0" anchor="ctr">
            <a:spAutoFit/>
          </a:bodyPr>
          <a:lstStyle>
            <a:lvl1pPr marL="0" indent="0" algn="r">
              <a:buNone/>
              <a:defRPr lang="ko-KR" altLang="en-US" sz="800" b="0" kern="1200" spc="-50" baseline="0" dirty="0" smtClean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 smtClean="0"/>
              <a:t>1. </a:t>
            </a:r>
            <a:r>
              <a:rPr lang="ko-KR" altLang="en-US" dirty="0" smtClean="0"/>
              <a:t>마스터 텍스트 스타일 편집</a:t>
            </a:r>
          </a:p>
        </p:txBody>
      </p:sp>
      <p:sp>
        <p:nvSpPr>
          <p:cNvPr id="6" name="텍스트 개체 틀 5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81000" y="899269"/>
            <a:ext cx="9144000" cy="24622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2pPr>
            <a:lvl3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3pPr>
            <a:lvl4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4pPr>
            <a:lvl5pPr marL="0" indent="0" algn="l" defTabSz="914296" rtl="0" eaLnBrk="1" latinLnBrk="1" hangingPunct="1">
              <a:spcBef>
                <a:spcPts val="0"/>
              </a:spcBef>
              <a:buNone/>
              <a:defRPr lang="ko-KR" altLang="en-US" sz="16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lvl5pPr>
          </a:lstStyle>
          <a:p>
            <a:pPr lvl="0"/>
            <a:r>
              <a:rPr lang="ko-KR" altLang="en-US" dirty="0" smtClean="0"/>
              <a:t>페이지 설명 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맑은고딕</a:t>
            </a:r>
            <a:r>
              <a:rPr lang="ko-KR" altLang="en-US" dirty="0" smtClean="0"/>
              <a:t> </a:t>
            </a:r>
            <a:r>
              <a:rPr lang="en-US" altLang="ko-KR" dirty="0" smtClean="0"/>
              <a:t>16pt)</a:t>
            </a:r>
          </a:p>
        </p:txBody>
      </p:sp>
      <p:grpSp>
        <p:nvGrpSpPr>
          <p:cNvPr id="10" name="그룹 9"/>
          <p:cNvGrpSpPr/>
          <p:nvPr userDrawn="1"/>
        </p:nvGrpSpPr>
        <p:grpSpPr>
          <a:xfrm>
            <a:off x="6922602" y="6587034"/>
            <a:ext cx="2602398" cy="126449"/>
            <a:chOff x="6922602" y="6587034"/>
            <a:chExt cx="2602398" cy="126449"/>
          </a:xfrm>
        </p:grpSpPr>
        <p:sp>
          <p:nvSpPr>
            <p:cNvPr id="29" name="Text Box 9"/>
            <p:cNvSpPr txBox="1">
              <a:spLocks noChangeArrowheads="1"/>
            </p:cNvSpPr>
            <p:nvPr userDrawn="1"/>
          </p:nvSpPr>
          <p:spPr bwMode="auto">
            <a:xfrm>
              <a:off x="6922602" y="6605761"/>
              <a:ext cx="1899751" cy="1077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0" rIns="0" bIns="0" anchor="ctr" anchorCtr="0">
              <a:spAutoFit/>
            </a:bodyPr>
            <a:lstStyle/>
            <a:p>
              <a:pPr algn="r" defTabSz="957474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1" lang="en-US" altLang="ko-KR" sz="700" dirty="0" smtClean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7F7F7F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Copyright © </a:t>
              </a:r>
              <a:r>
                <a:rPr kumimoji="1" lang="en-US" altLang="ko-KR" sz="700" dirty="0" err="1" smtClean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7F7F7F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Miracom,Inc</a:t>
              </a:r>
              <a:r>
                <a:rPr kumimoji="1" lang="en-US" altLang="ko-KR" sz="700" dirty="0" smtClean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7F7F7F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. All rights reserved.</a:t>
              </a:r>
            </a:p>
          </p:txBody>
        </p:sp>
        <p:grpSp>
          <p:nvGrpSpPr>
            <p:cNvPr id="50" name="그룹 49"/>
            <p:cNvGrpSpPr/>
            <p:nvPr userDrawn="1"/>
          </p:nvGrpSpPr>
          <p:grpSpPr>
            <a:xfrm>
              <a:off x="8842727" y="6587034"/>
              <a:ext cx="682273" cy="112290"/>
              <a:chOff x="7132078" y="2394682"/>
              <a:chExt cx="2286000" cy="376237"/>
            </a:xfrm>
            <a:solidFill>
              <a:srgbClr val="005AB4"/>
            </a:solidFill>
          </p:grpSpPr>
          <p:sp>
            <p:nvSpPr>
              <p:cNvPr id="51" name="Freeform 5"/>
              <p:cNvSpPr>
                <a:spLocks/>
              </p:cNvSpPr>
              <p:nvPr userDrawn="1"/>
            </p:nvSpPr>
            <p:spPr bwMode="auto">
              <a:xfrm>
                <a:off x="9046603" y="2394682"/>
                <a:ext cx="371475" cy="376237"/>
              </a:xfrm>
              <a:custGeom>
                <a:avLst/>
                <a:gdLst>
                  <a:gd name="T0" fmla="*/ 117 w 234"/>
                  <a:gd name="T1" fmla="*/ 154 h 237"/>
                  <a:gd name="T2" fmla="*/ 54 w 234"/>
                  <a:gd name="T3" fmla="*/ 0 h 237"/>
                  <a:gd name="T4" fmla="*/ 0 w 234"/>
                  <a:gd name="T5" fmla="*/ 0 h 237"/>
                  <a:gd name="T6" fmla="*/ 0 w 234"/>
                  <a:gd name="T7" fmla="*/ 237 h 237"/>
                  <a:gd name="T8" fmla="*/ 44 w 234"/>
                  <a:gd name="T9" fmla="*/ 237 h 237"/>
                  <a:gd name="T10" fmla="*/ 44 w 234"/>
                  <a:gd name="T11" fmla="*/ 96 h 237"/>
                  <a:gd name="T12" fmla="*/ 102 w 234"/>
                  <a:gd name="T13" fmla="*/ 237 h 237"/>
                  <a:gd name="T14" fmla="*/ 131 w 234"/>
                  <a:gd name="T15" fmla="*/ 237 h 237"/>
                  <a:gd name="T16" fmla="*/ 189 w 234"/>
                  <a:gd name="T17" fmla="*/ 96 h 237"/>
                  <a:gd name="T18" fmla="*/ 189 w 234"/>
                  <a:gd name="T19" fmla="*/ 237 h 237"/>
                  <a:gd name="T20" fmla="*/ 234 w 234"/>
                  <a:gd name="T21" fmla="*/ 237 h 237"/>
                  <a:gd name="T22" fmla="*/ 234 w 234"/>
                  <a:gd name="T23" fmla="*/ 0 h 237"/>
                  <a:gd name="T24" fmla="*/ 181 w 234"/>
                  <a:gd name="T25" fmla="*/ 0 h 237"/>
                  <a:gd name="T26" fmla="*/ 117 w 234"/>
                  <a:gd name="T27" fmla="*/ 154 h 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34" h="237">
                    <a:moveTo>
                      <a:pt x="117" y="154"/>
                    </a:moveTo>
                    <a:lnTo>
                      <a:pt x="54" y="0"/>
                    </a:lnTo>
                    <a:lnTo>
                      <a:pt x="0" y="0"/>
                    </a:lnTo>
                    <a:lnTo>
                      <a:pt x="0" y="237"/>
                    </a:lnTo>
                    <a:lnTo>
                      <a:pt x="44" y="237"/>
                    </a:lnTo>
                    <a:lnTo>
                      <a:pt x="44" y="96"/>
                    </a:lnTo>
                    <a:lnTo>
                      <a:pt x="102" y="237"/>
                    </a:lnTo>
                    <a:lnTo>
                      <a:pt x="131" y="237"/>
                    </a:lnTo>
                    <a:lnTo>
                      <a:pt x="189" y="96"/>
                    </a:lnTo>
                    <a:lnTo>
                      <a:pt x="189" y="237"/>
                    </a:lnTo>
                    <a:lnTo>
                      <a:pt x="234" y="237"/>
                    </a:lnTo>
                    <a:lnTo>
                      <a:pt x="234" y="0"/>
                    </a:lnTo>
                    <a:lnTo>
                      <a:pt x="181" y="0"/>
                    </a:lnTo>
                    <a:lnTo>
                      <a:pt x="117" y="15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2" name="Freeform 6"/>
              <p:cNvSpPr>
                <a:spLocks/>
              </p:cNvSpPr>
              <p:nvPr userDrawn="1"/>
            </p:nvSpPr>
            <p:spPr bwMode="auto">
              <a:xfrm>
                <a:off x="7132078" y="2394682"/>
                <a:ext cx="371475" cy="376237"/>
              </a:xfrm>
              <a:custGeom>
                <a:avLst/>
                <a:gdLst>
                  <a:gd name="T0" fmla="*/ 117 w 234"/>
                  <a:gd name="T1" fmla="*/ 154 h 237"/>
                  <a:gd name="T2" fmla="*/ 54 w 234"/>
                  <a:gd name="T3" fmla="*/ 0 h 237"/>
                  <a:gd name="T4" fmla="*/ 0 w 234"/>
                  <a:gd name="T5" fmla="*/ 0 h 237"/>
                  <a:gd name="T6" fmla="*/ 0 w 234"/>
                  <a:gd name="T7" fmla="*/ 237 h 237"/>
                  <a:gd name="T8" fmla="*/ 45 w 234"/>
                  <a:gd name="T9" fmla="*/ 237 h 237"/>
                  <a:gd name="T10" fmla="*/ 45 w 234"/>
                  <a:gd name="T11" fmla="*/ 96 h 237"/>
                  <a:gd name="T12" fmla="*/ 103 w 234"/>
                  <a:gd name="T13" fmla="*/ 237 h 237"/>
                  <a:gd name="T14" fmla="*/ 132 w 234"/>
                  <a:gd name="T15" fmla="*/ 237 h 237"/>
                  <a:gd name="T16" fmla="*/ 189 w 234"/>
                  <a:gd name="T17" fmla="*/ 96 h 237"/>
                  <a:gd name="T18" fmla="*/ 189 w 234"/>
                  <a:gd name="T19" fmla="*/ 237 h 237"/>
                  <a:gd name="T20" fmla="*/ 234 w 234"/>
                  <a:gd name="T21" fmla="*/ 237 h 237"/>
                  <a:gd name="T22" fmla="*/ 234 w 234"/>
                  <a:gd name="T23" fmla="*/ 0 h 237"/>
                  <a:gd name="T24" fmla="*/ 182 w 234"/>
                  <a:gd name="T25" fmla="*/ 0 h 237"/>
                  <a:gd name="T26" fmla="*/ 117 w 234"/>
                  <a:gd name="T27" fmla="*/ 154 h 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34" h="237">
                    <a:moveTo>
                      <a:pt x="117" y="154"/>
                    </a:moveTo>
                    <a:lnTo>
                      <a:pt x="54" y="0"/>
                    </a:lnTo>
                    <a:lnTo>
                      <a:pt x="0" y="0"/>
                    </a:lnTo>
                    <a:lnTo>
                      <a:pt x="0" y="237"/>
                    </a:lnTo>
                    <a:lnTo>
                      <a:pt x="45" y="237"/>
                    </a:lnTo>
                    <a:lnTo>
                      <a:pt x="45" y="96"/>
                    </a:lnTo>
                    <a:lnTo>
                      <a:pt x="103" y="237"/>
                    </a:lnTo>
                    <a:lnTo>
                      <a:pt x="132" y="237"/>
                    </a:lnTo>
                    <a:lnTo>
                      <a:pt x="189" y="96"/>
                    </a:lnTo>
                    <a:lnTo>
                      <a:pt x="189" y="237"/>
                    </a:lnTo>
                    <a:lnTo>
                      <a:pt x="234" y="237"/>
                    </a:lnTo>
                    <a:lnTo>
                      <a:pt x="234" y="0"/>
                    </a:lnTo>
                    <a:lnTo>
                      <a:pt x="182" y="0"/>
                    </a:lnTo>
                    <a:lnTo>
                      <a:pt x="117" y="15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4" name="Rectangle 7"/>
              <p:cNvSpPr>
                <a:spLocks noChangeArrowheads="1"/>
              </p:cNvSpPr>
              <p:nvPr userDrawn="1"/>
            </p:nvSpPr>
            <p:spPr bwMode="auto">
              <a:xfrm>
                <a:off x="7571815" y="2394682"/>
                <a:ext cx="73025" cy="37623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6" name="Freeform 8"/>
              <p:cNvSpPr>
                <a:spLocks noEditPoints="1"/>
              </p:cNvSpPr>
              <p:nvPr userDrawn="1"/>
            </p:nvSpPr>
            <p:spPr bwMode="auto">
              <a:xfrm>
                <a:off x="8629090" y="2394682"/>
                <a:ext cx="369887" cy="376237"/>
              </a:xfrm>
              <a:custGeom>
                <a:avLst/>
                <a:gdLst>
                  <a:gd name="T0" fmla="*/ 163 w 169"/>
                  <a:gd name="T1" fmla="*/ 51 h 170"/>
                  <a:gd name="T2" fmla="*/ 145 w 169"/>
                  <a:gd name="T3" fmla="*/ 24 h 170"/>
                  <a:gd name="T4" fmla="*/ 119 w 169"/>
                  <a:gd name="T5" fmla="*/ 6 h 170"/>
                  <a:gd name="T6" fmla="*/ 85 w 169"/>
                  <a:gd name="T7" fmla="*/ 0 h 170"/>
                  <a:gd name="T8" fmla="*/ 51 w 169"/>
                  <a:gd name="T9" fmla="*/ 6 h 170"/>
                  <a:gd name="T10" fmla="*/ 24 w 169"/>
                  <a:gd name="T11" fmla="*/ 24 h 170"/>
                  <a:gd name="T12" fmla="*/ 6 w 169"/>
                  <a:gd name="T13" fmla="*/ 51 h 170"/>
                  <a:gd name="T14" fmla="*/ 0 w 169"/>
                  <a:gd name="T15" fmla="*/ 85 h 170"/>
                  <a:gd name="T16" fmla="*/ 6 w 169"/>
                  <a:gd name="T17" fmla="*/ 118 h 170"/>
                  <a:gd name="T18" fmla="*/ 24 w 169"/>
                  <a:gd name="T19" fmla="*/ 146 h 170"/>
                  <a:gd name="T20" fmla="*/ 51 w 169"/>
                  <a:gd name="T21" fmla="*/ 163 h 170"/>
                  <a:gd name="T22" fmla="*/ 85 w 169"/>
                  <a:gd name="T23" fmla="*/ 170 h 170"/>
                  <a:gd name="T24" fmla="*/ 119 w 169"/>
                  <a:gd name="T25" fmla="*/ 163 h 170"/>
                  <a:gd name="T26" fmla="*/ 145 w 169"/>
                  <a:gd name="T27" fmla="*/ 146 h 170"/>
                  <a:gd name="T28" fmla="*/ 163 w 169"/>
                  <a:gd name="T29" fmla="*/ 118 h 170"/>
                  <a:gd name="T30" fmla="*/ 169 w 169"/>
                  <a:gd name="T31" fmla="*/ 85 h 170"/>
                  <a:gd name="T32" fmla="*/ 163 w 169"/>
                  <a:gd name="T33" fmla="*/ 51 h 170"/>
                  <a:gd name="T34" fmla="*/ 132 w 169"/>
                  <a:gd name="T35" fmla="*/ 106 h 170"/>
                  <a:gd name="T36" fmla="*/ 121 w 169"/>
                  <a:gd name="T37" fmla="*/ 123 h 170"/>
                  <a:gd name="T38" fmla="*/ 105 w 169"/>
                  <a:gd name="T39" fmla="*/ 134 h 170"/>
                  <a:gd name="T40" fmla="*/ 64 w 169"/>
                  <a:gd name="T41" fmla="*/ 134 h 170"/>
                  <a:gd name="T42" fmla="*/ 48 w 169"/>
                  <a:gd name="T43" fmla="*/ 123 h 170"/>
                  <a:gd name="T44" fmla="*/ 38 w 169"/>
                  <a:gd name="T45" fmla="*/ 106 h 170"/>
                  <a:gd name="T46" fmla="*/ 34 w 169"/>
                  <a:gd name="T47" fmla="*/ 85 h 170"/>
                  <a:gd name="T48" fmla="*/ 38 w 169"/>
                  <a:gd name="T49" fmla="*/ 64 h 170"/>
                  <a:gd name="T50" fmla="*/ 48 w 169"/>
                  <a:gd name="T51" fmla="*/ 46 h 170"/>
                  <a:gd name="T52" fmla="*/ 64 w 169"/>
                  <a:gd name="T53" fmla="*/ 35 h 170"/>
                  <a:gd name="T54" fmla="*/ 85 w 169"/>
                  <a:gd name="T55" fmla="*/ 31 h 170"/>
                  <a:gd name="T56" fmla="*/ 105 w 169"/>
                  <a:gd name="T57" fmla="*/ 35 h 170"/>
                  <a:gd name="T58" fmla="*/ 121 w 169"/>
                  <a:gd name="T59" fmla="*/ 46 h 170"/>
                  <a:gd name="T60" fmla="*/ 132 w 169"/>
                  <a:gd name="T61" fmla="*/ 64 h 170"/>
                  <a:gd name="T62" fmla="*/ 136 w 169"/>
                  <a:gd name="T63" fmla="*/ 85 h 170"/>
                  <a:gd name="T64" fmla="*/ 132 w 169"/>
                  <a:gd name="T65" fmla="*/ 106 h 1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69" h="170">
                    <a:moveTo>
                      <a:pt x="163" y="51"/>
                    </a:moveTo>
                    <a:cubicBezTo>
                      <a:pt x="159" y="41"/>
                      <a:pt x="153" y="31"/>
                      <a:pt x="145" y="24"/>
                    </a:cubicBezTo>
                    <a:cubicBezTo>
                      <a:pt x="138" y="16"/>
                      <a:pt x="129" y="10"/>
                      <a:pt x="119" y="6"/>
                    </a:cubicBezTo>
                    <a:cubicBezTo>
                      <a:pt x="108" y="2"/>
                      <a:pt x="97" y="0"/>
                      <a:pt x="85" y="0"/>
                    </a:cubicBezTo>
                    <a:cubicBezTo>
                      <a:pt x="73" y="0"/>
                      <a:pt x="61" y="2"/>
                      <a:pt x="51" y="6"/>
                    </a:cubicBezTo>
                    <a:cubicBezTo>
                      <a:pt x="41" y="10"/>
                      <a:pt x="32" y="16"/>
                      <a:pt x="24" y="24"/>
                    </a:cubicBezTo>
                    <a:cubicBezTo>
                      <a:pt x="17" y="31"/>
                      <a:pt x="11" y="41"/>
                      <a:pt x="6" y="51"/>
                    </a:cubicBezTo>
                    <a:cubicBezTo>
                      <a:pt x="2" y="61"/>
                      <a:pt x="0" y="73"/>
                      <a:pt x="0" y="85"/>
                    </a:cubicBezTo>
                    <a:cubicBezTo>
                      <a:pt x="0" y="97"/>
                      <a:pt x="2" y="108"/>
                      <a:pt x="6" y="118"/>
                    </a:cubicBezTo>
                    <a:cubicBezTo>
                      <a:pt x="11" y="129"/>
                      <a:pt x="17" y="138"/>
                      <a:pt x="24" y="146"/>
                    </a:cubicBezTo>
                    <a:cubicBezTo>
                      <a:pt x="32" y="153"/>
                      <a:pt x="41" y="159"/>
                      <a:pt x="51" y="163"/>
                    </a:cubicBezTo>
                    <a:cubicBezTo>
                      <a:pt x="61" y="168"/>
                      <a:pt x="73" y="170"/>
                      <a:pt x="85" y="170"/>
                    </a:cubicBezTo>
                    <a:cubicBezTo>
                      <a:pt x="97" y="170"/>
                      <a:pt x="108" y="168"/>
                      <a:pt x="119" y="163"/>
                    </a:cubicBezTo>
                    <a:cubicBezTo>
                      <a:pt x="129" y="159"/>
                      <a:pt x="138" y="153"/>
                      <a:pt x="145" y="146"/>
                    </a:cubicBezTo>
                    <a:cubicBezTo>
                      <a:pt x="153" y="138"/>
                      <a:pt x="159" y="129"/>
                      <a:pt x="163" y="118"/>
                    </a:cubicBezTo>
                    <a:cubicBezTo>
                      <a:pt x="167" y="108"/>
                      <a:pt x="169" y="97"/>
                      <a:pt x="169" y="85"/>
                    </a:cubicBezTo>
                    <a:cubicBezTo>
                      <a:pt x="169" y="73"/>
                      <a:pt x="167" y="61"/>
                      <a:pt x="163" y="51"/>
                    </a:cubicBezTo>
                    <a:close/>
                    <a:moveTo>
                      <a:pt x="132" y="106"/>
                    </a:moveTo>
                    <a:cubicBezTo>
                      <a:pt x="129" y="112"/>
                      <a:pt x="126" y="118"/>
                      <a:pt x="121" y="123"/>
                    </a:cubicBezTo>
                    <a:cubicBezTo>
                      <a:pt x="117" y="128"/>
                      <a:pt x="112" y="132"/>
                      <a:pt x="105" y="134"/>
                    </a:cubicBezTo>
                    <a:cubicBezTo>
                      <a:pt x="93" y="140"/>
                      <a:pt x="76" y="140"/>
                      <a:pt x="64" y="134"/>
                    </a:cubicBezTo>
                    <a:cubicBezTo>
                      <a:pt x="58" y="132"/>
                      <a:pt x="52" y="128"/>
                      <a:pt x="48" y="123"/>
                    </a:cubicBezTo>
                    <a:cubicBezTo>
                      <a:pt x="44" y="118"/>
                      <a:pt x="40" y="112"/>
                      <a:pt x="38" y="106"/>
                    </a:cubicBezTo>
                    <a:cubicBezTo>
                      <a:pt x="35" y="99"/>
                      <a:pt x="34" y="92"/>
                      <a:pt x="34" y="85"/>
                    </a:cubicBezTo>
                    <a:cubicBezTo>
                      <a:pt x="34" y="77"/>
                      <a:pt x="35" y="70"/>
                      <a:pt x="38" y="64"/>
                    </a:cubicBezTo>
                    <a:cubicBezTo>
                      <a:pt x="40" y="57"/>
                      <a:pt x="44" y="51"/>
                      <a:pt x="48" y="46"/>
                    </a:cubicBezTo>
                    <a:cubicBezTo>
                      <a:pt x="52" y="42"/>
                      <a:pt x="58" y="38"/>
                      <a:pt x="64" y="35"/>
                    </a:cubicBezTo>
                    <a:cubicBezTo>
                      <a:pt x="70" y="32"/>
                      <a:pt x="77" y="31"/>
                      <a:pt x="85" y="31"/>
                    </a:cubicBezTo>
                    <a:cubicBezTo>
                      <a:pt x="92" y="31"/>
                      <a:pt x="99" y="32"/>
                      <a:pt x="105" y="35"/>
                    </a:cubicBezTo>
                    <a:cubicBezTo>
                      <a:pt x="112" y="38"/>
                      <a:pt x="117" y="42"/>
                      <a:pt x="121" y="46"/>
                    </a:cubicBezTo>
                    <a:cubicBezTo>
                      <a:pt x="126" y="51"/>
                      <a:pt x="129" y="57"/>
                      <a:pt x="132" y="64"/>
                    </a:cubicBezTo>
                    <a:cubicBezTo>
                      <a:pt x="134" y="70"/>
                      <a:pt x="136" y="77"/>
                      <a:pt x="136" y="85"/>
                    </a:cubicBezTo>
                    <a:cubicBezTo>
                      <a:pt x="136" y="92"/>
                      <a:pt x="134" y="99"/>
                      <a:pt x="132" y="106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7" name="Freeform 9"/>
              <p:cNvSpPr>
                <a:spLocks noEditPoints="1"/>
              </p:cNvSpPr>
              <p:nvPr userDrawn="1"/>
            </p:nvSpPr>
            <p:spPr bwMode="auto">
              <a:xfrm>
                <a:off x="7711515" y="2394682"/>
                <a:ext cx="282575" cy="376237"/>
              </a:xfrm>
              <a:custGeom>
                <a:avLst/>
                <a:gdLst>
                  <a:gd name="T0" fmla="*/ 82 w 129"/>
                  <a:gd name="T1" fmla="*/ 96 h 170"/>
                  <a:gd name="T2" fmla="*/ 104 w 129"/>
                  <a:gd name="T3" fmla="*/ 83 h 170"/>
                  <a:gd name="T4" fmla="*/ 117 w 129"/>
                  <a:gd name="T5" fmla="*/ 50 h 170"/>
                  <a:gd name="T6" fmla="*/ 110 w 129"/>
                  <a:gd name="T7" fmla="*/ 23 h 170"/>
                  <a:gd name="T8" fmla="*/ 93 w 129"/>
                  <a:gd name="T9" fmla="*/ 8 h 170"/>
                  <a:gd name="T10" fmla="*/ 70 w 129"/>
                  <a:gd name="T11" fmla="*/ 1 h 170"/>
                  <a:gd name="T12" fmla="*/ 47 w 129"/>
                  <a:gd name="T13" fmla="*/ 0 h 170"/>
                  <a:gd name="T14" fmla="*/ 0 w 129"/>
                  <a:gd name="T15" fmla="*/ 0 h 170"/>
                  <a:gd name="T16" fmla="*/ 0 w 129"/>
                  <a:gd name="T17" fmla="*/ 170 h 170"/>
                  <a:gd name="T18" fmla="*/ 34 w 129"/>
                  <a:gd name="T19" fmla="*/ 170 h 170"/>
                  <a:gd name="T20" fmla="*/ 34 w 129"/>
                  <a:gd name="T21" fmla="*/ 101 h 170"/>
                  <a:gd name="T22" fmla="*/ 45 w 129"/>
                  <a:gd name="T23" fmla="*/ 101 h 170"/>
                  <a:gd name="T24" fmla="*/ 87 w 129"/>
                  <a:gd name="T25" fmla="*/ 170 h 170"/>
                  <a:gd name="T26" fmla="*/ 116 w 129"/>
                  <a:gd name="T27" fmla="*/ 170 h 170"/>
                  <a:gd name="T28" fmla="*/ 129 w 129"/>
                  <a:gd name="T29" fmla="*/ 170 h 170"/>
                  <a:gd name="T30" fmla="*/ 129 w 129"/>
                  <a:gd name="T31" fmla="*/ 170 h 170"/>
                  <a:gd name="T32" fmla="*/ 82 w 129"/>
                  <a:gd name="T33" fmla="*/ 96 h 170"/>
                  <a:gd name="T34" fmla="*/ 79 w 129"/>
                  <a:gd name="T35" fmla="*/ 60 h 170"/>
                  <a:gd name="T36" fmla="*/ 71 w 129"/>
                  <a:gd name="T37" fmla="*/ 65 h 170"/>
                  <a:gd name="T38" fmla="*/ 58 w 129"/>
                  <a:gd name="T39" fmla="*/ 68 h 170"/>
                  <a:gd name="T40" fmla="*/ 42 w 129"/>
                  <a:gd name="T41" fmla="*/ 68 h 170"/>
                  <a:gd name="T42" fmla="*/ 34 w 129"/>
                  <a:gd name="T43" fmla="*/ 68 h 170"/>
                  <a:gd name="T44" fmla="*/ 34 w 129"/>
                  <a:gd name="T45" fmla="*/ 32 h 170"/>
                  <a:gd name="T46" fmla="*/ 52 w 129"/>
                  <a:gd name="T47" fmla="*/ 32 h 170"/>
                  <a:gd name="T48" fmla="*/ 64 w 129"/>
                  <a:gd name="T49" fmla="*/ 33 h 170"/>
                  <a:gd name="T50" fmla="*/ 74 w 129"/>
                  <a:gd name="T51" fmla="*/ 36 h 170"/>
                  <a:gd name="T52" fmla="*/ 79 w 129"/>
                  <a:gd name="T53" fmla="*/ 41 h 170"/>
                  <a:gd name="T54" fmla="*/ 81 w 129"/>
                  <a:gd name="T55" fmla="*/ 50 h 170"/>
                  <a:gd name="T56" fmla="*/ 79 w 129"/>
                  <a:gd name="T57" fmla="*/ 60 h 1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29" h="170">
                    <a:moveTo>
                      <a:pt x="82" y="96"/>
                    </a:moveTo>
                    <a:cubicBezTo>
                      <a:pt x="91" y="94"/>
                      <a:pt x="98" y="89"/>
                      <a:pt x="104" y="83"/>
                    </a:cubicBezTo>
                    <a:cubicBezTo>
                      <a:pt x="112" y="75"/>
                      <a:pt x="117" y="63"/>
                      <a:pt x="117" y="50"/>
                    </a:cubicBezTo>
                    <a:cubicBezTo>
                      <a:pt x="117" y="39"/>
                      <a:pt x="114" y="30"/>
                      <a:pt x="110" y="23"/>
                    </a:cubicBezTo>
                    <a:cubicBezTo>
                      <a:pt x="106" y="16"/>
                      <a:pt x="100" y="11"/>
                      <a:pt x="93" y="8"/>
                    </a:cubicBezTo>
                    <a:cubicBezTo>
                      <a:pt x="86" y="4"/>
                      <a:pt x="78" y="2"/>
                      <a:pt x="70" y="1"/>
                    </a:cubicBezTo>
                    <a:cubicBezTo>
                      <a:pt x="63" y="0"/>
                      <a:pt x="55" y="0"/>
                      <a:pt x="47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70"/>
                      <a:pt x="0" y="170"/>
                      <a:pt x="0" y="170"/>
                    </a:cubicBezTo>
                    <a:cubicBezTo>
                      <a:pt x="34" y="170"/>
                      <a:pt x="34" y="170"/>
                      <a:pt x="34" y="170"/>
                    </a:cubicBezTo>
                    <a:cubicBezTo>
                      <a:pt x="34" y="101"/>
                      <a:pt x="34" y="101"/>
                      <a:pt x="34" y="101"/>
                    </a:cubicBezTo>
                    <a:cubicBezTo>
                      <a:pt x="45" y="101"/>
                      <a:pt x="45" y="101"/>
                      <a:pt x="45" y="101"/>
                    </a:cubicBezTo>
                    <a:cubicBezTo>
                      <a:pt x="87" y="170"/>
                      <a:pt x="87" y="170"/>
                      <a:pt x="87" y="170"/>
                    </a:cubicBezTo>
                    <a:cubicBezTo>
                      <a:pt x="116" y="170"/>
                      <a:pt x="116" y="170"/>
                      <a:pt x="116" y="170"/>
                    </a:cubicBezTo>
                    <a:cubicBezTo>
                      <a:pt x="129" y="170"/>
                      <a:pt x="129" y="170"/>
                      <a:pt x="129" y="170"/>
                    </a:cubicBezTo>
                    <a:cubicBezTo>
                      <a:pt x="129" y="170"/>
                      <a:pt x="129" y="170"/>
                      <a:pt x="129" y="170"/>
                    </a:cubicBezTo>
                    <a:lnTo>
                      <a:pt x="82" y="96"/>
                    </a:lnTo>
                    <a:close/>
                    <a:moveTo>
                      <a:pt x="79" y="60"/>
                    </a:moveTo>
                    <a:cubicBezTo>
                      <a:pt x="77" y="62"/>
                      <a:pt x="74" y="64"/>
                      <a:pt x="71" y="65"/>
                    </a:cubicBezTo>
                    <a:cubicBezTo>
                      <a:pt x="67" y="67"/>
                      <a:pt x="62" y="67"/>
                      <a:pt x="58" y="68"/>
                    </a:cubicBezTo>
                    <a:cubicBezTo>
                      <a:pt x="52" y="68"/>
                      <a:pt x="47" y="68"/>
                      <a:pt x="42" y="68"/>
                    </a:cubicBezTo>
                    <a:cubicBezTo>
                      <a:pt x="34" y="68"/>
                      <a:pt x="34" y="68"/>
                      <a:pt x="34" y="68"/>
                    </a:cubicBezTo>
                    <a:cubicBezTo>
                      <a:pt x="34" y="32"/>
                      <a:pt x="34" y="32"/>
                      <a:pt x="34" y="32"/>
                    </a:cubicBezTo>
                    <a:cubicBezTo>
                      <a:pt x="52" y="32"/>
                      <a:pt x="52" y="32"/>
                      <a:pt x="52" y="32"/>
                    </a:cubicBezTo>
                    <a:cubicBezTo>
                      <a:pt x="56" y="32"/>
                      <a:pt x="60" y="33"/>
                      <a:pt x="64" y="33"/>
                    </a:cubicBezTo>
                    <a:cubicBezTo>
                      <a:pt x="68" y="34"/>
                      <a:pt x="71" y="35"/>
                      <a:pt x="74" y="36"/>
                    </a:cubicBezTo>
                    <a:cubicBezTo>
                      <a:pt x="76" y="37"/>
                      <a:pt x="78" y="39"/>
                      <a:pt x="79" y="41"/>
                    </a:cubicBezTo>
                    <a:cubicBezTo>
                      <a:pt x="81" y="43"/>
                      <a:pt x="81" y="46"/>
                      <a:pt x="81" y="50"/>
                    </a:cubicBezTo>
                    <a:cubicBezTo>
                      <a:pt x="81" y="55"/>
                      <a:pt x="81" y="58"/>
                      <a:pt x="79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8" name="Freeform 10"/>
              <p:cNvSpPr>
                <a:spLocks noEditPoints="1"/>
              </p:cNvSpPr>
              <p:nvPr userDrawn="1"/>
            </p:nvSpPr>
            <p:spPr bwMode="auto">
              <a:xfrm>
                <a:off x="8003615" y="2394682"/>
                <a:ext cx="347662" cy="376237"/>
              </a:xfrm>
              <a:custGeom>
                <a:avLst/>
                <a:gdLst>
                  <a:gd name="T0" fmla="*/ 119 w 219"/>
                  <a:gd name="T1" fmla="*/ 0 h 237"/>
                  <a:gd name="T2" fmla="*/ 81 w 219"/>
                  <a:gd name="T3" fmla="*/ 0 h 237"/>
                  <a:gd name="T4" fmla="*/ 0 w 219"/>
                  <a:gd name="T5" fmla="*/ 188 h 237"/>
                  <a:gd name="T6" fmla="*/ 30 w 219"/>
                  <a:gd name="T7" fmla="*/ 237 h 237"/>
                  <a:gd name="T8" fmla="*/ 52 w 219"/>
                  <a:gd name="T9" fmla="*/ 184 h 237"/>
                  <a:gd name="T10" fmla="*/ 144 w 219"/>
                  <a:gd name="T11" fmla="*/ 184 h 237"/>
                  <a:gd name="T12" fmla="*/ 166 w 219"/>
                  <a:gd name="T13" fmla="*/ 237 h 237"/>
                  <a:gd name="T14" fmla="*/ 219 w 219"/>
                  <a:gd name="T15" fmla="*/ 237 h 237"/>
                  <a:gd name="T16" fmla="*/ 119 w 219"/>
                  <a:gd name="T17" fmla="*/ 0 h 237"/>
                  <a:gd name="T18" fmla="*/ 70 w 219"/>
                  <a:gd name="T19" fmla="*/ 141 h 237"/>
                  <a:gd name="T20" fmla="*/ 99 w 219"/>
                  <a:gd name="T21" fmla="*/ 71 h 237"/>
                  <a:gd name="T22" fmla="*/ 128 w 219"/>
                  <a:gd name="T23" fmla="*/ 141 h 237"/>
                  <a:gd name="T24" fmla="*/ 70 w 219"/>
                  <a:gd name="T25" fmla="*/ 141 h 2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9" h="237">
                    <a:moveTo>
                      <a:pt x="119" y="0"/>
                    </a:moveTo>
                    <a:lnTo>
                      <a:pt x="81" y="0"/>
                    </a:lnTo>
                    <a:lnTo>
                      <a:pt x="0" y="188"/>
                    </a:lnTo>
                    <a:lnTo>
                      <a:pt x="30" y="237"/>
                    </a:lnTo>
                    <a:lnTo>
                      <a:pt x="52" y="184"/>
                    </a:lnTo>
                    <a:lnTo>
                      <a:pt x="144" y="184"/>
                    </a:lnTo>
                    <a:lnTo>
                      <a:pt x="166" y="237"/>
                    </a:lnTo>
                    <a:lnTo>
                      <a:pt x="219" y="237"/>
                    </a:lnTo>
                    <a:lnTo>
                      <a:pt x="119" y="0"/>
                    </a:lnTo>
                    <a:close/>
                    <a:moveTo>
                      <a:pt x="70" y="141"/>
                    </a:moveTo>
                    <a:lnTo>
                      <a:pt x="99" y="71"/>
                    </a:lnTo>
                    <a:lnTo>
                      <a:pt x="128" y="141"/>
                    </a:lnTo>
                    <a:lnTo>
                      <a:pt x="70" y="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9" name="Freeform 11"/>
              <p:cNvSpPr>
                <a:spLocks/>
              </p:cNvSpPr>
              <p:nvPr userDrawn="1"/>
            </p:nvSpPr>
            <p:spPr bwMode="auto">
              <a:xfrm>
                <a:off x="8340165" y="2394682"/>
                <a:ext cx="295275" cy="376237"/>
              </a:xfrm>
              <a:custGeom>
                <a:avLst/>
                <a:gdLst>
                  <a:gd name="T0" fmla="*/ 118 w 135"/>
                  <a:gd name="T1" fmla="*/ 129 h 170"/>
                  <a:gd name="T2" fmla="*/ 118 w 135"/>
                  <a:gd name="T3" fmla="*/ 127 h 170"/>
                  <a:gd name="T4" fmla="*/ 116 w 135"/>
                  <a:gd name="T5" fmla="*/ 129 h 170"/>
                  <a:gd name="T6" fmla="*/ 115 w 135"/>
                  <a:gd name="T7" fmla="*/ 129 h 170"/>
                  <a:gd name="T8" fmla="*/ 106 w 135"/>
                  <a:gd name="T9" fmla="*/ 134 h 170"/>
                  <a:gd name="T10" fmla="*/ 87 w 135"/>
                  <a:gd name="T11" fmla="*/ 138 h 170"/>
                  <a:gd name="T12" fmla="*/ 50 w 135"/>
                  <a:gd name="T13" fmla="*/ 123 h 170"/>
                  <a:gd name="T14" fmla="*/ 34 w 135"/>
                  <a:gd name="T15" fmla="*/ 85 h 170"/>
                  <a:gd name="T16" fmla="*/ 50 w 135"/>
                  <a:gd name="T17" fmla="*/ 47 h 170"/>
                  <a:gd name="T18" fmla="*/ 87 w 135"/>
                  <a:gd name="T19" fmla="*/ 32 h 170"/>
                  <a:gd name="T20" fmla="*/ 116 w 135"/>
                  <a:gd name="T21" fmla="*/ 41 h 170"/>
                  <a:gd name="T22" fmla="*/ 117 w 135"/>
                  <a:gd name="T23" fmla="*/ 42 h 170"/>
                  <a:gd name="T24" fmla="*/ 134 w 135"/>
                  <a:gd name="T25" fmla="*/ 15 h 170"/>
                  <a:gd name="T26" fmla="*/ 135 w 135"/>
                  <a:gd name="T27" fmla="*/ 13 h 170"/>
                  <a:gd name="T28" fmla="*/ 132 w 135"/>
                  <a:gd name="T29" fmla="*/ 12 h 170"/>
                  <a:gd name="T30" fmla="*/ 88 w 135"/>
                  <a:gd name="T31" fmla="*/ 0 h 170"/>
                  <a:gd name="T32" fmla="*/ 21 w 135"/>
                  <a:gd name="T33" fmla="*/ 30 h 170"/>
                  <a:gd name="T34" fmla="*/ 0 w 135"/>
                  <a:gd name="T35" fmla="*/ 86 h 170"/>
                  <a:gd name="T36" fmla="*/ 25 w 135"/>
                  <a:gd name="T37" fmla="*/ 145 h 170"/>
                  <a:gd name="T38" fmla="*/ 86 w 135"/>
                  <a:gd name="T39" fmla="*/ 170 h 170"/>
                  <a:gd name="T40" fmla="*/ 132 w 135"/>
                  <a:gd name="T41" fmla="*/ 158 h 170"/>
                  <a:gd name="T42" fmla="*/ 135 w 135"/>
                  <a:gd name="T43" fmla="*/ 156 h 170"/>
                  <a:gd name="T44" fmla="*/ 118 w 135"/>
                  <a:gd name="T45" fmla="*/ 129 h 1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35" h="170">
                    <a:moveTo>
                      <a:pt x="118" y="129"/>
                    </a:moveTo>
                    <a:cubicBezTo>
                      <a:pt x="118" y="127"/>
                      <a:pt x="118" y="127"/>
                      <a:pt x="118" y="127"/>
                    </a:cubicBezTo>
                    <a:cubicBezTo>
                      <a:pt x="116" y="129"/>
                      <a:pt x="116" y="129"/>
                      <a:pt x="116" y="129"/>
                    </a:cubicBezTo>
                    <a:cubicBezTo>
                      <a:pt x="115" y="129"/>
                      <a:pt x="115" y="129"/>
                      <a:pt x="115" y="129"/>
                    </a:cubicBezTo>
                    <a:cubicBezTo>
                      <a:pt x="112" y="131"/>
                      <a:pt x="109" y="133"/>
                      <a:pt x="106" y="134"/>
                    </a:cubicBezTo>
                    <a:cubicBezTo>
                      <a:pt x="101" y="137"/>
                      <a:pt x="94" y="138"/>
                      <a:pt x="87" y="138"/>
                    </a:cubicBezTo>
                    <a:cubicBezTo>
                      <a:pt x="72" y="138"/>
                      <a:pt x="60" y="133"/>
                      <a:pt x="50" y="123"/>
                    </a:cubicBezTo>
                    <a:cubicBezTo>
                      <a:pt x="39" y="112"/>
                      <a:pt x="34" y="100"/>
                      <a:pt x="34" y="85"/>
                    </a:cubicBezTo>
                    <a:cubicBezTo>
                      <a:pt x="34" y="70"/>
                      <a:pt x="39" y="58"/>
                      <a:pt x="50" y="47"/>
                    </a:cubicBezTo>
                    <a:cubicBezTo>
                      <a:pt x="60" y="37"/>
                      <a:pt x="72" y="32"/>
                      <a:pt x="87" y="32"/>
                    </a:cubicBezTo>
                    <a:cubicBezTo>
                      <a:pt x="96" y="32"/>
                      <a:pt x="106" y="35"/>
                      <a:pt x="116" y="41"/>
                    </a:cubicBezTo>
                    <a:cubicBezTo>
                      <a:pt x="117" y="42"/>
                      <a:pt x="117" y="42"/>
                      <a:pt x="117" y="42"/>
                    </a:cubicBezTo>
                    <a:cubicBezTo>
                      <a:pt x="134" y="15"/>
                      <a:pt x="134" y="15"/>
                      <a:pt x="134" y="15"/>
                    </a:cubicBezTo>
                    <a:cubicBezTo>
                      <a:pt x="135" y="13"/>
                      <a:pt x="135" y="13"/>
                      <a:pt x="135" y="13"/>
                    </a:cubicBezTo>
                    <a:cubicBezTo>
                      <a:pt x="132" y="12"/>
                      <a:pt x="132" y="12"/>
                      <a:pt x="132" y="12"/>
                    </a:cubicBezTo>
                    <a:cubicBezTo>
                      <a:pt x="118" y="4"/>
                      <a:pt x="103" y="0"/>
                      <a:pt x="88" y="0"/>
                    </a:cubicBezTo>
                    <a:cubicBezTo>
                      <a:pt x="61" y="0"/>
                      <a:pt x="38" y="10"/>
                      <a:pt x="21" y="30"/>
                    </a:cubicBezTo>
                    <a:cubicBezTo>
                      <a:pt x="7" y="46"/>
                      <a:pt x="0" y="65"/>
                      <a:pt x="0" y="86"/>
                    </a:cubicBezTo>
                    <a:cubicBezTo>
                      <a:pt x="0" y="109"/>
                      <a:pt x="9" y="129"/>
                      <a:pt x="25" y="145"/>
                    </a:cubicBezTo>
                    <a:cubicBezTo>
                      <a:pt x="42" y="161"/>
                      <a:pt x="63" y="170"/>
                      <a:pt x="86" y="170"/>
                    </a:cubicBezTo>
                    <a:cubicBezTo>
                      <a:pt x="102" y="170"/>
                      <a:pt x="117" y="166"/>
                      <a:pt x="132" y="158"/>
                    </a:cubicBezTo>
                    <a:cubicBezTo>
                      <a:pt x="135" y="156"/>
                      <a:pt x="135" y="156"/>
                      <a:pt x="135" y="156"/>
                    </a:cubicBezTo>
                    <a:lnTo>
                      <a:pt x="118" y="12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</p:grpSp>
      <p:graphicFrame>
        <p:nvGraphicFramePr>
          <p:cNvPr id="19" name="표 2">
            <a:extLst>
              <a:ext uri="{FF2B5EF4-FFF2-40B4-BE49-F238E27FC236}">
                <a16:creationId xmlns:a16="http://schemas.microsoft.com/office/drawing/2014/main" id="{F97B612E-35DE-560C-37CA-503D4EBDF32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98004078"/>
              </p:ext>
            </p:extLst>
          </p:nvPr>
        </p:nvGraphicFramePr>
        <p:xfrm>
          <a:off x="417515" y="1563113"/>
          <a:ext cx="9072880" cy="488429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3644">
                  <a:extLst>
                    <a:ext uri="{9D8B030D-6E8A-4147-A177-3AD203B41FA5}">
                      <a16:colId xmlns:a16="http://schemas.microsoft.com/office/drawing/2014/main" val="3973807300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4200072876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2401747750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1192982872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1486225247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2032514863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2190697177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103039018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713891701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405964802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4198886670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466906517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958314837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868525859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1682346307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1151942863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1787990906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2265398982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3022057505"/>
                    </a:ext>
                  </a:extLst>
                </a:gridCol>
                <a:gridCol w="453644">
                  <a:extLst>
                    <a:ext uri="{9D8B030D-6E8A-4147-A177-3AD203B41FA5}">
                      <a16:colId xmlns:a16="http://schemas.microsoft.com/office/drawing/2014/main" val="3398815053"/>
                    </a:ext>
                  </a:extLst>
                </a:gridCol>
              </a:tblGrid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433756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857652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467125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5975704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863577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800532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3349172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11529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108744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6410953"/>
                  </a:ext>
                </a:extLst>
              </a:tr>
              <a:tr h="444027"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700" dirty="0">
                        <a:latin typeface="+mj-ea"/>
                        <a:ea typeface="+mj-ea"/>
                      </a:endParaRPr>
                    </a:p>
                  </a:txBody>
                  <a:tcPr marL="84166" marR="84166" marT="42083" marB="42083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583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215003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orient="horz" pos="4088">
          <p15:clr>
            <a:srgbClr val="FBAE40"/>
          </p15:clr>
        </p15:guide>
        <p15:guide id="3" pos="240">
          <p15:clr>
            <a:srgbClr val="FBAE40"/>
          </p15:clr>
        </p15:guide>
        <p15:guide id="4" pos="600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4090907" y="3432561"/>
            <a:ext cx="1722138" cy="246221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/>
            </a:defPPr>
            <a:lvl1pPr indent="0" algn="ctr" defTabSz="914400">
              <a:spcBef>
                <a:spcPts val="0"/>
              </a:spcBef>
              <a:buFont typeface="Arial" pitchFamily="34" charset="0"/>
              <a:buNone/>
              <a:defRPr sz="1200" b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1pPr>
            <a:lvl2pPr marL="742950" indent="-285750" defTabSz="91440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 defTabSz="9144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 defTabSz="9144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 defTabSz="9144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 defTabSz="9144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 algn="ctr"/>
            <a:r>
              <a:rPr lang="en-US" altLang="ko-KR" sz="1600" b="1" dirty="0" smtClean="0">
                <a:solidFill>
                  <a:schemeClr val="tx2">
                    <a:lumMod val="20000"/>
                    <a:lumOff val="8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Create your value</a:t>
            </a:r>
            <a:endParaRPr lang="ko-KR" altLang="en-US" sz="1600" b="1" dirty="0">
              <a:solidFill>
                <a:schemeClr val="tx2">
                  <a:lumMod val="20000"/>
                  <a:lumOff val="8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3" name="그룹 12"/>
          <p:cNvGrpSpPr/>
          <p:nvPr userDrawn="1"/>
        </p:nvGrpSpPr>
        <p:grpSpPr>
          <a:xfrm>
            <a:off x="4151537" y="3103569"/>
            <a:ext cx="1600879" cy="263476"/>
            <a:chOff x="7132078" y="2394682"/>
            <a:chExt cx="2286000" cy="376237"/>
          </a:xfrm>
          <a:solidFill>
            <a:schemeClr val="bg1"/>
          </a:solidFill>
        </p:grpSpPr>
        <p:sp>
          <p:nvSpPr>
            <p:cNvPr id="14" name="Freeform 5"/>
            <p:cNvSpPr>
              <a:spLocks/>
            </p:cNvSpPr>
            <p:nvPr userDrawn="1"/>
          </p:nvSpPr>
          <p:spPr bwMode="auto">
            <a:xfrm>
              <a:off x="9046603" y="2394682"/>
              <a:ext cx="371475" cy="376237"/>
            </a:xfrm>
            <a:custGeom>
              <a:avLst/>
              <a:gdLst>
                <a:gd name="T0" fmla="*/ 117 w 234"/>
                <a:gd name="T1" fmla="*/ 154 h 237"/>
                <a:gd name="T2" fmla="*/ 54 w 234"/>
                <a:gd name="T3" fmla="*/ 0 h 237"/>
                <a:gd name="T4" fmla="*/ 0 w 234"/>
                <a:gd name="T5" fmla="*/ 0 h 237"/>
                <a:gd name="T6" fmla="*/ 0 w 234"/>
                <a:gd name="T7" fmla="*/ 237 h 237"/>
                <a:gd name="T8" fmla="*/ 44 w 234"/>
                <a:gd name="T9" fmla="*/ 237 h 237"/>
                <a:gd name="T10" fmla="*/ 44 w 234"/>
                <a:gd name="T11" fmla="*/ 96 h 237"/>
                <a:gd name="T12" fmla="*/ 102 w 234"/>
                <a:gd name="T13" fmla="*/ 237 h 237"/>
                <a:gd name="T14" fmla="*/ 131 w 234"/>
                <a:gd name="T15" fmla="*/ 237 h 237"/>
                <a:gd name="T16" fmla="*/ 189 w 234"/>
                <a:gd name="T17" fmla="*/ 96 h 237"/>
                <a:gd name="T18" fmla="*/ 189 w 234"/>
                <a:gd name="T19" fmla="*/ 237 h 237"/>
                <a:gd name="T20" fmla="*/ 234 w 234"/>
                <a:gd name="T21" fmla="*/ 237 h 237"/>
                <a:gd name="T22" fmla="*/ 234 w 234"/>
                <a:gd name="T23" fmla="*/ 0 h 237"/>
                <a:gd name="T24" fmla="*/ 181 w 234"/>
                <a:gd name="T25" fmla="*/ 0 h 237"/>
                <a:gd name="T26" fmla="*/ 117 w 234"/>
                <a:gd name="T27" fmla="*/ 154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34" h="237">
                  <a:moveTo>
                    <a:pt x="117" y="154"/>
                  </a:moveTo>
                  <a:lnTo>
                    <a:pt x="54" y="0"/>
                  </a:lnTo>
                  <a:lnTo>
                    <a:pt x="0" y="0"/>
                  </a:lnTo>
                  <a:lnTo>
                    <a:pt x="0" y="237"/>
                  </a:lnTo>
                  <a:lnTo>
                    <a:pt x="44" y="237"/>
                  </a:lnTo>
                  <a:lnTo>
                    <a:pt x="44" y="96"/>
                  </a:lnTo>
                  <a:lnTo>
                    <a:pt x="102" y="237"/>
                  </a:lnTo>
                  <a:lnTo>
                    <a:pt x="131" y="237"/>
                  </a:lnTo>
                  <a:lnTo>
                    <a:pt x="189" y="96"/>
                  </a:lnTo>
                  <a:lnTo>
                    <a:pt x="189" y="237"/>
                  </a:lnTo>
                  <a:lnTo>
                    <a:pt x="234" y="237"/>
                  </a:lnTo>
                  <a:lnTo>
                    <a:pt x="234" y="0"/>
                  </a:lnTo>
                  <a:lnTo>
                    <a:pt x="181" y="0"/>
                  </a:lnTo>
                  <a:lnTo>
                    <a:pt x="117" y="15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" name="Freeform 6"/>
            <p:cNvSpPr>
              <a:spLocks/>
            </p:cNvSpPr>
            <p:nvPr userDrawn="1"/>
          </p:nvSpPr>
          <p:spPr bwMode="auto">
            <a:xfrm>
              <a:off x="7132078" y="2394682"/>
              <a:ext cx="371475" cy="376237"/>
            </a:xfrm>
            <a:custGeom>
              <a:avLst/>
              <a:gdLst>
                <a:gd name="T0" fmla="*/ 117 w 234"/>
                <a:gd name="T1" fmla="*/ 154 h 237"/>
                <a:gd name="T2" fmla="*/ 54 w 234"/>
                <a:gd name="T3" fmla="*/ 0 h 237"/>
                <a:gd name="T4" fmla="*/ 0 w 234"/>
                <a:gd name="T5" fmla="*/ 0 h 237"/>
                <a:gd name="T6" fmla="*/ 0 w 234"/>
                <a:gd name="T7" fmla="*/ 237 h 237"/>
                <a:gd name="T8" fmla="*/ 45 w 234"/>
                <a:gd name="T9" fmla="*/ 237 h 237"/>
                <a:gd name="T10" fmla="*/ 45 w 234"/>
                <a:gd name="T11" fmla="*/ 96 h 237"/>
                <a:gd name="T12" fmla="*/ 103 w 234"/>
                <a:gd name="T13" fmla="*/ 237 h 237"/>
                <a:gd name="T14" fmla="*/ 132 w 234"/>
                <a:gd name="T15" fmla="*/ 237 h 237"/>
                <a:gd name="T16" fmla="*/ 189 w 234"/>
                <a:gd name="T17" fmla="*/ 96 h 237"/>
                <a:gd name="T18" fmla="*/ 189 w 234"/>
                <a:gd name="T19" fmla="*/ 237 h 237"/>
                <a:gd name="T20" fmla="*/ 234 w 234"/>
                <a:gd name="T21" fmla="*/ 237 h 237"/>
                <a:gd name="T22" fmla="*/ 234 w 234"/>
                <a:gd name="T23" fmla="*/ 0 h 237"/>
                <a:gd name="T24" fmla="*/ 182 w 234"/>
                <a:gd name="T25" fmla="*/ 0 h 237"/>
                <a:gd name="T26" fmla="*/ 117 w 234"/>
                <a:gd name="T27" fmla="*/ 154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34" h="237">
                  <a:moveTo>
                    <a:pt x="117" y="154"/>
                  </a:moveTo>
                  <a:lnTo>
                    <a:pt x="54" y="0"/>
                  </a:lnTo>
                  <a:lnTo>
                    <a:pt x="0" y="0"/>
                  </a:lnTo>
                  <a:lnTo>
                    <a:pt x="0" y="237"/>
                  </a:lnTo>
                  <a:lnTo>
                    <a:pt x="45" y="237"/>
                  </a:lnTo>
                  <a:lnTo>
                    <a:pt x="45" y="96"/>
                  </a:lnTo>
                  <a:lnTo>
                    <a:pt x="103" y="237"/>
                  </a:lnTo>
                  <a:lnTo>
                    <a:pt x="132" y="237"/>
                  </a:lnTo>
                  <a:lnTo>
                    <a:pt x="189" y="96"/>
                  </a:lnTo>
                  <a:lnTo>
                    <a:pt x="189" y="237"/>
                  </a:lnTo>
                  <a:lnTo>
                    <a:pt x="234" y="237"/>
                  </a:lnTo>
                  <a:lnTo>
                    <a:pt x="234" y="0"/>
                  </a:lnTo>
                  <a:lnTo>
                    <a:pt x="182" y="0"/>
                  </a:lnTo>
                  <a:lnTo>
                    <a:pt x="117" y="15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" name="Rectangle 7"/>
            <p:cNvSpPr>
              <a:spLocks noChangeArrowheads="1"/>
            </p:cNvSpPr>
            <p:nvPr userDrawn="1"/>
          </p:nvSpPr>
          <p:spPr bwMode="auto">
            <a:xfrm>
              <a:off x="7571815" y="2394682"/>
              <a:ext cx="73025" cy="37623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" name="Freeform 8"/>
            <p:cNvSpPr>
              <a:spLocks noEditPoints="1"/>
            </p:cNvSpPr>
            <p:nvPr userDrawn="1"/>
          </p:nvSpPr>
          <p:spPr bwMode="auto">
            <a:xfrm>
              <a:off x="8629090" y="2394682"/>
              <a:ext cx="369887" cy="376237"/>
            </a:xfrm>
            <a:custGeom>
              <a:avLst/>
              <a:gdLst>
                <a:gd name="T0" fmla="*/ 163 w 169"/>
                <a:gd name="T1" fmla="*/ 51 h 170"/>
                <a:gd name="T2" fmla="*/ 145 w 169"/>
                <a:gd name="T3" fmla="*/ 24 h 170"/>
                <a:gd name="T4" fmla="*/ 119 w 169"/>
                <a:gd name="T5" fmla="*/ 6 h 170"/>
                <a:gd name="T6" fmla="*/ 85 w 169"/>
                <a:gd name="T7" fmla="*/ 0 h 170"/>
                <a:gd name="T8" fmla="*/ 51 w 169"/>
                <a:gd name="T9" fmla="*/ 6 h 170"/>
                <a:gd name="T10" fmla="*/ 24 w 169"/>
                <a:gd name="T11" fmla="*/ 24 h 170"/>
                <a:gd name="T12" fmla="*/ 6 w 169"/>
                <a:gd name="T13" fmla="*/ 51 h 170"/>
                <a:gd name="T14" fmla="*/ 0 w 169"/>
                <a:gd name="T15" fmla="*/ 85 h 170"/>
                <a:gd name="T16" fmla="*/ 6 w 169"/>
                <a:gd name="T17" fmla="*/ 118 h 170"/>
                <a:gd name="T18" fmla="*/ 24 w 169"/>
                <a:gd name="T19" fmla="*/ 146 h 170"/>
                <a:gd name="T20" fmla="*/ 51 w 169"/>
                <a:gd name="T21" fmla="*/ 163 h 170"/>
                <a:gd name="T22" fmla="*/ 85 w 169"/>
                <a:gd name="T23" fmla="*/ 170 h 170"/>
                <a:gd name="T24" fmla="*/ 119 w 169"/>
                <a:gd name="T25" fmla="*/ 163 h 170"/>
                <a:gd name="T26" fmla="*/ 145 w 169"/>
                <a:gd name="T27" fmla="*/ 146 h 170"/>
                <a:gd name="T28" fmla="*/ 163 w 169"/>
                <a:gd name="T29" fmla="*/ 118 h 170"/>
                <a:gd name="T30" fmla="*/ 169 w 169"/>
                <a:gd name="T31" fmla="*/ 85 h 170"/>
                <a:gd name="T32" fmla="*/ 163 w 169"/>
                <a:gd name="T33" fmla="*/ 51 h 170"/>
                <a:gd name="T34" fmla="*/ 132 w 169"/>
                <a:gd name="T35" fmla="*/ 106 h 170"/>
                <a:gd name="T36" fmla="*/ 121 w 169"/>
                <a:gd name="T37" fmla="*/ 123 h 170"/>
                <a:gd name="T38" fmla="*/ 105 w 169"/>
                <a:gd name="T39" fmla="*/ 134 h 170"/>
                <a:gd name="T40" fmla="*/ 64 w 169"/>
                <a:gd name="T41" fmla="*/ 134 h 170"/>
                <a:gd name="T42" fmla="*/ 48 w 169"/>
                <a:gd name="T43" fmla="*/ 123 h 170"/>
                <a:gd name="T44" fmla="*/ 38 w 169"/>
                <a:gd name="T45" fmla="*/ 106 h 170"/>
                <a:gd name="T46" fmla="*/ 34 w 169"/>
                <a:gd name="T47" fmla="*/ 85 h 170"/>
                <a:gd name="T48" fmla="*/ 38 w 169"/>
                <a:gd name="T49" fmla="*/ 64 h 170"/>
                <a:gd name="T50" fmla="*/ 48 w 169"/>
                <a:gd name="T51" fmla="*/ 46 h 170"/>
                <a:gd name="T52" fmla="*/ 64 w 169"/>
                <a:gd name="T53" fmla="*/ 35 h 170"/>
                <a:gd name="T54" fmla="*/ 85 w 169"/>
                <a:gd name="T55" fmla="*/ 31 h 170"/>
                <a:gd name="T56" fmla="*/ 105 w 169"/>
                <a:gd name="T57" fmla="*/ 35 h 170"/>
                <a:gd name="T58" fmla="*/ 121 w 169"/>
                <a:gd name="T59" fmla="*/ 46 h 170"/>
                <a:gd name="T60" fmla="*/ 132 w 169"/>
                <a:gd name="T61" fmla="*/ 64 h 170"/>
                <a:gd name="T62" fmla="*/ 136 w 169"/>
                <a:gd name="T63" fmla="*/ 85 h 170"/>
                <a:gd name="T64" fmla="*/ 132 w 169"/>
                <a:gd name="T65" fmla="*/ 106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69" h="170">
                  <a:moveTo>
                    <a:pt x="163" y="51"/>
                  </a:moveTo>
                  <a:cubicBezTo>
                    <a:pt x="159" y="41"/>
                    <a:pt x="153" y="31"/>
                    <a:pt x="145" y="24"/>
                  </a:cubicBezTo>
                  <a:cubicBezTo>
                    <a:pt x="138" y="16"/>
                    <a:pt x="129" y="10"/>
                    <a:pt x="119" y="6"/>
                  </a:cubicBezTo>
                  <a:cubicBezTo>
                    <a:pt x="108" y="2"/>
                    <a:pt x="97" y="0"/>
                    <a:pt x="85" y="0"/>
                  </a:cubicBezTo>
                  <a:cubicBezTo>
                    <a:pt x="73" y="0"/>
                    <a:pt x="61" y="2"/>
                    <a:pt x="51" y="6"/>
                  </a:cubicBezTo>
                  <a:cubicBezTo>
                    <a:pt x="41" y="10"/>
                    <a:pt x="32" y="16"/>
                    <a:pt x="24" y="24"/>
                  </a:cubicBezTo>
                  <a:cubicBezTo>
                    <a:pt x="17" y="31"/>
                    <a:pt x="11" y="41"/>
                    <a:pt x="6" y="51"/>
                  </a:cubicBezTo>
                  <a:cubicBezTo>
                    <a:pt x="2" y="61"/>
                    <a:pt x="0" y="73"/>
                    <a:pt x="0" y="85"/>
                  </a:cubicBezTo>
                  <a:cubicBezTo>
                    <a:pt x="0" y="97"/>
                    <a:pt x="2" y="108"/>
                    <a:pt x="6" y="118"/>
                  </a:cubicBezTo>
                  <a:cubicBezTo>
                    <a:pt x="11" y="129"/>
                    <a:pt x="17" y="138"/>
                    <a:pt x="24" y="146"/>
                  </a:cubicBezTo>
                  <a:cubicBezTo>
                    <a:pt x="32" y="153"/>
                    <a:pt x="41" y="159"/>
                    <a:pt x="51" y="163"/>
                  </a:cubicBezTo>
                  <a:cubicBezTo>
                    <a:pt x="61" y="168"/>
                    <a:pt x="73" y="170"/>
                    <a:pt x="85" y="170"/>
                  </a:cubicBezTo>
                  <a:cubicBezTo>
                    <a:pt x="97" y="170"/>
                    <a:pt x="108" y="168"/>
                    <a:pt x="119" y="163"/>
                  </a:cubicBezTo>
                  <a:cubicBezTo>
                    <a:pt x="129" y="159"/>
                    <a:pt x="138" y="153"/>
                    <a:pt x="145" y="146"/>
                  </a:cubicBezTo>
                  <a:cubicBezTo>
                    <a:pt x="153" y="138"/>
                    <a:pt x="159" y="129"/>
                    <a:pt x="163" y="118"/>
                  </a:cubicBezTo>
                  <a:cubicBezTo>
                    <a:pt x="167" y="108"/>
                    <a:pt x="169" y="97"/>
                    <a:pt x="169" y="85"/>
                  </a:cubicBezTo>
                  <a:cubicBezTo>
                    <a:pt x="169" y="73"/>
                    <a:pt x="167" y="61"/>
                    <a:pt x="163" y="51"/>
                  </a:cubicBezTo>
                  <a:close/>
                  <a:moveTo>
                    <a:pt x="132" y="106"/>
                  </a:moveTo>
                  <a:cubicBezTo>
                    <a:pt x="129" y="112"/>
                    <a:pt x="126" y="118"/>
                    <a:pt x="121" y="123"/>
                  </a:cubicBezTo>
                  <a:cubicBezTo>
                    <a:pt x="117" y="128"/>
                    <a:pt x="112" y="132"/>
                    <a:pt x="105" y="134"/>
                  </a:cubicBezTo>
                  <a:cubicBezTo>
                    <a:pt x="93" y="140"/>
                    <a:pt x="76" y="140"/>
                    <a:pt x="64" y="134"/>
                  </a:cubicBezTo>
                  <a:cubicBezTo>
                    <a:pt x="58" y="132"/>
                    <a:pt x="52" y="128"/>
                    <a:pt x="48" y="123"/>
                  </a:cubicBezTo>
                  <a:cubicBezTo>
                    <a:pt x="44" y="118"/>
                    <a:pt x="40" y="112"/>
                    <a:pt x="38" y="106"/>
                  </a:cubicBezTo>
                  <a:cubicBezTo>
                    <a:pt x="35" y="99"/>
                    <a:pt x="34" y="92"/>
                    <a:pt x="34" y="85"/>
                  </a:cubicBezTo>
                  <a:cubicBezTo>
                    <a:pt x="34" y="77"/>
                    <a:pt x="35" y="70"/>
                    <a:pt x="38" y="64"/>
                  </a:cubicBezTo>
                  <a:cubicBezTo>
                    <a:pt x="40" y="57"/>
                    <a:pt x="44" y="51"/>
                    <a:pt x="48" y="46"/>
                  </a:cubicBezTo>
                  <a:cubicBezTo>
                    <a:pt x="52" y="42"/>
                    <a:pt x="58" y="38"/>
                    <a:pt x="64" y="35"/>
                  </a:cubicBezTo>
                  <a:cubicBezTo>
                    <a:pt x="70" y="32"/>
                    <a:pt x="77" y="31"/>
                    <a:pt x="85" y="31"/>
                  </a:cubicBezTo>
                  <a:cubicBezTo>
                    <a:pt x="92" y="31"/>
                    <a:pt x="99" y="32"/>
                    <a:pt x="105" y="35"/>
                  </a:cubicBezTo>
                  <a:cubicBezTo>
                    <a:pt x="112" y="38"/>
                    <a:pt x="117" y="42"/>
                    <a:pt x="121" y="46"/>
                  </a:cubicBezTo>
                  <a:cubicBezTo>
                    <a:pt x="126" y="51"/>
                    <a:pt x="129" y="57"/>
                    <a:pt x="132" y="64"/>
                  </a:cubicBezTo>
                  <a:cubicBezTo>
                    <a:pt x="134" y="70"/>
                    <a:pt x="136" y="77"/>
                    <a:pt x="136" y="85"/>
                  </a:cubicBezTo>
                  <a:cubicBezTo>
                    <a:pt x="136" y="92"/>
                    <a:pt x="134" y="99"/>
                    <a:pt x="13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" name="Freeform 9"/>
            <p:cNvSpPr>
              <a:spLocks noEditPoints="1"/>
            </p:cNvSpPr>
            <p:nvPr userDrawn="1"/>
          </p:nvSpPr>
          <p:spPr bwMode="auto">
            <a:xfrm>
              <a:off x="7711515" y="2394682"/>
              <a:ext cx="282575" cy="376237"/>
            </a:xfrm>
            <a:custGeom>
              <a:avLst/>
              <a:gdLst>
                <a:gd name="T0" fmla="*/ 82 w 129"/>
                <a:gd name="T1" fmla="*/ 96 h 170"/>
                <a:gd name="T2" fmla="*/ 104 w 129"/>
                <a:gd name="T3" fmla="*/ 83 h 170"/>
                <a:gd name="T4" fmla="*/ 117 w 129"/>
                <a:gd name="T5" fmla="*/ 50 h 170"/>
                <a:gd name="T6" fmla="*/ 110 w 129"/>
                <a:gd name="T7" fmla="*/ 23 h 170"/>
                <a:gd name="T8" fmla="*/ 93 w 129"/>
                <a:gd name="T9" fmla="*/ 8 h 170"/>
                <a:gd name="T10" fmla="*/ 70 w 129"/>
                <a:gd name="T11" fmla="*/ 1 h 170"/>
                <a:gd name="T12" fmla="*/ 47 w 129"/>
                <a:gd name="T13" fmla="*/ 0 h 170"/>
                <a:gd name="T14" fmla="*/ 0 w 129"/>
                <a:gd name="T15" fmla="*/ 0 h 170"/>
                <a:gd name="T16" fmla="*/ 0 w 129"/>
                <a:gd name="T17" fmla="*/ 170 h 170"/>
                <a:gd name="T18" fmla="*/ 34 w 129"/>
                <a:gd name="T19" fmla="*/ 170 h 170"/>
                <a:gd name="T20" fmla="*/ 34 w 129"/>
                <a:gd name="T21" fmla="*/ 101 h 170"/>
                <a:gd name="T22" fmla="*/ 45 w 129"/>
                <a:gd name="T23" fmla="*/ 101 h 170"/>
                <a:gd name="T24" fmla="*/ 87 w 129"/>
                <a:gd name="T25" fmla="*/ 170 h 170"/>
                <a:gd name="T26" fmla="*/ 116 w 129"/>
                <a:gd name="T27" fmla="*/ 170 h 170"/>
                <a:gd name="T28" fmla="*/ 129 w 129"/>
                <a:gd name="T29" fmla="*/ 170 h 170"/>
                <a:gd name="T30" fmla="*/ 129 w 129"/>
                <a:gd name="T31" fmla="*/ 170 h 170"/>
                <a:gd name="T32" fmla="*/ 82 w 129"/>
                <a:gd name="T33" fmla="*/ 96 h 170"/>
                <a:gd name="T34" fmla="*/ 79 w 129"/>
                <a:gd name="T35" fmla="*/ 60 h 170"/>
                <a:gd name="T36" fmla="*/ 71 w 129"/>
                <a:gd name="T37" fmla="*/ 65 h 170"/>
                <a:gd name="T38" fmla="*/ 58 w 129"/>
                <a:gd name="T39" fmla="*/ 68 h 170"/>
                <a:gd name="T40" fmla="*/ 42 w 129"/>
                <a:gd name="T41" fmla="*/ 68 h 170"/>
                <a:gd name="T42" fmla="*/ 34 w 129"/>
                <a:gd name="T43" fmla="*/ 68 h 170"/>
                <a:gd name="T44" fmla="*/ 34 w 129"/>
                <a:gd name="T45" fmla="*/ 32 h 170"/>
                <a:gd name="T46" fmla="*/ 52 w 129"/>
                <a:gd name="T47" fmla="*/ 32 h 170"/>
                <a:gd name="T48" fmla="*/ 64 w 129"/>
                <a:gd name="T49" fmla="*/ 33 h 170"/>
                <a:gd name="T50" fmla="*/ 74 w 129"/>
                <a:gd name="T51" fmla="*/ 36 h 170"/>
                <a:gd name="T52" fmla="*/ 79 w 129"/>
                <a:gd name="T53" fmla="*/ 41 h 170"/>
                <a:gd name="T54" fmla="*/ 81 w 129"/>
                <a:gd name="T55" fmla="*/ 50 h 170"/>
                <a:gd name="T56" fmla="*/ 79 w 129"/>
                <a:gd name="T57" fmla="*/ 60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29" h="170">
                  <a:moveTo>
                    <a:pt x="82" y="96"/>
                  </a:moveTo>
                  <a:cubicBezTo>
                    <a:pt x="91" y="94"/>
                    <a:pt x="98" y="89"/>
                    <a:pt x="104" y="83"/>
                  </a:cubicBezTo>
                  <a:cubicBezTo>
                    <a:pt x="112" y="75"/>
                    <a:pt x="117" y="63"/>
                    <a:pt x="117" y="50"/>
                  </a:cubicBezTo>
                  <a:cubicBezTo>
                    <a:pt x="117" y="39"/>
                    <a:pt x="114" y="30"/>
                    <a:pt x="110" y="23"/>
                  </a:cubicBezTo>
                  <a:cubicBezTo>
                    <a:pt x="106" y="16"/>
                    <a:pt x="100" y="11"/>
                    <a:pt x="93" y="8"/>
                  </a:cubicBezTo>
                  <a:cubicBezTo>
                    <a:pt x="86" y="4"/>
                    <a:pt x="78" y="2"/>
                    <a:pt x="70" y="1"/>
                  </a:cubicBezTo>
                  <a:cubicBezTo>
                    <a:pt x="63" y="0"/>
                    <a:pt x="55" y="0"/>
                    <a:pt x="4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70"/>
                    <a:pt x="0" y="170"/>
                    <a:pt x="0" y="170"/>
                  </a:cubicBezTo>
                  <a:cubicBezTo>
                    <a:pt x="34" y="170"/>
                    <a:pt x="34" y="170"/>
                    <a:pt x="34" y="170"/>
                  </a:cubicBezTo>
                  <a:cubicBezTo>
                    <a:pt x="34" y="101"/>
                    <a:pt x="34" y="101"/>
                    <a:pt x="34" y="101"/>
                  </a:cubicBezTo>
                  <a:cubicBezTo>
                    <a:pt x="45" y="101"/>
                    <a:pt x="45" y="101"/>
                    <a:pt x="45" y="101"/>
                  </a:cubicBezTo>
                  <a:cubicBezTo>
                    <a:pt x="87" y="170"/>
                    <a:pt x="87" y="170"/>
                    <a:pt x="87" y="170"/>
                  </a:cubicBezTo>
                  <a:cubicBezTo>
                    <a:pt x="116" y="170"/>
                    <a:pt x="116" y="170"/>
                    <a:pt x="116" y="170"/>
                  </a:cubicBezTo>
                  <a:cubicBezTo>
                    <a:pt x="129" y="170"/>
                    <a:pt x="129" y="170"/>
                    <a:pt x="129" y="170"/>
                  </a:cubicBezTo>
                  <a:cubicBezTo>
                    <a:pt x="129" y="170"/>
                    <a:pt x="129" y="170"/>
                    <a:pt x="129" y="170"/>
                  </a:cubicBezTo>
                  <a:lnTo>
                    <a:pt x="82" y="96"/>
                  </a:lnTo>
                  <a:close/>
                  <a:moveTo>
                    <a:pt x="79" y="60"/>
                  </a:moveTo>
                  <a:cubicBezTo>
                    <a:pt x="77" y="62"/>
                    <a:pt x="74" y="64"/>
                    <a:pt x="71" y="65"/>
                  </a:cubicBezTo>
                  <a:cubicBezTo>
                    <a:pt x="67" y="67"/>
                    <a:pt x="62" y="67"/>
                    <a:pt x="58" y="68"/>
                  </a:cubicBezTo>
                  <a:cubicBezTo>
                    <a:pt x="52" y="68"/>
                    <a:pt x="47" y="68"/>
                    <a:pt x="42" y="68"/>
                  </a:cubicBezTo>
                  <a:cubicBezTo>
                    <a:pt x="34" y="68"/>
                    <a:pt x="34" y="68"/>
                    <a:pt x="34" y="68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52" y="32"/>
                    <a:pt x="52" y="32"/>
                    <a:pt x="52" y="32"/>
                  </a:cubicBezTo>
                  <a:cubicBezTo>
                    <a:pt x="56" y="32"/>
                    <a:pt x="60" y="33"/>
                    <a:pt x="64" y="33"/>
                  </a:cubicBezTo>
                  <a:cubicBezTo>
                    <a:pt x="68" y="34"/>
                    <a:pt x="71" y="35"/>
                    <a:pt x="74" y="36"/>
                  </a:cubicBezTo>
                  <a:cubicBezTo>
                    <a:pt x="76" y="37"/>
                    <a:pt x="78" y="39"/>
                    <a:pt x="79" y="41"/>
                  </a:cubicBezTo>
                  <a:cubicBezTo>
                    <a:pt x="81" y="43"/>
                    <a:pt x="81" y="46"/>
                    <a:pt x="81" y="50"/>
                  </a:cubicBezTo>
                  <a:cubicBezTo>
                    <a:pt x="81" y="55"/>
                    <a:pt x="81" y="58"/>
                    <a:pt x="79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9" name="Freeform 10"/>
            <p:cNvSpPr>
              <a:spLocks noEditPoints="1"/>
            </p:cNvSpPr>
            <p:nvPr userDrawn="1"/>
          </p:nvSpPr>
          <p:spPr bwMode="auto">
            <a:xfrm>
              <a:off x="8003615" y="2394682"/>
              <a:ext cx="347662" cy="376237"/>
            </a:xfrm>
            <a:custGeom>
              <a:avLst/>
              <a:gdLst>
                <a:gd name="T0" fmla="*/ 119 w 219"/>
                <a:gd name="T1" fmla="*/ 0 h 237"/>
                <a:gd name="T2" fmla="*/ 81 w 219"/>
                <a:gd name="T3" fmla="*/ 0 h 237"/>
                <a:gd name="T4" fmla="*/ 0 w 219"/>
                <a:gd name="T5" fmla="*/ 188 h 237"/>
                <a:gd name="T6" fmla="*/ 30 w 219"/>
                <a:gd name="T7" fmla="*/ 237 h 237"/>
                <a:gd name="T8" fmla="*/ 52 w 219"/>
                <a:gd name="T9" fmla="*/ 184 h 237"/>
                <a:gd name="T10" fmla="*/ 144 w 219"/>
                <a:gd name="T11" fmla="*/ 184 h 237"/>
                <a:gd name="T12" fmla="*/ 166 w 219"/>
                <a:gd name="T13" fmla="*/ 237 h 237"/>
                <a:gd name="T14" fmla="*/ 219 w 219"/>
                <a:gd name="T15" fmla="*/ 237 h 237"/>
                <a:gd name="T16" fmla="*/ 119 w 219"/>
                <a:gd name="T17" fmla="*/ 0 h 237"/>
                <a:gd name="T18" fmla="*/ 70 w 219"/>
                <a:gd name="T19" fmla="*/ 141 h 237"/>
                <a:gd name="T20" fmla="*/ 99 w 219"/>
                <a:gd name="T21" fmla="*/ 71 h 237"/>
                <a:gd name="T22" fmla="*/ 128 w 219"/>
                <a:gd name="T23" fmla="*/ 141 h 237"/>
                <a:gd name="T24" fmla="*/ 70 w 219"/>
                <a:gd name="T25" fmla="*/ 141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9" h="237">
                  <a:moveTo>
                    <a:pt x="119" y="0"/>
                  </a:moveTo>
                  <a:lnTo>
                    <a:pt x="81" y="0"/>
                  </a:lnTo>
                  <a:lnTo>
                    <a:pt x="0" y="188"/>
                  </a:lnTo>
                  <a:lnTo>
                    <a:pt x="30" y="237"/>
                  </a:lnTo>
                  <a:lnTo>
                    <a:pt x="52" y="184"/>
                  </a:lnTo>
                  <a:lnTo>
                    <a:pt x="144" y="184"/>
                  </a:lnTo>
                  <a:lnTo>
                    <a:pt x="166" y="237"/>
                  </a:lnTo>
                  <a:lnTo>
                    <a:pt x="219" y="237"/>
                  </a:lnTo>
                  <a:lnTo>
                    <a:pt x="119" y="0"/>
                  </a:lnTo>
                  <a:close/>
                  <a:moveTo>
                    <a:pt x="70" y="141"/>
                  </a:moveTo>
                  <a:lnTo>
                    <a:pt x="99" y="71"/>
                  </a:lnTo>
                  <a:lnTo>
                    <a:pt x="128" y="141"/>
                  </a:lnTo>
                  <a:lnTo>
                    <a:pt x="70" y="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" name="Freeform 11"/>
            <p:cNvSpPr>
              <a:spLocks/>
            </p:cNvSpPr>
            <p:nvPr userDrawn="1"/>
          </p:nvSpPr>
          <p:spPr bwMode="auto">
            <a:xfrm>
              <a:off x="8340165" y="2394682"/>
              <a:ext cx="295275" cy="376237"/>
            </a:xfrm>
            <a:custGeom>
              <a:avLst/>
              <a:gdLst>
                <a:gd name="T0" fmla="*/ 118 w 135"/>
                <a:gd name="T1" fmla="*/ 129 h 170"/>
                <a:gd name="T2" fmla="*/ 118 w 135"/>
                <a:gd name="T3" fmla="*/ 127 h 170"/>
                <a:gd name="T4" fmla="*/ 116 w 135"/>
                <a:gd name="T5" fmla="*/ 129 h 170"/>
                <a:gd name="T6" fmla="*/ 115 w 135"/>
                <a:gd name="T7" fmla="*/ 129 h 170"/>
                <a:gd name="T8" fmla="*/ 106 w 135"/>
                <a:gd name="T9" fmla="*/ 134 h 170"/>
                <a:gd name="T10" fmla="*/ 87 w 135"/>
                <a:gd name="T11" fmla="*/ 138 h 170"/>
                <a:gd name="T12" fmla="*/ 50 w 135"/>
                <a:gd name="T13" fmla="*/ 123 h 170"/>
                <a:gd name="T14" fmla="*/ 34 w 135"/>
                <a:gd name="T15" fmla="*/ 85 h 170"/>
                <a:gd name="T16" fmla="*/ 50 w 135"/>
                <a:gd name="T17" fmla="*/ 47 h 170"/>
                <a:gd name="T18" fmla="*/ 87 w 135"/>
                <a:gd name="T19" fmla="*/ 32 h 170"/>
                <a:gd name="T20" fmla="*/ 116 w 135"/>
                <a:gd name="T21" fmla="*/ 41 h 170"/>
                <a:gd name="T22" fmla="*/ 117 w 135"/>
                <a:gd name="T23" fmla="*/ 42 h 170"/>
                <a:gd name="T24" fmla="*/ 134 w 135"/>
                <a:gd name="T25" fmla="*/ 15 h 170"/>
                <a:gd name="T26" fmla="*/ 135 w 135"/>
                <a:gd name="T27" fmla="*/ 13 h 170"/>
                <a:gd name="T28" fmla="*/ 132 w 135"/>
                <a:gd name="T29" fmla="*/ 12 h 170"/>
                <a:gd name="T30" fmla="*/ 88 w 135"/>
                <a:gd name="T31" fmla="*/ 0 h 170"/>
                <a:gd name="T32" fmla="*/ 21 w 135"/>
                <a:gd name="T33" fmla="*/ 30 h 170"/>
                <a:gd name="T34" fmla="*/ 0 w 135"/>
                <a:gd name="T35" fmla="*/ 86 h 170"/>
                <a:gd name="T36" fmla="*/ 25 w 135"/>
                <a:gd name="T37" fmla="*/ 145 h 170"/>
                <a:gd name="T38" fmla="*/ 86 w 135"/>
                <a:gd name="T39" fmla="*/ 170 h 170"/>
                <a:gd name="T40" fmla="*/ 132 w 135"/>
                <a:gd name="T41" fmla="*/ 158 h 170"/>
                <a:gd name="T42" fmla="*/ 135 w 135"/>
                <a:gd name="T43" fmla="*/ 156 h 170"/>
                <a:gd name="T44" fmla="*/ 118 w 135"/>
                <a:gd name="T45" fmla="*/ 129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35" h="170">
                  <a:moveTo>
                    <a:pt x="118" y="129"/>
                  </a:moveTo>
                  <a:cubicBezTo>
                    <a:pt x="118" y="127"/>
                    <a:pt x="118" y="127"/>
                    <a:pt x="118" y="127"/>
                  </a:cubicBezTo>
                  <a:cubicBezTo>
                    <a:pt x="116" y="129"/>
                    <a:pt x="116" y="129"/>
                    <a:pt x="116" y="129"/>
                  </a:cubicBezTo>
                  <a:cubicBezTo>
                    <a:pt x="115" y="129"/>
                    <a:pt x="115" y="129"/>
                    <a:pt x="115" y="129"/>
                  </a:cubicBezTo>
                  <a:cubicBezTo>
                    <a:pt x="112" y="131"/>
                    <a:pt x="109" y="133"/>
                    <a:pt x="106" y="134"/>
                  </a:cubicBezTo>
                  <a:cubicBezTo>
                    <a:pt x="101" y="137"/>
                    <a:pt x="94" y="138"/>
                    <a:pt x="87" y="138"/>
                  </a:cubicBezTo>
                  <a:cubicBezTo>
                    <a:pt x="72" y="138"/>
                    <a:pt x="60" y="133"/>
                    <a:pt x="50" y="123"/>
                  </a:cubicBezTo>
                  <a:cubicBezTo>
                    <a:pt x="39" y="112"/>
                    <a:pt x="34" y="100"/>
                    <a:pt x="34" y="85"/>
                  </a:cubicBezTo>
                  <a:cubicBezTo>
                    <a:pt x="34" y="70"/>
                    <a:pt x="39" y="58"/>
                    <a:pt x="50" y="47"/>
                  </a:cubicBezTo>
                  <a:cubicBezTo>
                    <a:pt x="60" y="37"/>
                    <a:pt x="72" y="32"/>
                    <a:pt x="87" y="32"/>
                  </a:cubicBezTo>
                  <a:cubicBezTo>
                    <a:pt x="96" y="32"/>
                    <a:pt x="106" y="35"/>
                    <a:pt x="116" y="41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34" y="15"/>
                    <a:pt x="134" y="15"/>
                    <a:pt x="134" y="15"/>
                  </a:cubicBezTo>
                  <a:cubicBezTo>
                    <a:pt x="135" y="13"/>
                    <a:pt x="135" y="13"/>
                    <a:pt x="135" y="13"/>
                  </a:cubicBezTo>
                  <a:cubicBezTo>
                    <a:pt x="132" y="12"/>
                    <a:pt x="132" y="12"/>
                    <a:pt x="132" y="12"/>
                  </a:cubicBezTo>
                  <a:cubicBezTo>
                    <a:pt x="118" y="4"/>
                    <a:pt x="103" y="0"/>
                    <a:pt x="88" y="0"/>
                  </a:cubicBezTo>
                  <a:cubicBezTo>
                    <a:pt x="61" y="0"/>
                    <a:pt x="38" y="10"/>
                    <a:pt x="21" y="30"/>
                  </a:cubicBezTo>
                  <a:cubicBezTo>
                    <a:pt x="7" y="46"/>
                    <a:pt x="0" y="65"/>
                    <a:pt x="0" y="86"/>
                  </a:cubicBezTo>
                  <a:cubicBezTo>
                    <a:pt x="0" y="109"/>
                    <a:pt x="9" y="129"/>
                    <a:pt x="25" y="145"/>
                  </a:cubicBezTo>
                  <a:cubicBezTo>
                    <a:pt x="42" y="161"/>
                    <a:pt x="63" y="170"/>
                    <a:pt x="86" y="170"/>
                  </a:cubicBezTo>
                  <a:cubicBezTo>
                    <a:pt x="102" y="170"/>
                    <a:pt x="117" y="166"/>
                    <a:pt x="132" y="158"/>
                  </a:cubicBezTo>
                  <a:cubicBezTo>
                    <a:pt x="135" y="156"/>
                    <a:pt x="135" y="156"/>
                    <a:pt x="135" y="156"/>
                  </a:cubicBezTo>
                  <a:lnTo>
                    <a:pt x="118" y="1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66132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5428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6" r:id="rId1"/>
    <p:sldLayoutId id="2147484027" r:id="rId2"/>
    <p:sldLayoutId id="2147483958" r:id="rId3"/>
    <p:sldLayoutId id="2147484030" r:id="rId4"/>
    <p:sldLayoutId id="2147484095" r:id="rId5"/>
    <p:sldLayoutId id="2147484097" r:id="rId6"/>
    <p:sldLayoutId id="2147484096" r:id="rId7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defTabSz="914296" rtl="0" eaLnBrk="1" latinLnBrk="1" hangingPunct="1">
        <a:spcBef>
          <a:spcPct val="0"/>
        </a:spcBef>
        <a:buNone/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61" indent="-342861" algn="l" defTabSz="914296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6" indent="-285717" algn="l" defTabSz="914296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70" indent="-228574" algn="l" defTabSz="914296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17" indent="-228574" algn="l" defTabSz="914296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66" indent="-228574" algn="l" defTabSz="914296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14" indent="-228574" algn="l" defTabSz="91429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62" indent="-228574" algn="l" defTabSz="91429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10" indent="-228574" algn="l" defTabSz="91429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58" indent="-228574" algn="l" defTabSz="91429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29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8" algn="l" defTabSz="91429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6" algn="l" defTabSz="91429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45" algn="l" defTabSz="91429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92" algn="l" defTabSz="91429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40" algn="l" defTabSz="91429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88" algn="l" defTabSz="91429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36" algn="l" defTabSz="91429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84" algn="l" defTabSz="91429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부제목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'26.10.15</a:t>
            </a:r>
            <a:endParaRPr lang="ko-KR" altLang="en-US"/>
          </a:p>
        </p:txBody>
      </p:sp>
      <p:sp>
        <p:nvSpPr>
          <p:cNvPr id="9" name="내용 개체 틀 1"/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r>
              <a:rPr lang="ko-KR" altLang="en-US" dirty="0" smtClean="0"/>
              <a:t>미라콤 정병주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quarter" idx="14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 smtClean="0"/>
              <a:t>GDS, KLARF, E-Test 연관 분석 방법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t>Defect E-Test 분석 시스템 POC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282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Defect와 Fail을 이어 원인과 검사 기준을 찾음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>
          <a:xfrm>
            <a:off x="381000" y="899269"/>
            <a:ext cx="9144000" cy="492443"/>
          </a:xfrm>
        </p:spPr>
        <p:txBody>
          <a:bodyPr/>
          <a:lstStyle/>
          <a:p>
            <a:r>
              <a:rPr lang="ko-KR" altLang="en-US" dirty="0"/>
              <a:t>AOI Defect 중 </a:t>
            </a:r>
            <a:r>
              <a:rPr lang="ko-KR" altLang="en-US" dirty="0" b="1"/>
              <a:t>실제로 전기 Fail을 만드는 것</a:t>
            </a:r>
            <a:r>
              <a:rPr lang="ko-KR" altLang="en-US" dirty="0"/>
              <a:t>을 골라내고,</a:t>
            </a:r>
            <a:endParaRPr lang="en-US" altLang="ko-KR" dirty="0" smtClean="0"/>
          </a:p>
          <a:p>
            <a:r>
              <a:rPr lang="en-US" altLang="ko-KR" dirty="0" smtClean="0"/>
              <a:t>Fail과 상관없는 Defect, Defect 없이 생긴 Fail도 함께 찾기 위함</a:t>
            </a:r>
            <a:endParaRPr lang="en-US" altLang="ko-KR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I. 목적</a:t>
            </a:r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381600" y="1519200"/>
            <a:ext cx="2880000" cy="396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bg1"/>
                </a:solidFill>
              </a:rPr>
              <a:t>지금 어려운 점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600" y="1987199"/>
            <a:ext cx="2880000" cy="142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300" b="0">
                <a:solidFill>
                  <a:schemeClr val="tx1"/>
                </a:solidFill>
              </a:rPr>
              <a:t>AOI는 Defect를 많이 찾지만</a:t>
            </a:r>
            <a:br/>
            <a:r>
              <a:rPr sz="1300" b="0">
                <a:solidFill>
                  <a:schemeClr val="tx1"/>
                </a:solidFill>
              </a:rPr>
              <a:t>어느 Defect가 실제로</a:t>
            </a:r>
            <a:br/>
            <a:r>
              <a:rPr sz="1300" b="0">
                <a:solidFill>
                  <a:schemeClr val="tx1"/>
                </a:solidFill>
              </a:rPr>
              <a:t>Chain을 끊는지 모름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381600" y="3481200"/>
            <a:ext cx="2880000" cy="142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300" b="0">
                <a:solidFill>
                  <a:schemeClr val="tx1"/>
                </a:solidFill>
              </a:rPr>
              <a:t>E-Test는 Fail을 Chain 단위로만</a:t>
            </a:r>
            <a:br/>
            <a:r>
              <a:rPr sz="1300" b="0">
                <a:solidFill>
                  <a:schemeClr val="tx1"/>
                </a:solidFill>
              </a:rPr>
              <a:t>알려줘 Chain 안 어디가</a:t>
            </a:r>
            <a:br/>
            <a:r>
              <a:rPr sz="1300" b="0">
                <a:solidFill>
                  <a:schemeClr val="tx1"/>
                </a:solidFill>
              </a:rPr>
              <a:t>문제인지 모름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600" y="4975200"/>
            <a:ext cx="2880000" cy="142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300" b="0">
                <a:solidFill>
                  <a:schemeClr val="tx1"/>
                </a:solidFill>
              </a:rPr>
              <a:t>두 결과는 좌표 체계가 달라</a:t>
            </a:r>
            <a:br/>
            <a:r>
              <a:rPr sz="1300" b="0">
                <a:solidFill>
                  <a:schemeClr val="tx1"/>
                </a:solidFill>
              </a:rPr>
              <a:t>사람이 Die와 위치를</a:t>
            </a:r>
            <a:br/>
            <a:r>
              <a:rPr sz="1300" b="0">
                <a:solidFill>
                  <a:schemeClr val="tx1"/>
                </a:solidFill>
              </a:rPr>
              <a:t>직접 맞춰야 함</a:t>
            </a:r>
          </a:p>
        </p:txBody>
      </p:sp>
      <p:sp>
        <p:nvSpPr>
          <p:cNvPr id="11" name="Chevron 10"/>
          <p:cNvSpPr/>
          <p:nvPr/>
        </p:nvSpPr>
        <p:spPr>
          <a:xfrm>
            <a:off x="3351600" y="3823200"/>
            <a:ext cx="216000" cy="360000"/>
          </a:xfrm>
          <a:prstGeom prst="chevron">
            <a:avLst/>
          </a:prstGeom>
          <a:solidFill>
            <a:schemeClr val="tx1">
              <a:lumMod val="25000"/>
              <a:lumOff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519200"/>
            <a:ext cx="5867999" cy="39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bg1"/>
                </a:solidFill>
              </a:rPr>
              <a:t>연관 분석으로 하려는 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987199"/>
            <a:ext cx="1655999" cy="1044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500" b="1">
                <a:solidFill>
                  <a:schemeClr val="bg1"/>
                </a:solidFill>
              </a:rPr>
              <a:t>Fail 원인 찾기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13600" y="1987199"/>
            <a:ext cx="4211999" cy="104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36000" bIns="36000"/>
          <a:lstStyle/>
          <a:p>
            <a:pPr algn="l" latinLnBrk="0">
              <a:spcAft>
                <a:spcPts val="200"/>
              </a:spcAft>
            </a:pPr>
            <a:r>
              <a:rPr sz="1300" b="0">
                <a:solidFill>
                  <a:schemeClr val="tx1"/>
                </a:solidFill>
              </a:rPr>
              <a:t>Fail Chain 위에 있는 Defect를 원인 후보로 좁힘</a:t>
            </a:r>
            <a:br/>
            <a:r>
              <a:rPr sz="1300" b="0">
                <a:solidFill>
                  <a:schemeClr val="tx1"/>
                </a:solidFill>
              </a:rPr>
              <a:t>→ 이미지 리뷰, 파괴 분석 대상 선정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3103199"/>
            <a:ext cx="1655999" cy="1044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500" b="1">
                <a:solidFill>
                  <a:schemeClr val="bg1"/>
                </a:solidFill>
              </a:rPr>
              <a:t>AOI 기준 조정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13600" y="3103199"/>
            <a:ext cx="4211999" cy="104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36000" bIns="36000"/>
          <a:lstStyle/>
          <a:p>
            <a:pPr algn="l" latinLnBrk="0">
              <a:spcAft>
                <a:spcPts val="200"/>
              </a:spcAft>
            </a:pPr>
            <a:r>
              <a:rPr sz="1300" b="0">
                <a:solidFill>
                  <a:schemeClr val="tx1"/>
                </a:solidFill>
              </a:rPr>
              <a:t>Fail과 상관없는 Defect 유형과 위치 확인</a:t>
            </a:r>
            <a:br/>
            <a:r>
              <a:rPr sz="1300" b="0">
                <a:solidFill>
                  <a:schemeClr val="tx1"/>
                </a:solidFill>
              </a:rPr>
              <a:t>→ AOI Recipe, Reject 기준 조정 근거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219200"/>
            <a:ext cx="1655999" cy="1044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500" b="1">
                <a:solidFill>
                  <a:schemeClr val="bg1"/>
                </a:solidFill>
              </a:rPr>
              <a:t>잠재 불량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3600" y="4219200"/>
            <a:ext cx="4211999" cy="104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36000" bIns="36000"/>
          <a:lstStyle/>
          <a:p>
            <a:pPr algn="l" latinLnBrk="0">
              <a:spcAft>
                <a:spcPts val="200"/>
              </a:spcAft>
            </a:pPr>
            <a:r>
              <a:rPr sz="1300" b="0">
                <a:solidFill>
                  <a:schemeClr val="tx1"/>
                </a:solidFill>
              </a:rPr>
              <a:t>Defect는 있으나 지금은 Fail이 아닌 위치</a:t>
            </a:r>
            <a:br/>
            <a:r>
              <a:rPr sz="1300" b="0">
                <a:solidFill>
                  <a:schemeClr val="tx1"/>
                </a:solidFill>
              </a:rPr>
              <a:t>→ 이후 신뢰성 테스트 Fail과 연계 검토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5335200"/>
            <a:ext cx="1655999" cy="1044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500" b="1">
                <a:solidFill>
                  <a:schemeClr val="bg1"/>
                </a:solidFill>
              </a:rPr>
              <a:t>검출 누락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3600" y="5335200"/>
            <a:ext cx="4211999" cy="104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36000" bIns="36000"/>
          <a:lstStyle/>
          <a:p>
            <a:pPr algn="l" latinLnBrk="0">
              <a:spcAft>
                <a:spcPts val="200"/>
              </a:spcAft>
            </a:pPr>
            <a:r>
              <a:rPr sz="1300" b="0">
                <a:solidFill>
                  <a:schemeClr val="tx1"/>
                </a:solidFill>
              </a:rPr>
              <a:t>Fail인데 Chain 위에 Defect가 없는 경우</a:t>
            </a:r>
            <a:br/>
            <a:r>
              <a:rPr sz="1300" b="0">
                <a:solidFill>
                  <a:schemeClr val="tx1"/>
                </a:solidFill>
              </a:rPr>
              <a:t>→ AOI 미검출 가능성, 파괴 분석</a:t>
            </a:r>
          </a:p>
        </p:txBody>
      </p:sp>
    </p:spTree>
    <p:extLst>
      <p:ext uri="{BB962C8B-B14F-4D97-AF65-F5344CB8AC3E}">
        <p14:creationId xmlns:p14="http://schemas.microsoft.com/office/powerpoint/2010/main" val="637746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데이터는 Wafer, Die, Chain 기준으로 연결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>
          <a:xfrm>
            <a:off x="381000" y="899269"/>
            <a:ext cx="9144000" cy="492443"/>
          </a:xfrm>
        </p:spPr>
        <p:txBody>
          <a:bodyPr/>
          <a:lstStyle/>
          <a:p>
            <a:r>
              <a:rPr lang="ko-KR" altLang="en-US" dirty="0"/>
              <a:t>GDS는 </a:t>
            </a:r>
            <a:r>
              <a:rPr lang="ko-KR" altLang="en-US" dirty="0" b="1"/>
              <a:t>Chain이 지나가는 위치</a:t>
            </a:r>
            <a:r>
              <a:rPr lang="ko-KR" altLang="en-US" dirty="0"/>
              <a:t>, KLARF는 </a:t>
            </a:r>
            <a:r>
              <a:rPr lang="ko-KR" altLang="en-US" dirty="0" b="1"/>
              <a:t>Defect 위치</a:t>
            </a:r>
            <a:r>
              <a:rPr lang="ko-KR" altLang="en-US" dirty="0"/>
              <a:t>, E-Test는 </a:t>
            </a:r>
            <a:r>
              <a:rPr lang="ko-KR" altLang="en-US" dirty="0" b="1"/>
              <a:t>Chain별 측정값</a:t>
            </a:r>
            <a:endParaRPr lang="en-US" altLang="ko-KR" dirty="0" smtClean="0"/>
          </a:p>
          <a:p>
            <a:r>
              <a:rPr lang="en-US" altLang="ko-KR" dirty="0" smtClean="0"/>
              <a:t>세 가지를 같은 Wafer, 같은 Die, 같은 Chain으로 맞춰 겹쳐 본다</a:t>
            </a:r>
            <a:endParaRPr lang="en-US" altLang="ko-KR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II. 데이터 연결 구조</a:t>
            </a:r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381600" y="1519200"/>
            <a:ext cx="3002400" cy="396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bg1"/>
                </a:solidFill>
              </a:rPr>
              <a:t>GDS (칩 도면)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600" y="1969200"/>
            <a:ext cx="3002400" cy="21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600" y="2041200"/>
            <a:ext cx="28584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accent2"/>
                </a:solidFill>
              </a:rPr>
              <a:t>알려주는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00" y="2257200"/>
            <a:ext cx="28584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칩 안에서 Chain(데이지 체인 배선)이</a:t>
            </a:r>
            <a:br/>
            <a:r>
              <a:rPr sz="1200" b="0">
                <a:solidFill>
                  <a:schemeClr val="tx1"/>
                </a:solidFill>
              </a:rPr>
              <a:t>지나가는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" y="2743200"/>
            <a:ext cx="28584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accent2"/>
                </a:solidFill>
              </a:rPr>
              <a:t>기준면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600" y="2959200"/>
            <a:ext cx="28584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원본은 FS, 분석에서는 </a:t>
            </a:r>
            <a:r>
              <a:rPr sz="1200" b="1">
                <a:solidFill>
                  <a:schemeClr val="tx1"/>
                </a:solidFill>
              </a:rPr>
              <a:t>BS로 뒤집어</a:t>
            </a:r>
            <a:r>
              <a:rPr sz="1200" b="0">
                <a:solidFill>
                  <a:schemeClr val="tx1"/>
                </a:solidFill>
              </a:rPr>
              <a:t> 사용</a:t>
            </a:r>
            <a:br/>
            <a:r>
              <a:rPr sz="1200" b="0">
                <a:solidFill>
                  <a:schemeClr val="tx1"/>
                </a:solidFill>
              </a:rPr>
              <a:t>→ 사용자가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600" y="3445200"/>
            <a:ext cx="28584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accent2"/>
                </a:solidFill>
              </a:rPr>
              <a:t>등록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" y="3661200"/>
            <a:ext cx="28584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GDS Map Setup → GDS Map View</a:t>
            </a:r>
            <a:br/>
            <a:r>
              <a:rPr sz="1200" b="0">
                <a:solidFill>
                  <a:schemeClr val="tx1"/>
                </a:solidFill>
              </a:rPr>
              <a:t>(Input, Output 단자로 Chain 설정)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52400" y="1519200"/>
            <a:ext cx="3002400" cy="39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bg1"/>
                </a:solidFill>
              </a:rPr>
              <a:t>KLARF (AOI 결과)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52400" y="1969200"/>
            <a:ext cx="3002400" cy="21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4399" y="2041200"/>
            <a:ext cx="28584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알려주는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4399" y="2257200"/>
            <a:ext cx="28584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Defect가 있는 Die, Die 안 위치,</a:t>
            </a:r>
            <a:br/>
            <a:r>
              <a:rPr sz="1200" b="0">
                <a:solidFill>
                  <a:schemeClr val="tx1"/>
                </a:solidFill>
              </a:rPr>
              <a:t>분류, 이미지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4399" y="2743200"/>
            <a:ext cx="28584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기준면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4399" y="2959200"/>
            <a:ext cx="28584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SiN, RDL, C4, G2DB는 BS</a:t>
            </a:r>
            <a:br/>
            <a:r>
              <a:rPr sz="1200" b="0">
                <a:solidFill>
                  <a:schemeClr val="tx1"/>
                </a:solidFill>
              </a:rPr>
              <a:t>TBDB, uPAD는 FS → 분석 시 선택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4399" y="3445200"/>
            <a:ext cx="28584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등록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4399" y="3661200"/>
            <a:ext cx="28584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KLARF File Upload</a:t>
            </a:r>
            <a:br/>
            <a:r>
              <a:rPr sz="1200" b="0">
                <a:solidFill>
                  <a:schemeClr val="tx1"/>
                </a:solidFill>
              </a:rPr>
              <a:t>(KLARF + Defect 이미지)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3199" y="1519200"/>
            <a:ext cx="3002400" cy="396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bg1"/>
                </a:solidFill>
              </a:rPr>
              <a:t>E-Test (전기 측정)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23199" y="1969200"/>
            <a:ext cx="3002400" cy="21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5199" y="2041200"/>
            <a:ext cx="28584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accent4"/>
                </a:solidFill>
              </a:rPr>
              <a:t>알려주는 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95199" y="2257200"/>
            <a:ext cx="28584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Die별, Chain별 저항(RES)과</a:t>
            </a:r>
            <a:br/>
            <a:r>
              <a:rPr sz="1200" b="0">
                <a:solidFill>
                  <a:schemeClr val="tx1"/>
                </a:solidFill>
              </a:rPr>
              <a:t>누설(LKG) 측정값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5199" y="2743200"/>
            <a:ext cx="28584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accent4"/>
                </a:solidFill>
              </a:rPr>
              <a:t>판정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5199" y="2959200"/>
            <a:ext cx="28584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RES 715 Ω 초과, LKG 50 uA 초과</a:t>
            </a:r>
            <a:br/>
            <a:r>
              <a:rPr sz="1200" b="0">
                <a:solidFill>
                  <a:schemeClr val="tx1"/>
                </a:solidFill>
              </a:rPr>
              <a:t>또는 '-'이면 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5199" y="3445200"/>
            <a:ext cx="28584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accent4"/>
                </a:solidFill>
              </a:rPr>
              <a:t>등록 화면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95199" y="3661200"/>
            <a:ext cx="28584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E-Test Para 등록, 설정</a:t>
            </a:r>
            <a:br/>
            <a:r>
              <a:rPr sz="1200" b="0">
                <a:solidFill>
                  <a:schemeClr val="tx1"/>
                </a:solidFill>
              </a:rPr>
              <a:t>E-Test Result Upload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600" y="4237200"/>
            <a:ext cx="914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400" b="1">
                <a:solidFill>
                  <a:schemeClr val="tx1"/>
                </a:solidFill>
              </a:rPr>
              <a:t>연결 기준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1600" y="4507200"/>
            <a:ext cx="1080000" cy="34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Wafer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33600" y="4507200"/>
            <a:ext cx="1512000" cy="34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KLARF ↔ E-Test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45600" y="4507200"/>
            <a:ext cx="6480000" cy="34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KLARF Lot, Slot과 E-Test 파일명의 Lot-Wafer 번호 (예: U9-HS2635-01)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81600" y="48780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81600" y="4910400"/>
            <a:ext cx="1080000" cy="34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Die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33600" y="4910400"/>
            <a:ext cx="1512000" cy="34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KLARF ↔ E-Test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45600" y="4910400"/>
            <a:ext cx="6480000" cy="34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두 파일의 Die 좌표 체계가 다름 → 고객 통합 Die#(1~76) 대응표로 같은 Die를 찾음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81600" y="5281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81600" y="5313600"/>
            <a:ext cx="1080000" cy="34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Chain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3600" y="5313600"/>
            <a:ext cx="1512000" cy="34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E-Test ↔ GDS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45600" y="5313600"/>
            <a:ext cx="6480000" cy="34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E-Test Parameter 이름의 Chain을 GDS Chain에 1:1 연결 (E-Test Para 설정 화면)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81600" y="56844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81600" y="5716800"/>
            <a:ext cx="1080000" cy="34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위치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33600" y="5716800"/>
            <a:ext cx="1512000" cy="34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KLARF ↔ GDS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5600" y="5716800"/>
            <a:ext cx="6480000" cy="34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Defect의 Die 안 좌표를 칩 도면 좌표로 옮겨 Chain 영역과 겹침 확인 (Offset, 허용오차)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81600" y="60876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7746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Fail Chain에서 시작해 Defect 후보까지 좁혀 감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>
          <a:xfrm>
            <a:off x="381000" y="899269"/>
            <a:ext cx="9144000" cy="492443"/>
          </a:xfrm>
        </p:spPr>
        <p:txBody>
          <a:bodyPr/>
          <a:lstStyle/>
          <a:p>
            <a:r>
              <a:rPr lang="ko-KR" altLang="en-US" dirty="0"/>
              <a:t>E-Test로 끊긴 Chain을 찾고, 같은 Die의 Defect가 그 Chain 위에 있는지 도면에 겹쳐 확인</a:t>
            </a:r>
            <a:endParaRPr lang="en-US" altLang="ko-KR" dirty="0" smtClean="0"/>
          </a:p>
          <a:p>
            <a:r>
              <a:rPr lang="en-US" altLang="ko-KR" dirty="0" smtClean="0" b="1"/>
              <a:t>연관 여부 판단은 엔지니어</a:t>
            </a:r>
            <a:r>
              <a:rPr lang="en-US" altLang="ko-KR" dirty="0" smtClean="0"/>
              <a:t>가 하고, 시스템은 위치와 개수를 보여줌</a:t>
            </a:r>
            <a:endParaRPr lang="en-US" altLang="ko-KR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III. 분석 흐름</a:t>
            </a:r>
            <a:endParaRPr lang="ko-KR" altLang="en-US"/>
          </a:p>
        </p:txBody>
      </p:sp>
      <p:sp>
        <p:nvSpPr>
          <p:cNvPr id="7" name="Oval 6"/>
          <p:cNvSpPr/>
          <p:nvPr/>
        </p:nvSpPr>
        <p:spPr>
          <a:xfrm>
            <a:off x="1191599" y="1519200"/>
            <a:ext cx="503999" cy="503999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accent2"/>
                </a:solidFill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600" y="2113199"/>
            <a:ext cx="2124000" cy="36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Fail Chain 찾기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381600" y="2527200"/>
            <a:ext cx="2124000" cy="129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72000" bIns="72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E-Test Result Upload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Spec으로 Fail Die,</a:t>
            </a:r>
            <a:br/>
            <a:r>
              <a:rPr sz="1200" b="0">
                <a:solidFill>
                  <a:schemeClr val="tx1"/>
                </a:solidFill>
              </a:rPr>
              <a:t>Fail Chain 표시</a:t>
            </a:r>
          </a:p>
        </p:txBody>
      </p:sp>
      <p:sp>
        <p:nvSpPr>
          <p:cNvPr id="10" name="Chevron 9"/>
          <p:cNvSpPr/>
          <p:nvPr/>
        </p:nvSpPr>
        <p:spPr>
          <a:xfrm>
            <a:off x="2541600" y="2185200"/>
            <a:ext cx="144000" cy="216000"/>
          </a:xfrm>
          <a:prstGeom prst="chevron">
            <a:avLst/>
          </a:prstGeom>
          <a:solidFill>
            <a:schemeClr val="tx1">
              <a:lumMod val="25000"/>
              <a:lumOff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31600" y="1519200"/>
            <a:ext cx="503999" cy="503999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accent3"/>
                </a:solidFill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1600" y="2113199"/>
            <a:ext cx="2124000" cy="36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같은 Die의 Defect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21600" y="2527200"/>
            <a:ext cx="2124000" cy="129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72000" bIns="72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KLARF File Upload 후</a:t>
            </a:r>
            <a:br/>
            <a:r>
              <a:rPr sz="1200" b="0">
                <a:solidFill>
                  <a:schemeClr val="tx1"/>
                </a:solidFill>
              </a:rPr>
              <a:t>같은 Wafer, Die의 Defect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Chain 영역 Defect가 많은</a:t>
            </a:r>
            <a:br/>
            <a:r>
              <a:rPr sz="1200" b="0">
                <a:solidFill>
                  <a:schemeClr val="tx1"/>
                </a:solidFill>
              </a:rPr>
              <a:t>Die는 색으로 구분</a:t>
            </a:r>
          </a:p>
        </p:txBody>
      </p:sp>
      <p:sp>
        <p:nvSpPr>
          <p:cNvPr id="14" name="Chevron 13"/>
          <p:cNvSpPr/>
          <p:nvPr/>
        </p:nvSpPr>
        <p:spPr>
          <a:xfrm>
            <a:off x="4881600" y="2185200"/>
            <a:ext cx="144000" cy="216000"/>
          </a:xfrm>
          <a:prstGeom prst="chevron">
            <a:avLst/>
          </a:prstGeom>
          <a:solidFill>
            <a:schemeClr val="tx1">
              <a:lumMod val="25000"/>
              <a:lumOff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71600" y="1519200"/>
            <a:ext cx="503999" cy="503999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accent1"/>
                </a:solidFill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1600" y="2113199"/>
            <a:ext cx="21240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도면에 겹쳐 보기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1600" y="2527200"/>
            <a:ext cx="2124000" cy="129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72000" bIns="72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GDS-KLARF 연관 분석</a:t>
            </a:r>
            <a:br/>
            <a:r>
              <a:rPr sz="1200" b="0">
                <a:solidFill>
                  <a:schemeClr val="tx1"/>
                </a:solidFill>
              </a:rPr>
              <a:t>→ Die 상세 분석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Chain 영역 안에 있는지</a:t>
            </a:r>
            <a:br/>
            <a:r>
              <a:rPr sz="1200" b="0">
                <a:solidFill>
                  <a:schemeClr val="tx1"/>
                </a:solidFill>
              </a:rPr>
              <a:t>허용오차를 두고 확인</a:t>
            </a:r>
          </a:p>
        </p:txBody>
      </p:sp>
      <p:sp>
        <p:nvSpPr>
          <p:cNvPr id="18" name="Chevron 17"/>
          <p:cNvSpPr/>
          <p:nvPr/>
        </p:nvSpPr>
        <p:spPr>
          <a:xfrm>
            <a:off x="7221600" y="2185200"/>
            <a:ext cx="144000" cy="216000"/>
          </a:xfrm>
          <a:prstGeom prst="chevron">
            <a:avLst/>
          </a:prstGeom>
          <a:solidFill>
            <a:schemeClr val="tx1">
              <a:lumMod val="25000"/>
              <a:lumOff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600" y="1519200"/>
            <a:ext cx="503999" cy="503999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accent4"/>
                </a:solidFill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1600" y="2113199"/>
            <a:ext cx="2124000" cy="360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엔지니어 판단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1600" y="2527200"/>
            <a:ext cx="2124000" cy="129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72000" bIns="72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Defect 이미지와 분류</a:t>
            </a:r>
            <a:br/>
            <a:r>
              <a:rPr sz="1200" b="0">
                <a:solidFill>
                  <a:schemeClr val="tx1"/>
                </a:solidFill>
              </a:rPr>
              <a:t>(Short, Open 등) 확인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연관 있음, 없음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600" y="3985200"/>
            <a:ext cx="914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400" b="1">
                <a:solidFill>
                  <a:schemeClr val="tx1"/>
                </a:solidFill>
              </a:rPr>
              <a:t>판단 결과는 세 가지 모두 목록으로 관리 (10/14 연구소 요청)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600" y="4273200"/>
            <a:ext cx="30024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연관 있음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600" y="4669200"/>
            <a:ext cx="3002400" cy="1098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8000" rIns="108000" tIns="72000" bIns="72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Fail Chain 영역 안에 Defect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Fail 원인 후보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이미지 리뷰로 Short, Open 확인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52400" y="4273200"/>
            <a:ext cx="3002400" cy="360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Defect만 있음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52400" y="4669200"/>
            <a:ext cx="3002400" cy="1098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8000" rIns="108000" tIns="72000" bIns="72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Defect는 있으나 Fail 없음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AOI Recipe, Reject 기준 조정 근거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이후 신뢰성 Fail과 연계 검토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23199" y="4273200"/>
            <a:ext cx="3002400" cy="36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Fail만 있음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23199" y="4669200"/>
            <a:ext cx="3002400" cy="1098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8000" rIns="108000" tIns="72000" bIns="72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Fail Chain 영역에 Defect 없음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AOI 미검출 또는 다른 원인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파괴 분석 대상으로 분리</a:t>
            </a:r>
          </a:p>
        </p:txBody>
      </p:sp>
    </p:spTree>
    <p:extLst>
      <p:ext uri="{BB962C8B-B14F-4D97-AF65-F5344CB8AC3E}">
        <p14:creationId xmlns:p14="http://schemas.microsoft.com/office/powerpoint/2010/main" val="637746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엔지니어는 기준을 정하고 결과를 판단함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>
          <a:xfrm>
            <a:off x="381000" y="899269"/>
            <a:ext cx="9144000" cy="492443"/>
          </a:xfrm>
        </p:spPr>
        <p:txBody>
          <a:bodyPr/>
          <a:lstStyle/>
          <a:p>
            <a:r>
              <a:rPr lang="ko-KR" altLang="en-US" dirty="0"/>
              <a:t>Chain 영역, Spec, 기준면은 엔지니어가 정하고 반복 계산은 시스템이 맡음</a:t>
            </a:r>
            <a:endParaRPr lang="en-US" altLang="ko-KR" dirty="0" smtClean="0"/>
          </a:p>
          <a:p>
            <a:r>
              <a:rPr lang="en-US" altLang="ko-KR" dirty="0" smtClean="0" b="1"/>
              <a:t>판정은 엔지니어</a:t>
            </a:r>
            <a:r>
              <a:rPr lang="en-US" altLang="ko-KR" dirty="0" smtClean="0"/>
              <a:t>, 시스템은 판단 근거(위치, 개수, 이미지)를 보여줌</a:t>
            </a:r>
            <a:endParaRPr lang="en-US" altLang="ko-KR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IV. 엔지니어 역할</a:t>
            </a:r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381600" y="1519200"/>
            <a:ext cx="1440000" cy="396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단계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1600" y="1519200"/>
            <a:ext cx="3960000" cy="39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엔지니어가 하는 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5781600" y="1519200"/>
            <a:ext cx="3744000" cy="396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시스템이 하는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600" y="1915200"/>
            <a:ext cx="1440000" cy="113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300" b="1">
                <a:solidFill>
                  <a:schemeClr val="tx1"/>
                </a:solidFill>
              </a:rPr>
              <a:t>기준 셋업</a:t>
            </a:r>
            <a:br/>
            <a:r>
              <a:rPr sz="1300" b="1">
                <a:solidFill>
                  <a:schemeClr val="tx1"/>
                </a:solidFill>
              </a:rPr>
              <a:t>(디바이스별 1회)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1600" y="1915200"/>
            <a:ext cx="3960000" cy="113400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GDS에서 Input, Output 단자를 찍어</a:t>
            </a:r>
            <a:br/>
            <a:r>
              <a:rPr sz="1200" b="0">
                <a:solidFill>
                  <a:schemeClr val="tx1"/>
                </a:solidFill>
              </a:rPr>
              <a:t>Chain 영역 지정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E-Test Parameter와 GDS Chain 연결, Spec 입력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Wafer Map 형상 확인 (Edge, 방향)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81600" y="1915200"/>
            <a:ext cx="3744000" cy="11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</a:rPr>
              <a:t>• 도면과 필요한 Layer 저장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</a:rPr>
              <a:t>• 단자 사이 연결 도형을 찾아 Chain 영역 계산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</a:rPr>
              <a:t>• KLARF로 Wafer Map 생성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1600" y="3049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81600" y="3049200"/>
            <a:ext cx="1440000" cy="113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300" b="1">
                <a:solidFill>
                  <a:schemeClr val="tx1"/>
                </a:solidFill>
              </a:rPr>
              <a:t>데이터 올리기</a:t>
            </a:r>
            <a:br/>
            <a:r>
              <a:rPr sz="1300" b="1">
                <a:solidFill>
                  <a:schemeClr val="tx1"/>
                </a:solidFill>
              </a:rPr>
              <a:t>(Lot마다)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1600" y="3049200"/>
            <a:ext cx="3960000" cy="113400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KLARF, Defect 이미지, E-Test 파일 업로드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Step별 기준면(BS, FS)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81600" y="3049200"/>
            <a:ext cx="3744000" cy="11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</a:rPr>
              <a:t>• Spec 판정, Fail Die와 Fail Chain 표시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</a:rPr>
              <a:t>• 파일마다 다른 Die 좌표를 같은 Die로 맞춤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1600" y="4183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1600" y="4183200"/>
            <a:ext cx="1440000" cy="113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300" b="1">
                <a:solidFill>
                  <a:schemeClr val="tx1"/>
                </a:solidFill>
              </a:rPr>
              <a:t>연관 분석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1600" y="4183200"/>
            <a:ext cx="3960000" cy="113400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Wafer Map에서 의심 Die 선택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칩 도면에서 Defect와 Chain 겹침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81600" y="4183200"/>
            <a:ext cx="3744000" cy="11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</a:rPr>
              <a:t>• Defect를 칩 도면 좌표로 바꿔 허용오차 적용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</a:rPr>
              <a:t>• Chain 영역 안 Defect 수 계산, 색 표시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1600" y="5317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1600" y="5317200"/>
            <a:ext cx="1440000" cy="1134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300" b="1">
                <a:solidFill>
                  <a:schemeClr val="tx1"/>
                </a:solidFill>
              </a:rPr>
              <a:t>판단, 후속 조치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1600" y="5317200"/>
            <a:ext cx="3960000" cy="1134000"/>
          </a:xfrm>
          <a:prstGeom prst="rect">
            <a:avLst/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이미지 리뷰로 연관 있음, 없음 판단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파괴 분석 대상, AOI 기준 조정 의견 정리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81600" y="5317200"/>
            <a:ext cx="3744000" cy="11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25999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</a:rPr>
              <a:t>• 연관 있음, Defect만, Fail만 목록 제공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1600" y="6451199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7746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준비, 데이터 등록, 분석 3단계 화면으로 구성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>
          <a:xfrm>
            <a:off x="381000" y="899269"/>
            <a:ext cx="9144000" cy="492443"/>
          </a:xfrm>
        </p:spPr>
        <p:txBody>
          <a:bodyPr/>
          <a:lstStyle/>
          <a:p>
            <a:r>
              <a:rPr lang="ko-KR" altLang="en-US" dirty="0"/>
              <a:t>디바이스별로 기준을 한 번 셋업하고, Lot마다 KLARF와 E-Test를 올린 뒤 연관 분석 화면에서 확인</a:t>
            </a:r>
            <a:endParaRPr lang="en-US" altLang="ko-KR" dirty="0" smtClean="0"/>
          </a:p>
          <a:p>
            <a:r>
              <a:rPr lang="en-US" altLang="ko-KR" dirty="0" smtClean="0"/>
              <a:t>POC 메뉴 기준 ('26.10.15)</a:t>
            </a:r>
            <a:endParaRPr lang="en-US" altLang="ko-KR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V. 화면 구성</a:t>
            </a:r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381600" y="1519200"/>
            <a:ext cx="3002400" cy="396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bg1"/>
                </a:solidFill>
              </a:rPr>
              <a:t>준비 (디바이스별 1회)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600" y="1987199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File Map Setup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KLARF로 Wafer Map 형상 등록</a:t>
            </a:r>
            <a:br/>
            <a:r>
              <a:rPr sz="1200" b="0">
                <a:solidFill>
                  <a:schemeClr val="tx1"/>
                </a:solidFill>
              </a:rPr>
              <a:t>(Edge, XY 방향)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1600" y="2725200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Wafer Map View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저장된 Wafer Map 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600" y="3463199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GDS Map Setup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GDS 파일 등록, 필요한 Layer만 저장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600" y="4201199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GDS Map View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Input, Output 단자를 지정해 Chain 설정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1600" y="4939200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E-Test Para 등록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결과 파일 헤더를 Parameter로 등록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600" y="5677200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E-Test Para 설정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Parameter별 Spec, GDS Chain 연결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2400" y="1519200"/>
            <a:ext cx="3002400" cy="39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bg1"/>
                </a:solidFill>
              </a:rPr>
              <a:t>데이터 등록 (Lot마다)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52400" y="1987199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KLARF File Upload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KLARF와 Defect 이미지 저장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52400" y="2725200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E-Test Result Upload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측정값 저장, Spec 판정, Fail Chain 표시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3199" y="1519200"/>
            <a:ext cx="3002400" cy="396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600" b="1">
                <a:solidFill>
                  <a:schemeClr val="bg1"/>
                </a:solidFill>
              </a:rPr>
              <a:t>분석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3199" y="1987199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GDS-KLARF 연관 분석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Die별 Chain 영역 Defect 수를</a:t>
            </a:r>
            <a:br/>
            <a:r>
              <a:rPr sz="1200" b="0">
                <a:solidFill>
                  <a:schemeClr val="tx1"/>
                </a:solidFill>
              </a:rPr>
              <a:t>색으로 표시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3199" y="2725200"/>
            <a:ext cx="3002400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Die 상세 분석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칩 도면 위에 Defect와</a:t>
            </a:r>
            <a:br/>
            <a:r>
              <a:rPr sz="1200" b="0">
                <a:solidFill>
                  <a:schemeClr val="tx1"/>
                </a:solidFill>
              </a:rPr>
              <a:t>Chain 영역을 겹쳐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3199" y="3463199"/>
            <a:ext cx="3002400" cy="140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8000" rIns="108000" tIns="90000" bIns="90000"/>
          <a:lstStyle/>
          <a:p>
            <a:pPr algn="l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진행 중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E-Test Fail Chain을</a:t>
            </a:r>
            <a:br/>
            <a:r>
              <a:rPr sz="1200" b="0">
                <a:solidFill>
                  <a:schemeClr val="tx1"/>
                </a:solidFill>
              </a:rPr>
              <a:t>연관 분석 화면에 함께 표시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연관 없음 목록 (Defect만, Fail만)</a:t>
            </a:r>
          </a:p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• 고객 Die# 대응표 반영</a:t>
            </a:r>
          </a:p>
        </p:txBody>
      </p:sp>
    </p:spTree>
    <p:extLst>
      <p:ext uri="{BB962C8B-B14F-4D97-AF65-F5344CB8AC3E}">
        <p14:creationId xmlns:p14="http://schemas.microsoft.com/office/powerpoint/2010/main" val="637746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협의된 기준과 남은 확인 사항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>
          <a:xfrm>
            <a:off x="381000" y="899269"/>
            <a:ext cx="9144000" cy="492443"/>
          </a:xfrm>
        </p:spPr>
        <p:txBody>
          <a:bodyPr/>
          <a:lstStyle/>
          <a:p>
            <a:r>
              <a:rPr lang="ko-KR" altLang="en-US" dirty="0"/>
              <a:t>10/6 ~ 10/14 회의와 메일로 정한 기준</a:t>
            </a:r>
            <a:endParaRPr lang="en-US" altLang="ko-KR" dirty="0" smtClean="0"/>
          </a:p>
          <a:p>
            <a:r>
              <a:rPr lang="en-US" altLang="ko-KR" dirty="0" smtClean="0" b="1"/>
              <a:t>Wafer 매칭, Defect 이미지 전달 경로</a:t>
            </a:r>
            <a:r>
              <a:rPr lang="en-US" altLang="ko-KR" dirty="0" smtClean="0"/>
              <a:t>는 확인 필요</a:t>
            </a:r>
            <a:endParaRPr lang="en-US" altLang="ko-KR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VI. 협의 기준</a:t>
            </a:r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381600" y="1519200"/>
            <a:ext cx="1512000" cy="39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기준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1893600" y="1519200"/>
            <a:ext cx="5400000" cy="39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내용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7293599" y="1519200"/>
            <a:ext cx="2232000" cy="396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600" y="1915200"/>
            <a:ext cx="1512000" cy="61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기준면 (BS/FS)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93600" y="1915200"/>
            <a:ext cx="5400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POC는 분석할 때 사용자가 Step별로 선택</a:t>
            </a:r>
            <a:br/>
            <a:r>
              <a:rPr sz="1200" b="0">
                <a:solidFill>
                  <a:schemeClr val="tx1"/>
                </a:solidFill>
              </a:rPr>
              <a:t>MES 연동, 자동 수집은 본 프로젝트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93599" y="1915200"/>
            <a:ext cx="2232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확정 (10/13)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1600" y="2527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81600" y="2527200"/>
            <a:ext cx="1512000" cy="61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3600" y="2527200"/>
            <a:ext cx="5400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KLARF의 OMM, OMM_Hybrid, OMM_TCB를 U9 한 디바이스로 관리</a:t>
            </a:r>
            <a:br/>
            <a:r>
              <a:rPr sz="1200" b="0">
                <a:solidFill>
                  <a:schemeClr val="tx1"/>
                </a:solidFill>
              </a:rPr>
              <a:t>Full(76 Die), Hybrid(26 Die)는 Wafer Map 1개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93599" y="2527200"/>
            <a:ext cx="2232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확정 (10/13)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1600" y="3139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1600" y="3139200"/>
            <a:ext cx="1512000" cy="61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E-Test Spec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93600" y="3139200"/>
            <a:ext cx="5400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파일 Parameter 이름(약 120개)을 그대로 등록</a:t>
            </a:r>
            <a:br/>
            <a:r>
              <a:rPr sz="1200" b="0">
                <a:solidFill>
                  <a:schemeClr val="tx1"/>
                </a:solidFill>
              </a:rPr>
              <a:t>RES 715 Ω 초과, LKG 50 uA 초과 또는 '-'이면 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3599" y="3139200"/>
            <a:ext cx="2232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accent1"/>
                </a:solidFill>
              </a:rPr>
              <a:t>확정 (10/13)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1600" y="3751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1600" y="3751200"/>
            <a:ext cx="1512000" cy="61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Die 위치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93600" y="3751200"/>
            <a:ext cx="5400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고객 통합 Die#(1~76) 대응표로 E-Test, KLARF 좌표 연결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3599" y="3751200"/>
            <a:ext cx="2232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>
                    <a:lumMod val="65000"/>
                    <a:lumOff val="35000"/>
                  </a:schemeClr>
                </a:solidFill>
              </a:rPr>
              <a:t>반영 중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1600" y="4363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81600" y="4363200"/>
            <a:ext cx="1512000" cy="61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Die 안 좌표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3600" y="4363200"/>
            <a:ext cx="5400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Die Pitch 기준 (Scribe 구분 안 함)</a:t>
            </a:r>
            <a:br/>
            <a:r>
              <a:rPr sz="1200" b="0">
                <a:solidFill>
                  <a:schemeClr val="tx1"/>
                </a:solidFill>
              </a:rPr>
              <a:t>파일마다 중심 좌표가 달라 Offset, 허용오차 적용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3599" y="4363200"/>
            <a:ext cx="2232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>
                    <a:lumMod val="65000"/>
                    <a:lumOff val="35000"/>
                  </a:schemeClr>
                </a:solidFill>
              </a:rPr>
              <a:t>기본값 협의 필요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81600" y="4975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81600" y="4975200"/>
            <a:ext cx="1512000" cy="61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Wafer 매칭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93600" y="4975200"/>
            <a:ext cx="5400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KLARF Lot(U9-FS2635), Wafer ID(숫자)와</a:t>
            </a:r>
            <a:br/>
            <a:r>
              <a:rPr sz="1200" b="0">
                <a:solidFill>
                  <a:schemeClr val="tx1"/>
                </a:solidFill>
              </a:rPr>
              <a:t>E-Test 파일명(U9-HS2635-01) 연결 규칙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93599" y="4975200"/>
            <a:ext cx="2232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>
                    <a:lumMod val="65000"/>
                    <a:lumOff val="35000"/>
                  </a:schemeClr>
                </a:solidFill>
              </a:rPr>
              <a:t>확인 필요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1600" y="5587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81600" y="5587200"/>
            <a:ext cx="1512000" cy="61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/>
                </a:solidFill>
              </a:rPr>
              <a:t>Defect 이미지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93600" y="5587200"/>
            <a:ext cx="5400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메일 용량 초과로 FTP 경로로 전달 예정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93599" y="5587200"/>
            <a:ext cx="2232000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200" b="1">
                <a:solidFill>
                  <a:schemeClr val="tx1">
                    <a:lumMod val="65000"/>
                    <a:lumOff val="35000"/>
                  </a:schemeClr>
                </a:solidFill>
              </a:rPr>
              <a:t>FTP 정보 회신 필요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1600" y="6199200"/>
            <a:ext cx="9143999" cy="0"/>
          </a:xfrm>
          <a:prstGeom prst="line">
            <a:avLst/>
          </a:prstGeom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7746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E-Test로 Fail Chain을 찾고 같은 Die의 Defect를 확인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III. 분석 흐름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① E-Test Result Upload 에서 Spec 판정과 Fail Chain 확인</a:t>
            </a:r>
          </a:p>
          <a:p>
            <a:r>
              <a:t>② KLARF File Upload 로 올린 Defect를 같은 Die 기준으로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600" y="1519200"/>
            <a:ext cx="4464000" cy="324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①  E-Test Result Upload</a:t>
            </a:r>
          </a:p>
        </p:txBody>
      </p:sp>
      <p:pic>
        <p:nvPicPr>
          <p:cNvPr id="6" name="Picture 5" descr="cap_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00" y="1897199"/>
            <a:ext cx="4464000" cy="1843433"/>
          </a:xfrm>
          <a:prstGeom prst="rect">
            <a:avLst/>
          </a:prstGeom>
          <a:ln w="9525">
            <a:solidFill>
              <a:schemeClr val="tx1">
                <a:lumMod val="40000"/>
                <a:lumOff val="60000"/>
              </a:schemeClr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390636" y="2032746"/>
            <a:ext cx="1753068" cy="1671740"/>
          </a:xfrm>
          <a:prstGeom prst="rect">
            <a:avLst/>
          </a:prstGeom>
          <a:noFill/>
          <a:ln w="2540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4636" y="1906746"/>
            <a:ext cx="270000" cy="270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1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7923" y="2032746"/>
            <a:ext cx="2602493" cy="655141"/>
          </a:xfrm>
          <a:prstGeom prst="rect">
            <a:avLst/>
          </a:prstGeom>
          <a:noFill/>
          <a:ln w="2540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74417" y="1906746"/>
            <a:ext cx="270000" cy="270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1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381600" y="3895433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600" y="3866633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Die별 Spec 판정 (Pass, Fail, Fail 수)</a:t>
            </a:r>
          </a:p>
        </p:txBody>
      </p:sp>
      <p:sp>
        <p:nvSpPr>
          <p:cNvPr id="13" name="Oval 12"/>
          <p:cNvSpPr/>
          <p:nvPr/>
        </p:nvSpPr>
        <p:spPr>
          <a:xfrm>
            <a:off x="381600" y="4237433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600" y="4208633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Fail Die의 Fail Chain 목록 (Parameter 이름 → Chain)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1600" y="1519200"/>
            <a:ext cx="4464000" cy="324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②  KLARF File Upload</a:t>
            </a:r>
          </a:p>
        </p:txBody>
      </p:sp>
      <p:pic>
        <p:nvPicPr>
          <p:cNvPr id="16" name="Picture 15" descr="cap_kla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600" y="1897199"/>
            <a:ext cx="4464000" cy="1686610"/>
          </a:xfrm>
          <a:prstGeom prst="rect">
            <a:avLst/>
          </a:prstGeom>
          <a:ln w="9525">
            <a:solidFill>
              <a:schemeClr val="tx1">
                <a:lumMod val="40000"/>
                <a:lumOff val="60000"/>
              </a:schemeClr>
            </a:solidFill>
          </a:ln>
        </p:spPr>
      </p:pic>
      <p:sp>
        <p:nvSpPr>
          <p:cNvPr id="17" name="Rectangle 16"/>
          <p:cNvSpPr/>
          <p:nvPr/>
        </p:nvSpPr>
        <p:spPr>
          <a:xfrm>
            <a:off x="5093125" y="1912962"/>
            <a:ext cx="1749661" cy="1655084"/>
          </a:xfrm>
          <a:prstGeom prst="rect">
            <a:avLst/>
          </a:prstGeom>
          <a:noFill/>
          <a:ln w="2540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67125" y="1786962"/>
            <a:ext cx="270000" cy="270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1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80616" y="1991776"/>
            <a:ext cx="2610305" cy="1261016"/>
          </a:xfrm>
          <a:prstGeom prst="rect">
            <a:avLst/>
          </a:prstGeom>
          <a:noFill/>
          <a:ln w="2540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64922" y="1865776"/>
            <a:ext cx="270000" cy="270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1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61600" y="3738610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600" y="3709810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Wafer Map에 Defect 위치 표시</a:t>
            </a:r>
          </a:p>
        </p:txBody>
      </p:sp>
      <p:sp>
        <p:nvSpPr>
          <p:cNvPr id="23" name="Oval 22"/>
          <p:cNvSpPr/>
          <p:nvPr/>
        </p:nvSpPr>
        <p:spPr>
          <a:xfrm>
            <a:off x="5061600" y="4080610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600" y="4051810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Defect 목록 (Die, 분류, Die 안 좌표, 이미지)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Chain 영역과 겹쳐 보고 엔지니어가 판단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III. 분석 흐름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③ GDS-KLARF 연관 분석 에서 Chain 영역 안 Defect가 있는 Die를 찾고</a:t>
            </a:r>
          </a:p>
          <a:p>
            <a:r>
              <a:t>④ Die 상세 분석 에서 칩 도면 위 Defect와 이미지를 보고 연관 여부 판단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600" y="1519200"/>
            <a:ext cx="4464000" cy="324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③  GDS-KLARF 연관 분석</a:t>
            </a:r>
          </a:p>
        </p:txBody>
      </p:sp>
      <p:pic>
        <p:nvPicPr>
          <p:cNvPr id="6" name="Picture 5" descr="cap_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00" y="1897199"/>
            <a:ext cx="4464000" cy="2869714"/>
          </a:xfrm>
          <a:prstGeom prst="rect">
            <a:avLst/>
          </a:prstGeom>
          <a:ln w="9525">
            <a:solidFill>
              <a:schemeClr val="tx1">
                <a:lumMod val="40000"/>
                <a:lumOff val="60000"/>
              </a:schemeClr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07108" y="2241565"/>
            <a:ext cx="2582742" cy="2349977"/>
          </a:xfrm>
          <a:prstGeom prst="rect">
            <a:avLst/>
          </a:prstGeom>
          <a:noFill/>
          <a:ln w="2540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1108" y="2115565"/>
            <a:ext cx="270000" cy="270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100" b="1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2605" y="3083348"/>
            <a:ext cx="1603851" cy="369874"/>
          </a:xfrm>
          <a:prstGeom prst="rect">
            <a:avLst/>
          </a:prstGeom>
          <a:noFill/>
          <a:ln w="2540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76605" y="2957348"/>
            <a:ext cx="270000" cy="270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100" b="1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485" y="2024742"/>
            <a:ext cx="3969771" cy="191314"/>
          </a:xfrm>
          <a:prstGeom prst="rect">
            <a:avLst/>
          </a:prstGeom>
          <a:noFill/>
          <a:ln w="2540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57257" y="1898742"/>
            <a:ext cx="270000" cy="270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100" b="1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3" name="Oval 12"/>
          <p:cNvSpPr/>
          <p:nvPr/>
        </p:nvSpPr>
        <p:spPr>
          <a:xfrm>
            <a:off x="381600" y="4921714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600" y="4892914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Die별 Chain 영역 안 Defect 수를 색으로 표시</a:t>
            </a:r>
          </a:p>
        </p:txBody>
      </p:sp>
      <p:sp>
        <p:nvSpPr>
          <p:cNvPr id="15" name="Oval 14"/>
          <p:cNvSpPr/>
          <p:nvPr/>
        </p:nvSpPr>
        <p:spPr>
          <a:xfrm>
            <a:off x="381600" y="5263714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600" y="5234914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Die 목록 (전체, Chain 영역 안, 밖, 주요 Chain)</a:t>
            </a:r>
          </a:p>
        </p:txBody>
      </p:sp>
      <p:sp>
        <p:nvSpPr>
          <p:cNvPr id="17" name="Oval 16"/>
          <p:cNvSpPr/>
          <p:nvPr/>
        </p:nvSpPr>
        <p:spPr>
          <a:xfrm>
            <a:off x="381600" y="5605714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600" y="5576914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보기 기준(BS, FS), 허용오차, 좌표 보정 선택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1600" y="1519200"/>
            <a:ext cx="4464000" cy="324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l" latinLnBrk="0">
              <a:spcAft>
                <a:spcPts val="200"/>
              </a:spcAft>
            </a:pPr>
            <a:r>
              <a:rPr sz="1400" b="1">
                <a:solidFill>
                  <a:schemeClr val="bg1"/>
                </a:solidFill>
              </a:rPr>
              <a:t>④  Die 상세 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61600" y="1897199"/>
            <a:ext cx="4464000" cy="28697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36000" bIns="36000"/>
          <a:lstStyle/>
          <a:p>
            <a:pPr algn="ctr" latinLnBrk="0">
              <a:spcAft>
                <a:spcPts val="200"/>
              </a:spcAft>
            </a:pPr>
            <a:r>
              <a:rPr sz="1300" b="0">
                <a:solidFill>
                  <a:schemeClr val="tx1">
                    <a:lumMod val="60000"/>
                    <a:lumOff val="40000"/>
                  </a:schemeClr>
                </a:solidFill>
              </a:rPr>
              <a:t>[화면 캡처 필요]</a:t>
            </a:r>
          </a:p>
          <a:p>
            <a:pPr algn="ctr" latinLnBrk="0">
              <a:spcAft>
                <a:spcPts val="200"/>
              </a:spcAft>
            </a:pPr>
            <a:r>
              <a:rPr sz="1300" b="0">
                <a:solidFill>
                  <a:schemeClr val="tx1">
                    <a:lumMod val="60000"/>
                    <a:lumOff val="40000"/>
                  </a:schemeClr>
                </a:solidFill>
              </a:rPr>
              <a:t>Die 상세 분석</a:t>
            </a:r>
          </a:p>
          <a:p>
            <a:pPr algn="ctr" latinLnBrk="0">
              <a:spcAft>
                <a:spcPts val="200"/>
              </a:spcAft>
            </a:pPr>
            <a:r>
              <a:rPr sz="1300" b="0">
                <a:solidFill>
                  <a:schemeClr val="tx1">
                    <a:lumMod val="60000"/>
                    <a:lumOff val="40000"/>
                  </a:schemeClr>
                </a:solidFill>
              </a:rPr>
              <a:t>(연관 분석 화면에서 Die 더블클릭)</a:t>
            </a:r>
          </a:p>
        </p:txBody>
      </p:sp>
      <p:sp>
        <p:nvSpPr>
          <p:cNvPr id="21" name="Oval 20"/>
          <p:cNvSpPr/>
          <p:nvPr/>
        </p:nvSpPr>
        <p:spPr>
          <a:xfrm>
            <a:off x="5061600" y="4921714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600" y="4892914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칩 도면(BS) 위에 Defect와 Chain 영역을 겹쳐 표시</a:t>
            </a:r>
          </a:p>
        </p:txBody>
      </p:sp>
      <p:sp>
        <p:nvSpPr>
          <p:cNvPr id="23" name="Oval 22"/>
          <p:cNvSpPr/>
          <p:nvPr/>
        </p:nvSpPr>
        <p:spPr>
          <a:xfrm>
            <a:off x="5061600" y="5263714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600" y="5234914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Defect 이미지로 Short, Open 확인 후 연관 여부 판단</a:t>
            </a:r>
          </a:p>
        </p:txBody>
      </p:sp>
      <p:sp>
        <p:nvSpPr>
          <p:cNvPr id="25" name="Oval 24"/>
          <p:cNvSpPr/>
          <p:nvPr/>
        </p:nvSpPr>
        <p:spPr>
          <a:xfrm>
            <a:off x="5061600" y="5605714"/>
            <a:ext cx="216000" cy="2160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 latinLnBrk="0">
              <a:spcAft>
                <a:spcPts val="200"/>
              </a:spcAft>
            </a:pPr>
            <a:r>
              <a:rPr sz="1000" b="1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600" y="5576914"/>
            <a:ext cx="4176000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latinLnBrk="0">
              <a:spcAft>
                <a:spcPts val="200"/>
              </a:spcAft>
            </a:pPr>
            <a:r>
              <a:rPr sz="1200" b="0">
                <a:solidFill>
                  <a:schemeClr val="tx1"/>
                </a:solidFill>
              </a:rPr>
              <a:t>결과: 연관 있음, Defect만, Fail만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문서템플릿">
  <a:themeElements>
    <a:clrScheme name="표준템플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5AB4"/>
      </a:accent1>
      <a:accent2>
        <a:srgbClr val="00A7ED"/>
      </a:accent2>
      <a:accent3>
        <a:srgbClr val="0071BB"/>
      </a:accent3>
      <a:accent4>
        <a:srgbClr val="222D5B"/>
      </a:accent4>
      <a:accent5>
        <a:srgbClr val="33CCCC"/>
      </a:accent5>
      <a:accent6>
        <a:srgbClr val="FF0066"/>
      </a:accent6>
      <a:hlink>
        <a:srgbClr val="954F72"/>
      </a:hlink>
      <a:folHlink>
        <a:srgbClr val="954F72"/>
      </a:folHlink>
    </a:clrScheme>
    <a:fontScheme name="사용자 지정 4">
      <a:majorFont>
        <a:latin typeface="맑은 고딕"/>
        <a:ea typeface="맑은 고딕"/>
        <a:cs typeface=""/>
      </a:majorFont>
      <a:minorFont>
        <a:latin typeface="맑은 고딕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0D996D5B674C4386830A6AB0E50984" ma:contentTypeVersion="0" ma:contentTypeDescription="새 문서를 만듭니다." ma:contentTypeScope="" ma:versionID="a166825e3373d96581aa46038a4cd79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dd8f6c9257034a6ffde9c3b3e5e5b89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92C52DB-E9E3-46CD-811C-803D077AD9CA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96225471-7C69-49CC-95EB-8C94F25B43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E156550-B094-4ABA-846C-47B3875BCFB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27955</TotalTime>
  <Words>952</Words>
  <Application>Microsoft Office PowerPoint</Application>
  <PresentationFormat>A4 용지(210x297mm)</PresentationFormat>
  <Paragraphs>274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맑은 고딕</vt:lpstr>
      <vt:lpstr>Arial</vt:lpstr>
      <vt:lpstr>Segoe UI</vt:lpstr>
      <vt:lpstr>Wingdings</vt:lpstr>
      <vt:lpstr>문서템플릿</vt:lpstr>
      <vt:lpstr>PowerPoint 프레젠테이션</vt:lpstr>
      <vt:lpstr>PowerPoint 프레젠테이션</vt:lpstr>
      <vt:lpstr>PowerPoint 프레젠테이션</vt:lpstr>
      <vt:lpstr>PowerPoint 프레젠테이션</vt:lpstr>
      <vt:lpstr>페이지 제목 (맑은 고딕Bold 26pt)</vt:lpstr>
      <vt:lpstr>테마색 사용 가이드</vt:lpstr>
      <vt:lpstr>페이지 제목 (맑은 고딕Bold 26pt)</vt:lpstr>
      <vt:lpstr>페이지 제목 (맑은 고딕Bold 26pt)</vt:lpstr>
      <vt:lpstr>페이지 제목 (맑은 고딕Bold 26pt)</vt:lpstr>
      <vt:lpstr>페이지 제목 (맑은 고딕Bold 26pt)</vt:lpstr>
      <vt:lpstr>페이지 제목 (맑은 고딕Bold 26pt)</vt:lpstr>
      <vt:lpstr>페이지 제목 (맑은 고딕Bold 26pt)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오브젝트 모음</vt:lpstr>
      <vt:lpstr>오브젝트 모음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GDS, KLARF, E-Test 연관 분석 방법</dc:title>
  <dc:creator/>
  <cp:lastModifiedBy/>
  <cp:revision>1</cp:revision>
  <dcterms:created xsi:type="dcterms:W3CDTF">2013-11-13T01:08:07Z</dcterms:created>
  <dcterms:modified xsi:type="dcterms:W3CDTF">2026-05-03T23:15:57Z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0x0101003F0D996D5B674C4386830A6AB0E50984</vt:lpwstr>
  </property>
  <property fmtid="{5C58129F-E5B8-477A-9B38-B3E54BFA04C8}" pid="2">
    <vt:lpwstr>A2265D46B23E86417CDAB57A7F05BAAEADCBBC752B73D54DA3E9536622969EE5</vt:lpwstr>
  </property>
</Properties>
</file>