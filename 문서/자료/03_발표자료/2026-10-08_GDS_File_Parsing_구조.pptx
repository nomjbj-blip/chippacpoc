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e793367-9de3-b394-15f4-5a3ed9be0768}">
          <p14:sldIdLst>
            <p14:sldId id="256"/>
            <p14:sldId id="257"/>
          </p14:sldIdLst>
        </p14:section>
        <p14:section name="1부 개념" id="{35d66ab3-d948-f625-ee5f-0e670bc65e08}">
          <p14:sldIdLst>
            <p14:sldId id="258"/>
            <p14:sldId id="259"/>
            <p14:sldId id="260"/>
            <p14:sldId id="261"/>
          </p14:sldIdLst>
        </p14:section>
        <p14:section name="2부 파싱 구조" id="{1b3df323-daa2-8b47-b282-e6d1af4757b9}">
          <p14:sldIdLst>
            <p14:sldId id="262"/>
            <p14:sldId id="263"/>
            <p14:sldId id="264"/>
            <p14:sldId id="265"/>
            <p14:sldId id="266"/>
          </p14:sldIdLst>
        </p14:section>
        <p14:section name="3부 Element 상세" id="{d7c3282b-3b9a-cee6-2d86-e05b632f1ecd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4부 이후 흐름과 한계" id="{51d7754b-2976-c58b-02e4-6a351c1e5ddc}">
          <p14:sldIdLst>
            <p14:sldId id="274"/>
            <p14:sldId id="275"/>
            <p14:sldId id="276"/>
            <p14:sldId id="277"/>
            <p14:sldId id="278"/>
          </p14:sldIdLst>
        </p14:section>
        <p14:section name="5부 화면 표시" id="{aa42666b-2492-8dc6-4985-83baa392bd41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정리" id="{fdc36e14-8e3c-6d5e-ff82-12f1dcd49bae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앞부분(1부)은 개념 그림 위주, 뒷부분(2~4부)은 소스 기준 개발 상세입니다. 색은 Element 종류별로 덱 전체에서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트리의 SREF는 다른 Structure를 가리키는 화살표입니다. 오른쪽은 TOP을 펼친 결과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태그 오른쪽 숫자는 레코드 종류 코드입니다. 2부에서 다시 나옵니다. 빨간 점은 TEXT의 기준 좌표입니다.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GdsLayerList.AddElement는 LayerID로 BinarySearch 해서 정렬 위치에 넣습니다. Element 비교 기준은 LayerID, ElementName, Bounds 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 2는 결과 누락으로 이어질 수 있어 고객 GDS에서 우선 확인이 필요합니다. 3~6은 현재 샘플에서는 영향이 확인되지 않았습니다(코드 기준 정리).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Label과 원점 표시는 GPU 버퍼에 들어가지 않고 매 프레임 GDI로 그 위에 덧그립니다. 그래서 문자열이 많아도 GPU 메모리는 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52044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GDS File Parsing 구조  /  GdsMapControl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GDS File Parsing 구조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5204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GdsMapControl 파서가 GDSII 바이너리를 읽어 도형 객체로 만드는 과정과 Element 5종 설명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2026-10-08  /  ChippacPOC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2120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BOUNDARY  0x08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52120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PATH  0x09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52120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SREF  0x0A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52120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AREF  0x0B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5212080"/>
            <a:ext cx="141732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TEXT  0x0C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장 요약: 파일에서 화면까지 5단계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① .gds 파일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바이너리 레코드가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순서대로 나열된 파일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51176" y="2171700"/>
            <a:ext cx="2377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825496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② GdsReader.Read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25496" y="260604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레코드를 하나씩 읽어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객체로 변환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28032" y="2171700"/>
            <a:ext cx="2377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102352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GdsLibrary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02352" y="260604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 / Layer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Element 메모리 모델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04888" y="2171700"/>
            <a:ext cx="2377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379208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FlattenStructure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79208" y="260604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SREF 참조를 펼쳐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실제 위치 좌표 계산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81744" y="2171700"/>
            <a:ext cx="2377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656064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⑤ 화면 / Chain / DB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56064" y="260604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OpenGL 표시, Chain 탐색,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TQP_GDS_* 저장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25496" y="3931920"/>
            <a:ext cx="4242816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25496" y="406908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이 자료의 중심 (2~3부)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79208" y="3931920"/>
            <a:ext cx="4242816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79208" y="4069080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연결만 설명 (4부)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3175" tIns="3175" rIns="3175" bIns="317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핵심: GDS 파일은 "길이 + 종류 + 값" 레코드의 나열이다. 파서는 레코드 종류(RecordType)만 보고 switch로 분기해 현재 만들고 있는 Structure / Element에 값을 채운다.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1부  GDS 파일은 어떻게 생겼나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Library / Structure / Layer / Element의 관계를 그림으로 봅니다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GDS는 Library &gt; Structure &gt; Element 3단계 계층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32588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Library (파일 1개)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H="1">
            <a:off x="1325880" y="1874520"/>
            <a:ext cx="2103120" cy="5029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874520"/>
            <a:ext cx="411480" cy="5029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BUMP_CELL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874520"/>
            <a:ext cx="2011680" cy="5029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RDL_CELL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0" cy="4389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192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154680"/>
            <a:ext cx="868680" cy="310896"/>
          </a:xfrm>
          <a:prstGeom prst="roundRect">
            <a:avLst>
              <a:gd name="adj" fmla="val 5294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SREF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182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BUMP_CELL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880360"/>
            <a:ext cx="0" cy="8961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764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611880"/>
            <a:ext cx="868680" cy="310896"/>
          </a:xfrm>
          <a:prstGeom prst="roundRect">
            <a:avLst>
              <a:gd name="adj" fmla="val 5294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SREF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BUMP_CELL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880360"/>
            <a:ext cx="0" cy="13533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336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069080"/>
            <a:ext cx="868680" cy="310896"/>
          </a:xfrm>
          <a:prstGeom prst="roundRect">
            <a:avLst>
              <a:gd name="adj" fmla="val 5294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SREF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RDL_CELL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2880360"/>
            <a:ext cx="0" cy="18105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6908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526280"/>
            <a:ext cx="868680" cy="310896"/>
          </a:xfrm>
          <a:prstGeom prst="roundRect">
            <a:avLst>
              <a:gd name="adj" fmla="val 52941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TEXT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"VDD"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0" cy="4389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3192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83280" y="3154680"/>
            <a:ext cx="1143000" cy="310896"/>
          </a:xfrm>
          <a:prstGeom prst="roundRect">
            <a:avLst>
              <a:gd name="adj" fmla="val 5294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BOUNDARY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0" cy="8961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7764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611880"/>
            <a:ext cx="1143000" cy="310896"/>
          </a:xfrm>
          <a:prstGeom prst="roundRect">
            <a:avLst>
              <a:gd name="adj" fmla="val 5294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BOUNDARY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80360"/>
            <a:ext cx="0" cy="4389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3192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83480" y="3154680"/>
            <a:ext cx="1143000" cy="310896"/>
          </a:xfrm>
          <a:prstGeom prst="roundRect">
            <a:avLst>
              <a:gd name="adj" fmla="val 5294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880360"/>
            <a:ext cx="0" cy="89611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776472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83480" y="3611880"/>
            <a:ext cx="1143000" cy="310896"/>
          </a:xfrm>
          <a:prstGeom prst="roundRect">
            <a:avLst>
              <a:gd name="adj" fmla="val 5294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BOUNDARY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1206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Library: 파일 전체. 이름과 좌표 단위(UNITS)를 가진다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Structure(Cell): 도형 묶음 하나. 이름으로 구분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Element: 실제 도형 또는 다른 Structure 참조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1325880"/>
            <a:ext cx="5212080" cy="411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TOP을 화면에 그리면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201168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086600" y="224028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2048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201168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823960" y="224028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79408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0" y="201168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287000" y="224028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42448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365760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7086600" y="388620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42048" y="4041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0" y="365760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823960" y="388620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79408" y="4041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58400" y="3657600"/>
            <a:ext cx="1097280" cy="1097280"/>
          </a:xfrm>
          <a:prstGeom prst="rect">
            <a:avLst/>
          </a:prstGeom>
          <a:ln w="15875">
            <a:solidFill>
              <a:schemeClr val="accent3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0287000" y="3886200"/>
            <a:ext cx="640080" cy="64008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42448" y="4041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06640" y="3108960"/>
            <a:ext cx="0" cy="548640"/>
          </a:xfrm>
          <a:prstGeom prst="line">
            <a:avLst/>
          </a:prstGeom>
          <a:noFill/>
          <a:ln w="76200">
            <a:solidFill>
              <a:schemeClr val="accent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0" y="3108960"/>
            <a:ext cx="1463040" cy="548640"/>
          </a:xfrm>
          <a:prstGeom prst="line">
            <a:avLst/>
          </a:prstGeom>
          <a:noFill/>
          <a:ln w="76200">
            <a:solidFill>
              <a:schemeClr val="accent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3796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보라 점선 = SREF로 놓인 BUMP_CELL (같은 정의를 6번 재사용)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0" y="5577840"/>
            <a:ext cx="5212080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같은 Cell을 참조로 재사용하므로 파일은 작다. 대신 그릴 때 참조를 펼쳐(Flatten) 실제 위치를 계산해야 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Layer: 도형마다 붙은 공정층 번호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480560" cy="1097280"/>
          </a:xfrm>
          <a:prstGeom prst="parallelogram">
            <a:avLst/>
          </a:prstGeom>
          <a:solidFill>
            <a:schemeClr val="accent2">
              <a:alpha val="2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949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Layer 3  (Bump)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4480560" cy="1097280"/>
          </a:xfrm>
          <a:prstGeom prst="parallelogram">
            <a:avLst/>
          </a:prstGeom>
          <a:solidFill>
            <a:schemeClr val="accent4">
              <a:alpha val="2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Layer 2  (RDL)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4480560" cy="1097280"/>
          </a:xfrm>
          <a:prstGeom prst="parallelogram">
            <a:avLst/>
          </a:prstGeom>
          <a:solidFill>
            <a:schemeClr val="accent1">
              <a:alpha val="2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Layer 1  (Pad)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874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383280"/>
            <a:ext cx="2194560" cy="0"/>
          </a:xfrm>
          <a:prstGeom prst="line">
            <a:avLst/>
          </a:prstGeom>
          <a:noFill/>
          <a:ln w="889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297680" y="3154680"/>
            <a:ext cx="228600" cy="228600"/>
          </a:xfrm>
          <a:prstGeom prst="line">
            <a:avLst/>
          </a:prstGeom>
          <a:noFill/>
          <a:ln w="889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4434840"/>
            <a:ext cx="5486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4434840"/>
            <a:ext cx="5486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4434840"/>
            <a:ext cx="5486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463040"/>
            <a:ext cx="4663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LAYER 레코드(0x0D)의 정수 값 = LayerID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모든 도형은 반드시 하나의 Layer에 속한다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DATATYPE(0x0E) = 같은 Layer 안의 세부 구분 번호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파서는 Structure 안에서 Layer 별로 도형을 모아 정렬해 둔다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Layer 체크 / 색상 / Chain 탐색 대상 선택이 이 단위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5"/>
                </a:solidFill>
              </a:rPr>
              <a:t>Layer ≠ Chain</a:t>
            </a:r>
            <a:endParaRPr lang="en-US" sz="14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Chain은 여러 Layer 도형이 연결된 묶음. Layer 하나를 Chain 하나로 보지 않는다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Element 5종 한눈에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0312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65960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60">
                <a:moveTo>
                  <a:pt x="0" y="1280160"/>
                </a:moveTo>
                <a:lnTo>
                  <a:pt x="1280160" y="1280160"/>
                </a:lnTo>
                <a:lnTo>
                  <a:pt x="1280160" y="731520"/>
                </a:lnTo>
                <a:lnTo>
                  <a:pt x="548640" y="731520"/>
                </a:lnTo>
                <a:lnTo>
                  <a:pt x="54864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8862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BOUNDARY  0x08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닫힌 다각형.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Pad / Bump / Via 같은 면 도형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371600"/>
            <a:ext cx="210312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3063240"/>
            <a:ext cx="640080" cy="0"/>
          </a:xfrm>
          <a:prstGeom prst="line">
            <a:avLst/>
          </a:prstGeom>
          <a:noFill/>
          <a:ln w="1524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749040" y="2240280"/>
            <a:ext cx="0" cy="822960"/>
          </a:xfrm>
          <a:prstGeom prst="line">
            <a:avLst/>
          </a:prstGeom>
          <a:noFill/>
          <a:ln w="1524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40280"/>
            <a:ext cx="822960" cy="0"/>
          </a:xfrm>
          <a:prstGeom prst="line">
            <a:avLst/>
          </a:prstGeom>
          <a:noFill/>
          <a:ln w="1524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38862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PATH  0x09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43891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중심선 + 폭.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배선(RDL) 같은 선 도형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0312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2057400"/>
            <a:ext cx="1280160" cy="1097280"/>
          </a:xfrm>
          <a:prstGeom prst="rect">
            <a:avLst/>
          </a:prstGeom>
          <a:ln w="19050">
            <a:solidFill>
              <a:schemeClr val="accent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760720" y="2331720"/>
            <a:ext cx="640080" cy="548640"/>
          </a:xfrm>
          <a:prstGeom prst="rect">
            <a:avLst/>
          </a:prstGeom>
          <a:solidFill>
            <a:schemeClr val="accent3">
              <a:alpha val="6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3090672"/>
            <a:ext cx="128016" cy="128016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8862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SREF  0x0A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3891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다른 Structure 1개를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위치 / 회전 / 미러 / 배율로 배치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69480" y="1371600"/>
            <a:ext cx="210312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0" y="201168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01168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201168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201168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42316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42316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42316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242316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283464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283464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283464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2834640"/>
            <a:ext cx="292608" cy="292608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52360" y="38862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AREF  0x0B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3891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다른 Structure를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열 × 행 배열로 반복 배치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09760" y="1371600"/>
            <a:ext cx="2103120" cy="4754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1268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9948672" y="2267712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2640" y="38862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TEXT  0x0C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43891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문자열 + 위치.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신호 이름, 라벨 표시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2부  GdsReader는 파일을 어떻게 읽나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레코드 바이트 구조 / 파일 안 순서 / Read() 흐름 / 레코드별 처리 대응표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레코드 1개 = [길이 2B][종류 1B][자료형 1B][값]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예 1) LAYER 레코드: 이 도형은 Layer 31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371600" cy="64008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96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길이 = 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(헤더 4B 포함)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1783080"/>
            <a:ext cx="914400" cy="6400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75104" y="2496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종류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LAYER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1783080"/>
            <a:ext cx="914400" cy="64008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44368" y="2496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자료형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13632" y="1783080"/>
            <a:ext cx="1371600" cy="6400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1F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2496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값 = 31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(LayerID)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예 2) XY 레코드: BOUNDARY 꼭짓점 5개 (첫 점 = 마지막 점)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57600"/>
            <a:ext cx="1371600" cy="64008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2C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708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길이 = 44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= 4 + 8 × 5점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75104" y="3657600"/>
            <a:ext cx="914400" cy="6400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975104" y="4370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종류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XY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3657600"/>
            <a:ext cx="914400" cy="64008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4370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자료형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3657600"/>
            <a:ext cx="1463040" cy="6400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00 00 03 E8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X0 = 1000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3657600"/>
            <a:ext cx="1463040" cy="6400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00 07 D0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Y0 = 2000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657600"/>
            <a:ext cx="914400" cy="64008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370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X1,Y1 … X4,Y4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15400" y="1371600"/>
          <a:ext cx="2743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없음 (ENDEL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 배열 2B (STRANS)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INT2 정수 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INT4 정수 4B (좌표)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REAL8 실수 8B (단위 / 각도)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ASCII 문자열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모든 숫자는 Big-Endian(앞 바이트가 큰 자리). x86은 반대라서 BE16 / I16 / I32에서 바이트 순서를 뒤집어 읽는다. 데이터 길이 = 길이 − 4.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파일 안 레코드 순서: 중첩된 반복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2944368"/>
            <a:ext cx="6400800" cy="2487168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767328"/>
            <a:ext cx="5943600" cy="1243584"/>
          </a:xfrm>
          <a:prstGeom prst="rect">
            <a:avLst/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08176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accent6">
              <a:alpha val="70000"/>
            </a:schemeClr>
          </a:solidFill>
          <a:ln w="12700">
            <a:solidFill>
              <a:schemeClr val="accent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35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버전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0512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accent6">
              <a:alpha val="70000"/>
            </a:schemeClr>
          </a:solidFill>
          <a:ln w="12700">
            <a:solidFill>
              <a:schemeClr val="accent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BGNLIB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837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라이브러리 시작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12848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240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LIBNAME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lib.Name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15184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642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좌표 단위 2개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17520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044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BGNSTR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Structure 시작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419856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4472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STRNAME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Structure 이름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22192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08~0C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3849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… TEXT (5종)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849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Element 시작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224528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0D …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240280" y="4251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LAYER, DATATYPE, XY …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속성 레코드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626864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46542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4654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Element 끝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029200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5056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ENDSTR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0" y="5056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Structure 끝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431536"/>
            <a:ext cx="777240" cy="310896"/>
          </a:xfrm>
          <a:prstGeom prst="roundRect">
            <a:avLst>
              <a:gd name="adj" fmla="val 11765"/>
            </a:avLst>
          </a:prstGeom>
          <a:solidFill>
            <a:schemeClr val="accent6">
              <a:alpha val="70000"/>
            </a:schemeClr>
          </a:solidFill>
          <a:ln w="12700">
            <a:solidFill>
              <a:schemeClr val="accent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508760" y="5458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ENDLIB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5458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파일 끝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Structure 반복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Element 반복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778240" y="146304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파서가 기억하는 상태는 2개뿐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str: 지금 채우는 Structure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el: 지금 채우는 Element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속성 레코드는 "지금 el"에 값을 넣는다</a:t>
            </a:r>
            <a:endParaRPr lang="en-US" sz="13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그래서 순서만 맞으면 레코드별 처리는 짧다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6"/>
                </a:solidFill>
              </a:rPr>
              <a:t>회색 레코드는 switch에 없어 읽고 넘어간다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GdsReader.Read() 흐름: 읽기 루프 + 상태 2개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FileStream / BufferedStream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1MB 버퍼, SequentialScan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94560" y="1947672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48640" y="2130552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BE16: 길이 2B 읽기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2752344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935224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RecordType 1B / DataType 1B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3557016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3739896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데이터 (길이 − 4) B를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64KB 재사용 버퍼에 읽기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361688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4544568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switch (recordType)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5166360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5349240"/>
            <a:ext cx="3291840" cy="621792"/>
          </a:xfrm>
          <a:prstGeom prst="roundRect">
            <a:avLst>
              <a:gd name="adj" fmla="val 11765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ReportProgress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(100ms 간격만 이벤트)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5660136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60520" y="2441448"/>
            <a:ext cx="0" cy="321868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858768" y="2441448"/>
            <a:ext cx="30175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224528" y="37764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위치 &lt; 파일 길이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동안 반복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1325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switch가 상태(str / el)를 바꾸는 방식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178308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BGNSTR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08483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046720" y="178308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= new GdsStructure()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51460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281635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8046720" y="251460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str.Name = 문자열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24612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… 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354787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046720" y="324612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= new GdsBoundary() 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el.ElementName = "BOUNDARY"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397764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/ XY / WIDTH 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427939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046720" y="397764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el의 필드에 값 저장 (Set* 함수)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470916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501091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046720" y="470916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el.SetBounds()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str.Layers.AddElement(el)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= null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5440680"/>
            <a:ext cx="1828800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ENDSTR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5742432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046720" y="5440680"/>
            <a:ext cx="361188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str.Bounds = 모든 도형 범위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lib.Structures.Add(str)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= null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레코드 종류별 처리 대응표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17320"/>
                <a:gridCol w="32918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/ 저장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lib.Name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UNITS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ReadUnits → UserUnit / DatabaseUnit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BGNSTR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 = new GdsStructure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str.Name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ENDSTR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str.Bounds 계산, lib.Structures.Add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BOUNDARY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= new GdsBoundary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= new GdsPath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SREF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= new GdsSRef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AREF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= new GdsARef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 = new GdsText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ENDEL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EndElement: SetBounds, Layer에 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el.LayerID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17320"/>
                <a:gridCol w="32918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/ 저장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el.DataType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WIDTH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Path.Width (× DB 단위)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SetXY: 좌표 배열 (Element 별 의미 다름)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SRef / ARef.StructureName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COLROW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ARef.Columns / Rows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Text.TextType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PRESENTATION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 기준점 / 글꼴 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Text.Text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STRANS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Transform.MirrorX (0x8000 비트)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Transform.Magnification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0x1C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ANGLE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Transform.Rotation (도)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Path.PathType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52160"/>
            <a:ext cx="111099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그 밖의 레코드 (HEADER, BGNLIB, ENDLIB, BOX, NODE, PROPATTR, PROPVALUE …)는 switch에 없어 읽고 건너뛴다.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3부  Element 별 상세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각 Element가 어떤 레코드로 구성되고 어떤 필드에 저장되는지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BOUNDARY: 닫힌 다각형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75488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341120" y="1325880"/>
            <a:ext cx="0" cy="42062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3600" y="1325880"/>
            <a:ext cx="0" cy="42062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325880"/>
            <a:ext cx="0" cy="42062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18560" y="1325880"/>
            <a:ext cx="0" cy="42062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1040" y="1325880"/>
            <a:ext cx="0" cy="42062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08376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849624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690872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1120" y="2167128"/>
            <a:ext cx="3169920" cy="2523744"/>
          </a:xfrm>
          <a:custGeom>
            <a:avLst/>
            <a:gdLst/>
            <a:ahLst/>
            <a:cxnLst/>
            <a:rect l="l" t="t" r="r" b="b"/>
            <a:pathLst>
              <a:path w="3169920" h="2523744">
                <a:moveTo>
                  <a:pt x="0" y="2523744"/>
                </a:moveTo>
                <a:lnTo>
                  <a:pt x="3169920" y="2523744"/>
                </a:lnTo>
                <a:lnTo>
                  <a:pt x="3169920" y="1261872"/>
                </a:lnTo>
                <a:lnTo>
                  <a:pt x="1188720" y="1261872"/>
                </a:lnTo>
                <a:lnTo>
                  <a:pt x="118872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77112" y="4626864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4272" y="4398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= P6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7032" y="4626864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4192" y="4398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47032" y="3364992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4192" y="3136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5832" y="3364992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2992" y="3136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5832" y="2103120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02992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77112" y="2103120"/>
            <a:ext cx="128016" cy="128016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4272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XY에 꼭짓점을 순서대로 저장. 마지막 점은 첫 점과 같아 닫힌다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1325880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BOUNDARY  0x08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레코드 순서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210312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BOUNDARY  0x08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2542032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    31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980944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  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3419856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       P0 … P6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858768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     0x11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1783080"/>
            <a:ext cx="3017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GdsBoundary.Points : GPoint[]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좌표 = INT4 × DatabaseUnit (µm)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Bounds = 꼭짓점의 최소 / 최대 X, Y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ENDEL 시 SetBounds → Layer에 정렬 삽입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화면: 채운 다각형으로 그림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Flatten에서 closed = true로 Scene 생성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Pad / Bump / Via 등 대부분의 면 도형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PATH: 중심선 + 폭, 끝 모양은 PathType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766560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926080"/>
            <a:ext cx="2194560" cy="0"/>
          </a:xfrm>
          <a:prstGeom prst="line">
            <a:avLst/>
          </a:prstGeom>
          <a:noFill/>
          <a:ln w="2794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3291840" y="1828800"/>
            <a:ext cx="0" cy="1097280"/>
          </a:xfrm>
          <a:prstGeom prst="line">
            <a:avLst/>
          </a:prstGeom>
          <a:noFill/>
          <a:ln w="2794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828800"/>
            <a:ext cx="3291840" cy="0"/>
          </a:xfrm>
          <a:prstGeom prst="line">
            <a:avLst/>
          </a:prstGeom>
          <a:noFill/>
          <a:ln w="2794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26080"/>
            <a:ext cx="219456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V="1">
            <a:off x="3291840" y="1828800"/>
            <a:ext cx="0" cy="109728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91840" y="1828800"/>
            <a:ext cx="329184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42416" y="2871216"/>
            <a:ext cx="109728" cy="1097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090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6976" y="2871216"/>
            <a:ext cx="109728" cy="1097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3090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6976" y="1773936"/>
            <a:ext cx="109728" cy="1097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28816" y="1773936"/>
            <a:ext cx="109728" cy="1097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554480"/>
            <a:ext cx="0" cy="54864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Width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XY = 중심선 점들 (흰 점선)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148840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Flush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4617720"/>
            <a:ext cx="114300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846320"/>
            <a:ext cx="114300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05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끝점에서 바로 자름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3703320"/>
            <a:ext cx="2148840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97180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Round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4617720"/>
            <a:ext cx="114300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46177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46177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4846320"/>
            <a:ext cx="114300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91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4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71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끝에 반원 (지름 = 폭)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3703320"/>
            <a:ext cx="2148840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5780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Extended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94960" y="4617720"/>
            <a:ext cx="160020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23560" y="4846320"/>
            <a:ext cx="114300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577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4800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57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끝을 폭/2 만큼 연장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680960" y="132588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PATH  0x09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680960" y="178308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     0x09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2221992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/ DATATYPE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680960" y="2660904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PATHTYPE  0x21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680960" y="3099816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    0x0F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680960" y="3538728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       P0 … Pn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680960" y="397764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     0x11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680960" y="4526280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Points, Width, PathType 저장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Width = INT4 × DB 단위. 음수(절대 폭)도 Abs로 사용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Bounds = 점 범위 + Width / 2 사방 확장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PathType 4 (사용자 지정 연장)는 BGNEXTN / ENDEXTN을 읽지 않아 0처럼 그린다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SREF: 다른 Structure를 변환해서 한 번 배치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031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60320"/>
            <a:ext cx="1920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463040"/>
            <a:ext cx="0" cy="21945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975104"/>
            <a:ext cx="409651" cy="585216"/>
          </a:xfrm>
          <a:custGeom>
            <a:avLst/>
            <a:gdLst/>
            <a:ahLst/>
            <a:cxnLst/>
            <a:rect l="l" t="t" r="r" b="b"/>
            <a:pathLst>
              <a:path w="409651" h="585216">
                <a:moveTo>
                  <a:pt x="0" y="585216"/>
                </a:moveTo>
                <a:lnTo>
                  <a:pt x="0" y="0"/>
                </a:lnTo>
                <a:lnTo>
                  <a:pt x="409651" y="0"/>
                </a:lnTo>
                <a:lnTo>
                  <a:pt x="409651" y="146304"/>
                </a:lnTo>
                <a:lnTo>
                  <a:pt x="146304" y="146304"/>
                </a:lnTo>
                <a:lnTo>
                  <a:pt x="146304" y="585216"/>
                </a:lnTo>
                <a:close/>
              </a:path>
            </a:pathLst>
          </a:custGeom>
          <a:solidFill>
            <a:schemeClr val="accent6">
              <a:alpha val="60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14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원래 Cell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60904" y="2560320"/>
            <a:ext cx="128016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98064" y="1371600"/>
            <a:ext cx="21031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2889504" y="2560320"/>
            <a:ext cx="1920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9624" y="1463040"/>
            <a:ext cx="0" cy="21945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9624" y="2560320"/>
            <a:ext cx="409651" cy="585216"/>
          </a:xfrm>
          <a:custGeom>
            <a:avLst/>
            <a:gdLst/>
            <a:ahLst/>
            <a:cxnLst/>
            <a:rect l="l" t="t" r="r" b="b"/>
            <a:pathLst>
              <a:path w="409651" h="585216">
                <a:moveTo>
                  <a:pt x="0" y="0"/>
                </a:moveTo>
                <a:lnTo>
                  <a:pt x="0" y="585216"/>
                </a:lnTo>
                <a:lnTo>
                  <a:pt x="409651" y="585216"/>
                </a:lnTo>
                <a:lnTo>
                  <a:pt x="409651" y="438912"/>
                </a:lnTo>
                <a:lnTo>
                  <a:pt x="146304" y="438912"/>
                </a:lnTo>
                <a:lnTo>
                  <a:pt x="146304" y="0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2514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① STRANS 미러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 → −Y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0328" y="2560320"/>
            <a:ext cx="128016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47488" y="1371600"/>
            <a:ext cx="21031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5138928" y="2560320"/>
            <a:ext cx="1920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048" y="1463040"/>
            <a:ext cx="0" cy="21945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2560320"/>
            <a:ext cx="532547" cy="760781"/>
          </a:xfrm>
          <a:custGeom>
            <a:avLst/>
            <a:gdLst/>
            <a:ahLst/>
            <a:cxnLst/>
            <a:rect l="l" t="t" r="r" b="b"/>
            <a:pathLst>
              <a:path w="532547" h="760781">
                <a:moveTo>
                  <a:pt x="0" y="0"/>
                </a:moveTo>
                <a:lnTo>
                  <a:pt x="0" y="760781"/>
                </a:lnTo>
                <a:lnTo>
                  <a:pt x="532547" y="760781"/>
                </a:lnTo>
                <a:lnTo>
                  <a:pt x="532547" y="570586"/>
                </a:lnTo>
                <a:lnTo>
                  <a:pt x="190195" y="570586"/>
                </a:lnTo>
                <a:lnTo>
                  <a:pt x="190195" y="0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2514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47488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② MAG 배율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× 1.3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59752" y="2560320"/>
            <a:ext cx="128016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96912" y="1371600"/>
            <a:ext cx="21031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88352" y="2560320"/>
            <a:ext cx="1920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8472" y="1463040"/>
            <a:ext cx="0" cy="21945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8472" y="2027773"/>
            <a:ext cx="760781" cy="532547"/>
          </a:xfrm>
          <a:custGeom>
            <a:avLst/>
            <a:gdLst/>
            <a:ahLst/>
            <a:cxnLst/>
            <a:rect l="l" t="t" r="r" b="b"/>
            <a:pathLst>
              <a:path w="760781" h="532547">
                <a:moveTo>
                  <a:pt x="0" y="532547"/>
                </a:moveTo>
                <a:lnTo>
                  <a:pt x="760781" y="532547"/>
                </a:lnTo>
                <a:lnTo>
                  <a:pt x="760781" y="0"/>
                </a:lnTo>
                <a:lnTo>
                  <a:pt x="570586" y="0"/>
                </a:lnTo>
                <a:lnTo>
                  <a:pt x="570586" y="342351"/>
                </a:lnTo>
                <a:lnTo>
                  <a:pt x="0" y="342351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2752" y="251460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③ ANGLE 회전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90°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09176" y="2560320"/>
            <a:ext cx="128016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46336" y="1371600"/>
            <a:ext cx="21031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Shape 30"/>
          <p:cNvSpPr/>
          <p:nvPr/>
        </p:nvSpPr>
        <p:spPr>
          <a:xfrm>
            <a:off x="9637776" y="2651760"/>
            <a:ext cx="19202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1463040"/>
            <a:ext cx="0" cy="219456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97312" y="1972909"/>
            <a:ext cx="760781" cy="532547"/>
          </a:xfrm>
          <a:custGeom>
            <a:avLst/>
            <a:gdLst/>
            <a:ahLst/>
            <a:cxnLst/>
            <a:rect l="l" t="t" r="r" b="b"/>
            <a:pathLst>
              <a:path w="760781" h="532547">
                <a:moveTo>
                  <a:pt x="0" y="532547"/>
                </a:moveTo>
                <a:lnTo>
                  <a:pt x="760781" y="532547"/>
                </a:lnTo>
                <a:lnTo>
                  <a:pt x="760781" y="0"/>
                </a:lnTo>
                <a:lnTo>
                  <a:pt x="570586" y="0"/>
                </a:lnTo>
                <a:lnTo>
                  <a:pt x="570586" y="342351"/>
                </a:lnTo>
                <a:lnTo>
                  <a:pt x="0" y="342351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66376" y="2606040"/>
            <a:ext cx="91440" cy="9144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46336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④ XY 원점으로 이동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(+2, +0.5)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52628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SREF      0x0A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965192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SNAME     "BUMP_CELL"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404104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STRANS / MAG / ANGLE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43016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       원점 1점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566160" y="4526280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GdsSRef: StructureName, Origin + 공통 Transform(MirrorX, Magnification, Rotation)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Flatten에서 GdsGeometry.CreateTransform으로 행렬을 만들고 Origin 이동을 붙인 뒤, 부모 행렬과 곱해 자식 Structure를 재귀로 펼친다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재귀 깊이 64 제한 / 자기 자신을 다시 부르는 순환 참조는 건너뜀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참조한 Structure 이름이 없으면 그 SREF는 그리지 않음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AREF: 다른 Structure를 열 × 행 배열로 배치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4480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06908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406908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406908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406908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97180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97180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97180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97180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187452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87452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87452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874520"/>
            <a:ext cx="822960" cy="8229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5001768"/>
            <a:ext cx="146304" cy="14630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XY[0] Origin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87568" y="5001768"/>
            <a:ext cx="146304" cy="14630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5166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XY[1] = Origin + 열 피치 ×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1709928"/>
            <a:ext cx="146304" cy="146304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XY[2] = Origin + 행 피치 ×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88720" y="5074920"/>
            <a:ext cx="452628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188720" y="1828800"/>
            <a:ext cx="0" cy="32461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49440" y="132588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AREF  0x0B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78308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AREF      0x0B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221992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SNAME     Cell 이름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660904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STRANS / MAG / ANGLE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099816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COLROW    4, 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538728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       3점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977640"/>
            <a:ext cx="2743200" cy="347472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ENDEL     0x11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526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GdsARef: Columns, Rows, Origin, ColVector, RowVector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한 칸 피치 = (ColVector − Origin) / Columns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349240"/>
            <a:ext cx="4754880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주의: 현재 FlattenStructure에 AREF 분기가 없다. 읽어서 객체로는 보관하지만 화면 / Chain / DB 저장에는 나오지 않는다.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TEXT: 문자열 + 기준 좌표 + 기준점(PRESENTATION)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12161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가로 →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554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1888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440180" y="1888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80744" y="1828800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554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040380" y="1888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040380" y="1888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83864" y="1828800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554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40580" y="1888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640580" y="1888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6984" y="1828800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063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Middle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2697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80" y="3031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440180" y="3031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80744" y="3163824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2697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3040380" y="3031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3040380" y="3031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83864" y="3163824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2697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40580" y="3031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640580" y="3031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586984" y="3163824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Bottom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88720" y="3840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0180" y="4174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1440180" y="4174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80744" y="4498848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3840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3040380" y="4174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3040380" y="4174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483864" y="4498848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840480"/>
            <a:ext cx="1508760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0" name="Shape 38"/>
          <p:cNvSpPr/>
          <p:nvPr/>
        </p:nvSpPr>
        <p:spPr>
          <a:xfrm>
            <a:off x="4640580" y="4174236"/>
            <a:ext cx="1005840" cy="384048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640580" y="41742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586984" y="4498848"/>
            <a:ext cx="118872" cy="118872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빨간 점 = XY 좌표. 문자열의 어느 지점을 그 좌표에 맞출지 9가지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PRESENTATION (0x17) 비트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0" y="1737360"/>
            <a:ext cx="1463040" cy="4114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… 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22128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사용 안 함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357616" y="1737360"/>
            <a:ext cx="1051560" cy="4114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357616" y="22128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글꼴 번호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445752" y="1737360"/>
            <a:ext cx="1051560" cy="4114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445752" y="22128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세로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 Top 1 Mid 2 Bot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33888" y="1737360"/>
            <a:ext cx="1051560" cy="4114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533888" y="221284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가로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0 Left 1 Ctr 2 Right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3017520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TEXT  0x0C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0" y="3520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GdsText: Text(STRING), Position(XY 1점), TextType, FontNumber, 가로 / 세로 기준점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예약값 3은 기본값 Left / Top으로 처리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Bounds는 위치 1점 (글자 크기는 화면에서 결정)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Flatten에서 위치만 변환 후 Label로 등록. 글꼴 크기는 이웃 간격 × 0.4, 최대 64px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좌표와 단위: 정수 좌표 × DatabaseUnit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UNITS 레코드 (0x03)의 값 16바이트 = REAL8 2개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5486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3E 41 89 37 4B C6 A7 F0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737360"/>
            <a:ext cx="5623560" cy="54864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44 B8 2F A0 9B 5A 54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UserUnit = 0.001 (사용자 단위당 DB 단위 비율 예시)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3317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DatabaseUnit = 1e-9 m (정수 1 = 1 nm 예시)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REAL8 (IBM 부동소수) 해석: Real8()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822960" cy="50292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 1bit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3246120"/>
            <a:ext cx="1737360" cy="50292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지수 7bit (−64)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3246120"/>
            <a:ext cx="2743200" cy="50292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가수 56bit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값 = ± (가수 / 2^56) × 16^(지수 − 64)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16^n은 미리 계산한 표(Pow16Table)에서 조회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좌표 계산 예 (GdsMapForm은 LengthUnit = Micrometer로 읽음)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XY 정수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58768" y="5074920"/>
            <a:ext cx="4663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34340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× DatabaseUnit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1e-9 m × 1,000,000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= 0.001 µm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53528" y="5074920"/>
            <a:ext cx="46634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13816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= 1.0 µm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화면 / DB 좌표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ReadUnits에서 두 단위에 LengthUnit 배수를 곱해 두므로 이후 모든 좌표 / 폭은 µm 기준 double이다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4부  메모리 모델 / 이후 흐름 / 한계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파싱 결과가 어떤 객체로 남고, 화면 / Chain / DB로 어떻게 넘어가는지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파싱 결과 메모리 모델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737360" cy="777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GdsLibrary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325880"/>
            <a:ext cx="3017520" cy="7772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/ UserUnit / DatabaseUnit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Structures : GdsStructureList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17320" y="210312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1737360" cy="777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GdsStructure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377440"/>
            <a:ext cx="3017520" cy="7772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/ Bounds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 : GdsLayerList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315468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737360" cy="777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GdsLayerList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429000"/>
            <a:ext cx="3017520" cy="7772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LayerID 순 정렬 List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DuplicatedItems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420624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4480560"/>
            <a:ext cx="1737360" cy="77724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GdsLayer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4480560"/>
            <a:ext cx="3017520" cy="7772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LayerID / Visible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Elements : GdsElementList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525780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5532120"/>
            <a:ext cx="4754880" cy="73152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GdsElement (abstract)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LayerID / DataType / ElementName / Transform / Bounds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325880"/>
            <a:ext cx="1737360" cy="82296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GdsBoundary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1325880"/>
            <a:ext cx="3886200" cy="822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313432"/>
            <a:ext cx="1737360" cy="82296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GdsPath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313432"/>
            <a:ext cx="3886200" cy="822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/ Width / PathType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300984"/>
            <a:ext cx="1737360" cy="822960"/>
          </a:xfrm>
          <a:prstGeom prst="roundRect">
            <a:avLst>
              <a:gd name="adj" fmla="val 4444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GdsSRef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300984"/>
            <a:ext cx="3886200" cy="822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StructureName / Origin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288536"/>
            <a:ext cx="1737360" cy="822960"/>
          </a:xfrm>
          <a:prstGeom prst="roundRect">
            <a:avLst>
              <a:gd name="adj" fmla="val 4444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GdsARef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288536"/>
            <a:ext cx="3886200" cy="822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StructureName / Columns / Rows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/ ColVector / RowVector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276088"/>
            <a:ext cx="1737360" cy="82296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GdsText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5276088"/>
            <a:ext cx="3886200" cy="8229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Position / TextType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FontNumber / 기준점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5897880"/>
            <a:ext cx="41148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715000" y="1737360"/>
            <a:ext cx="0" cy="41605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737360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15000" y="2724912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15000" y="3712464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15000" y="4700016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15000" y="5687568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AddElement: Layer 별 정렬 삽입과 중복 제외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27248" y="1920240"/>
            <a:ext cx="32918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347472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LayerID로 BinarySearch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없으면 새 GdsLayer 삽입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53328" y="1920240"/>
            <a:ext cx="32918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Layer.Elements에서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BinarySearch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37744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029200" y="2834640"/>
            <a:ext cx="2286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834640"/>
            <a:ext cx="2286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83464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0" y="283464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566160" y="3154680"/>
            <a:ext cx="292608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같은 키 없음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 정렬 위치에 삽입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154680"/>
            <a:ext cx="29260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같은 키 있음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→ DuplicatedItems로 이동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11099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비교 키 (GdsElement.CompareTo):  LayerID  →  ElementName  →  Bounds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장점: Layer 별로 이미 정렬되어 있어 Layer 체크 / 색상 / 검색이 빠르다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5"/>
                </a:solidFill>
              </a:rPr>
              <a:t>주의: 모양이 달라도 외곽 사각형(Bounds)이 같으면 중복으로 보고 화면 / 저장에서 빠진다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DuplicatedItems는 Grid / CSV에서 확인용으로만 남아 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파싱 이후: Flatten으로 실제 배치 도형 만들기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GdsLibrary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32888" y="1805940"/>
            <a:ext cx="26517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816352" y="137160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ShowStructure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(Top 선택)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805940"/>
            <a:ext cx="26517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084064" y="137160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FlattenStructure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재귀 / 행렬 누적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68312" y="1805940"/>
            <a:ext cx="26517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51776" y="137160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GlSceneItem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월드 좌표 + 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36024" y="1805940"/>
            <a:ext cx="26517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9619488" y="1371600"/>
            <a:ext cx="196596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GPU 버퍼 / 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Chain / DB 저장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배치 ID가 만들어지는 방식 (같은 Cell이 여러 번 놓여도 서로 다른 ID)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1752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 (R0)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0" cy="47548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41648"/>
            <a:ext cx="2743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79476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 BOUNDARY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R0/E0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0" cy="120700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773168"/>
            <a:ext cx="2743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452628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E3 SREF → BUMP_CELL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4636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R0/R3으로 진입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4773168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035040" y="452628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 → R0/R3/E5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566160"/>
            <a:ext cx="0" cy="193852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504688"/>
            <a:ext cx="2743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88720" y="525780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 SREF → BUMP_CELL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5367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R0/R4으로 진입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5504688"/>
            <a:ext cx="36576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035040" y="525780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 → R0/R4/E5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3017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PlacedElementId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R0 / R&lt;참조순번&gt; … / E&lt;순번&gt;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SourceElementId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&lt;Structure&gt;/E&lt;순번&gt;  예) BUMP_CELL/E5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Chain 멤버 / DB 저장은 PlacedId 기준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현재 파서의 한계와 주의점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AREF 미전개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읽기는 하지만 Flatten 분기가 없어 화면 / Chain / DB에 나오지 않는다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45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Bounds 기준 중복 제외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같은 Layer / 종류 / 외곽 사각형이면 모양이 달라도 1개만 남는다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645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PATHTYPE 4 미지원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860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BGNEXTN / ENDEXTN을 읽지 않아 사용자 지정 연장이 반영되지 않는다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69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STRANS 일부 비트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MirrorX(0x8000)만 읽고 절대 배율 / 절대 각도 비트는 무시한다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069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무시되는 레코드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BOX / NODE / PROPATTR / PROPVALUE 등은 건너뛴다 (속성 정보 미보관)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611880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4069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Structure 검색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SREF마다 이름으로 목록을 선형 검색. Cell이 매우 많으면 Flatten 시간 증가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5부  화면 표시: 도형과 Label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GPU 버퍼로 도형을 그리고, 그 위에 GDI로 Label을 덧그리는 방식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프레임(OnPaint)에서 그리는 순서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55448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OpenGL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(GPU 버퍼)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46304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① 화면 지우기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투영 행렬(Ortho) 계산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78224" y="212140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178808" y="146304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② Layer 순서대로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표시 중 Layer만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채움 → 외곽선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71032" y="212140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071616" y="146304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③ 선택 도형을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한 번 더 그려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맨 위로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212140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964424" y="146304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④ Defect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(빨간 채움)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56648" y="212140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857232" y="146304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⑤ Chain 외곽선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→ SwapBuffers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1554480" cy="1325880"/>
          </a:xfrm>
          <a:prstGeom prst="roundRect">
            <a:avLst>
              <a:gd name="adj" fmla="val 5517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GDI 오버레이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(CreateGraphics)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⑥ TEXT 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(DrawTextLabels)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78224" y="390448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78808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⑦ 원점 십자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(ShowOriginCross)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71032" y="3904488"/>
            <a:ext cx="914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71616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⑧ Chain 설정 표시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드래그 선택 사각형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88920"/>
            <a:ext cx="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3172968" y="3017520"/>
            <a:ext cx="757123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3017520"/>
            <a:ext cx="0" cy="21945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4846320"/>
            <a:ext cx="11109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2540" tIns="2540" rIns="2540" bIns="254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월드 → 화면 좌표 (WorldToScreen)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화면 X = (월드 X − offset.X) × scale + 폭 / 2      화면 Y = 높이 / 2 − (월드 Y − offset.Y) × scale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GDS는 Y가 위로 커지고 화면은 아래로 커지므로 Y를 뒤집는다. GPU 쪽은 같은 계산을 투영 행렬로 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GPU 버퍼: 도면을 열 때 정점을 한 번 만든다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BuildGpuBuffers: 모든 Layer를 표시 여부와 무관하게 하나의 VBO에 이어 붙임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017520" cy="548640"/>
          </a:xfrm>
          <a:prstGeom prst="roundRect">
            <a:avLst>
              <a:gd name="adj" fmla="val 3333"/>
            </a:avLst>
          </a:prstGeom>
          <a:solidFill>
            <a:srgbClr val="50B450"/>
          </a:solidFill>
          <a:ln w="12700">
            <a:solidFill>
              <a:srgbClr val="50B4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Layer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39312" y="1737360"/>
            <a:ext cx="3566160" cy="548640"/>
          </a:xfrm>
          <a:prstGeom prst="roundRect">
            <a:avLst>
              <a:gd name="adj" fmla="val 3333"/>
            </a:avLst>
          </a:prstGeom>
          <a:solidFill>
            <a:srgbClr val="508CDC"/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Layer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278624" y="1737360"/>
            <a:ext cx="2834640" cy="548640"/>
          </a:xfrm>
          <a:prstGeom prst="roundRect">
            <a:avLst>
              <a:gd name="adj" fmla="val 3333"/>
            </a:avLst>
          </a:prstGeom>
          <a:solidFill>
            <a:srgbClr val="DCC83C"/>
          </a:solidFill>
          <a:ln w="12700">
            <a:solidFill>
              <a:srgbClr val="DCC83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Layer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86416" y="1737360"/>
            <a:ext cx="1417320" cy="548640"/>
          </a:xfrm>
          <a:prstGeom prst="roundRect">
            <a:avLst>
              <a:gd name="adj" fmla="val 3333"/>
            </a:avLst>
          </a:prstGeom>
          <a:solidFill>
            <a:srgbClr val="DC5050"/>
          </a:solidFill>
          <a:ln w="12700">
            <a:solidFill>
              <a:srgbClr val="DC50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Defect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VertexOffset ~ VertexCount (Layer 별 연속 구간)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548640" y="2286000"/>
            <a:ext cx="3090672" cy="6858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205472" y="2286000"/>
            <a:ext cx="384048" cy="6858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2103120" cy="502920"/>
          </a:xfrm>
          <a:prstGeom prst="roundRect">
            <a:avLst>
              <a:gd name="adj" fmla="val 3636"/>
            </a:avLst>
          </a:prstGeom>
          <a:solidFill>
            <a:srgbClr val="508CDC">
              <a:alpha val="70000"/>
            </a:srgbClr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Item A 채움 삼각형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971800"/>
            <a:ext cx="1280160" cy="502920"/>
          </a:xfrm>
          <a:prstGeom prst="roundRect">
            <a:avLst>
              <a:gd name="adj" fmla="val 3636"/>
            </a:avLst>
          </a:prstGeom>
          <a:solidFill>
            <a:srgbClr val="508CDC"/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Item A 외곽선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971800"/>
            <a:ext cx="1737360" cy="502920"/>
          </a:xfrm>
          <a:prstGeom prst="roundRect">
            <a:avLst>
              <a:gd name="adj" fmla="val 3636"/>
            </a:avLst>
          </a:prstGeom>
          <a:solidFill>
            <a:srgbClr val="508CDC">
              <a:alpha val="70000"/>
            </a:srgbClr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Item B 채움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971800"/>
            <a:ext cx="1280160" cy="502920"/>
          </a:xfrm>
          <a:prstGeom prst="roundRect">
            <a:avLst>
              <a:gd name="adj" fmla="val 3636"/>
            </a:avLst>
          </a:prstGeom>
          <a:solidFill>
            <a:srgbClr val="508CDC"/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Item B 외곽선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971800"/>
            <a:ext cx="548640" cy="502920"/>
          </a:xfrm>
          <a:prstGeom prst="roundRect">
            <a:avLst>
              <a:gd name="adj" fmla="val 3636"/>
            </a:avLst>
          </a:prstGeom>
          <a:solidFill>
            <a:srgbClr val="508CDC">
              <a:alpha val="40000"/>
            </a:srgbClr>
          </a:solidFill>
          <a:ln w="12700">
            <a:solidFill>
              <a:srgbClr val="508CD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…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Item마다 FillVertexOffset / Count, LineVertexOffset / Count를 기억 → DrawArrays로 구간만 그림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971800"/>
            <a:ext cx="3657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정점 1개 = 위치(float x, y)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색(RGBA) + 선택 여부(0 / 1)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버퍼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도면 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정점 생성 + 전체 업로드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Flatten 결과가 바뀜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 색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Layer 구간의 색만 바꿔 부분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Layer가 연속 구간이라 한 번에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바뀐 Item 구간만, 인접 구간은 합쳐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재전송 비용 회피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 체크 해제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버퍼 변경 없음, 그리기만 생략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켤 때 즉시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Element 별로 삼각형을 만드는 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11880" cy="3017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783080"/>
            <a:ext cx="2194560" cy="2148840"/>
          </a:xfrm>
          <a:custGeom>
            <a:avLst/>
            <a:gdLst/>
            <a:ahLst/>
            <a:cxnLst/>
            <a:rect l="l" t="t" r="r" b="b"/>
            <a:pathLst>
              <a:path w="2194560" h="2148840">
                <a:moveTo>
                  <a:pt x="91440" y="1920240"/>
                </a:moveTo>
                <a:lnTo>
                  <a:pt x="1280160" y="2148840"/>
                </a:lnTo>
                <a:lnTo>
                  <a:pt x="2194560" y="1463040"/>
                </a:lnTo>
                <a:lnTo>
                  <a:pt x="2011680" y="320040"/>
                </a:lnTo>
                <a:lnTo>
                  <a:pt x="822960" y="0"/>
                </a:lnTo>
                <a:lnTo>
                  <a:pt x="0" y="640080"/>
                </a:lnTo>
                <a:close/>
              </a:path>
            </a:pathLst>
          </a:custGeom>
          <a:solidFill>
            <a:srgbClr val="508CDC">
              <a:alpha val="55000"/>
            </a:srgbClr>
          </a:solidFill>
          <a:ln w="19050">
            <a:solidFill>
              <a:srgbClr val="508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71600" y="3246120"/>
            <a:ext cx="2103120" cy="45720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1371600" y="2103120"/>
            <a:ext cx="1920240" cy="160020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1371600" y="1783080"/>
            <a:ext cx="731520" cy="192024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25880" y="365760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388620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320040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05740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73736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377440"/>
            <a:ext cx="91440" cy="914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657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1435608"/>
            <a:ext cx="14630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BOUNDARY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325880"/>
            <a:ext cx="3611880" cy="3017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264408"/>
            <a:ext cx="1828800" cy="512064"/>
          </a:xfrm>
          <a:custGeom>
            <a:avLst/>
            <a:gdLst/>
            <a:ahLst/>
            <a:cxnLst/>
            <a:rect l="l" t="t" r="r" b="b"/>
            <a:pathLst>
              <a:path w="1828800" h="512064">
                <a:moveTo>
                  <a:pt x="0" y="0"/>
                </a:moveTo>
                <a:lnTo>
                  <a:pt x="1828800" y="0"/>
                </a:lnTo>
                <a:lnTo>
                  <a:pt x="1828800" y="512064"/>
                </a:lnTo>
                <a:lnTo>
                  <a:pt x="0" y="512064"/>
                </a:lnTo>
                <a:close/>
              </a:path>
            </a:pathLst>
          </a:custGeom>
          <a:solidFill>
            <a:srgbClr val="50B450">
              <a:alpha val="60000"/>
            </a:srgbClr>
          </a:solidFill>
          <a:ln w="19050">
            <a:solidFill>
              <a:srgbClr val="50B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264408"/>
            <a:ext cx="1828800" cy="512064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19088" y="2057400"/>
            <a:ext cx="512064" cy="1463040"/>
          </a:xfrm>
          <a:custGeom>
            <a:avLst/>
            <a:gdLst/>
            <a:ahLst/>
            <a:cxnLst/>
            <a:rect l="l" t="t" r="r" b="b"/>
            <a:pathLst>
              <a:path w="512064" h="1463040">
                <a:moveTo>
                  <a:pt x="0" y="0"/>
                </a:moveTo>
                <a:lnTo>
                  <a:pt x="512064" y="0"/>
                </a:lnTo>
                <a:lnTo>
                  <a:pt x="512064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50B450">
              <a:alpha val="60000"/>
            </a:srgbClr>
          </a:solidFill>
          <a:ln w="19050">
            <a:solidFill>
              <a:srgbClr val="50B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2057400"/>
            <a:ext cx="512064" cy="146304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675120" y="352044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0" y="0"/>
                </a:moveTo>
                <a:lnTo>
                  <a:pt x="0" y="256032"/>
                </a:lnTo>
                <a:lnTo>
                  <a:pt x="256032" y="0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3264408"/>
            <a:ext cx="512064" cy="512064"/>
          </a:xfrm>
          <a:prstGeom prst="ellipse">
            <a:avLst/>
          </a:prstGeom>
          <a:solidFill>
            <a:srgbClr val="50B450">
              <a:alpha val="60000"/>
            </a:srgbClr>
          </a:solidFill>
          <a:ln w="12700">
            <a:solidFill>
              <a:srgbClr val="50B45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846320" y="3520440"/>
            <a:ext cx="18288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675120" y="2057400"/>
            <a:ext cx="0" cy="14630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143560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주황 = 꺾임 연결 삼각형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1325880"/>
            <a:ext cx="3611880" cy="3017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83880" y="143560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TEXT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→ 버퍼에 넣지 않음, Label 오버레이로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198424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SREF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441448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AREF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203911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→ 자체 도형 없음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펼친 결과 도형만 버퍼에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DC5050"/>
          </a:solidFill>
          <a:ln w="12700">
            <a:solidFill>
              <a:srgbClr val="DC505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Defect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72600" y="3063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→ 빨간 불투명 채움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1점 PATH → 폭 크기 패드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(Round는 원, 그 밖은 정사각형)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480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P0 기준 부채꼴(fan)로 삼각형 n−2 개 + 외곽선. 채움은 반투명(알파 110), 외곽선은 불투명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297680" y="4480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선분마다 폭 / 2 법선으로 사각형(삼각형 2개). Round는 양끝 원(16분할), Extended는 양끝을 폭 / 2 연장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4805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도형이 아닌 Element는 다른 경로로 표시된다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23560"/>
            <a:ext cx="1110996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모든 좌표는 GPU로 보낼 때 float로 바뀐다. 월드 좌표(µm)가 매우 크면 확대 시 정밀도 한계가 보일 수 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주의: 오목한 BOUNDARY는 부채꼴 채우기가 틀릴 수 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06240" cy="3749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원래 모양 (U자 다각형)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92024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lnTo>
                  <a:pt x="1828800" y="0"/>
                </a:lnTo>
                <a:lnTo>
                  <a:pt x="1828800" y="1828800"/>
                </a:lnTo>
                <a:lnTo>
                  <a:pt x="914400" y="1828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08CDC">
              <a:alpha val="65000"/>
            </a:srgbClr>
          </a:solidFill>
          <a:ln w="19050">
            <a:solidFill>
              <a:srgbClr val="508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325880"/>
            <a:ext cx="4206240" cy="3749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636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현재 화면 결과 (P0 기준 부채꼴)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92024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92024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0"/>
                </a:lnTo>
                <a:lnTo>
                  <a:pt x="1828800" y="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920240"/>
            <a:ext cx="1828800" cy="2743200"/>
          </a:xfrm>
          <a:custGeom>
            <a:avLst/>
            <a:gdLst/>
            <a:ahLst/>
            <a:cxnLst/>
            <a:rect l="l" t="t" r="r" b="b"/>
            <a:pathLst>
              <a:path w="1828800" h="2743200">
                <a:moveTo>
                  <a:pt x="0" y="2743200"/>
                </a:moveTo>
                <a:lnTo>
                  <a:pt x="1828800" y="0"/>
                </a:lnTo>
                <a:lnTo>
                  <a:pt x="1828800" y="182880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3749040"/>
            <a:ext cx="1828800" cy="914400"/>
          </a:xfrm>
          <a:custGeom>
            <a:avLst/>
            <a:gdLst/>
            <a:ahLst/>
            <a:cxnLst/>
            <a:rect l="l" t="t" r="r" b="b"/>
            <a:pathLst>
              <a:path w="1828800" h="914400">
                <a:moveTo>
                  <a:pt x="0" y="914400"/>
                </a:moveTo>
                <a:lnTo>
                  <a:pt x="18288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920240"/>
            <a:ext cx="914400" cy="2743200"/>
          </a:xfrm>
          <a:custGeom>
            <a:avLst/>
            <a:gdLst/>
            <a:ahLst/>
            <a:cxnLst/>
            <a:rect l="l" t="t" r="r" b="b"/>
            <a:pathLst>
              <a:path w="914400" h="2743200">
                <a:moveTo>
                  <a:pt x="0" y="27432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920240"/>
            <a:ext cx="914400" cy="2743200"/>
          </a:xfrm>
          <a:custGeom>
            <a:avLst/>
            <a:gdLst/>
            <a:ahLst/>
            <a:cxnLst/>
            <a:rect l="l" t="t" r="r" b="b"/>
            <a:pathLst>
              <a:path w="914400" h="2743200">
                <a:moveTo>
                  <a:pt x="0" y="2743200"/>
                </a:move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08CDC">
              <a:alpha val="30000"/>
            </a:srgbClr>
          </a:solidFill>
          <a:ln w="9525">
            <a:solidFill>
              <a:srgbClr val="BFD7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920240"/>
            <a:ext cx="914400" cy="1828800"/>
          </a:xfrm>
          <a:prstGeom prst="rect">
            <a:avLst/>
          </a:prstGeom>
          <a:ln w="25400">
            <a:solidFill>
              <a:srgbClr val="F8717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63524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비어야 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곳이 채워짐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05856" y="4608576"/>
            <a:ext cx="109728" cy="1097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45720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1371600"/>
            <a:ext cx="23317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원인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P0과 (Pi, Pi+1)로 삼각형을 만드는 부채꼴 방식은 볼록 다각형에서만 항상 정확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영향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채움 색만 틀리고 외곽선(Lines)은 정확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Bump(원) / Pad(사각형)는 볼록이라 문제 없음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5"/>
                </a:solidFill>
              </a:rPr>
              <a:t>확인 필요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고객 GDS에 오목한 BOUNDARY(RDL 꺾인 면 등)가 있는지</a:t>
            </a:r>
            <a:endParaRPr lang="en-US" sz="12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필요 시 귀 자르기(Ear Clipping) 같은 삼각분할로 개선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코드 기준 분석 (BuildGpuBuffers의 Closed 분기). 실제 고객 도면에서의 발생 여부는 미확인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Layer 색상 / 반투명 / 선택 강조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기본 팔레트 12색 (GetDefaultLayerColor)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502920"/>
          </a:xfrm>
          <a:prstGeom prst="rect">
            <a:avLst/>
          </a:prstGeom>
          <a:solidFill>
            <a:srgbClr val="50B450"/>
          </a:solidFill>
          <a:ln w="12700">
            <a:solidFill>
              <a:srgbClr val="50B4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44752" y="1783080"/>
            <a:ext cx="777240" cy="502920"/>
          </a:xfrm>
          <a:prstGeom prst="rect">
            <a:avLst/>
          </a:prstGeom>
          <a:solidFill>
            <a:srgbClr val="508CDC"/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44752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40864" y="1783080"/>
            <a:ext cx="777240" cy="502920"/>
          </a:xfrm>
          <a:prstGeom prst="rect">
            <a:avLst/>
          </a:prstGeom>
          <a:solidFill>
            <a:srgbClr val="DCC83C"/>
          </a:solidFill>
          <a:ln w="12700">
            <a:solidFill>
              <a:srgbClr val="DCC8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36976" y="1783080"/>
            <a:ext cx="777240" cy="502920"/>
          </a:xfrm>
          <a:prstGeom prst="rect">
            <a:avLst/>
          </a:prstGeom>
          <a:solidFill>
            <a:srgbClr val="C85AC8"/>
          </a:solidFill>
          <a:ln w="12700">
            <a:solidFill>
              <a:srgbClr val="C85A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33088" y="1783080"/>
            <a:ext cx="777240" cy="502920"/>
          </a:xfrm>
          <a:prstGeom prst="rect">
            <a:avLst/>
          </a:prstGeom>
          <a:solidFill>
            <a:srgbClr val="46C8C8"/>
          </a:solidFill>
          <a:ln w="12700">
            <a:solidFill>
              <a:srgbClr val="46C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3088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777240" cy="502920"/>
          </a:xfrm>
          <a:prstGeom prst="rect">
            <a:avLst/>
          </a:prstGeom>
          <a:solidFill>
            <a:srgbClr val="E68C3C"/>
          </a:solidFill>
          <a:ln w="12700">
            <a:solidFill>
              <a:srgbClr val="E68C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2313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777240" cy="502920"/>
          </a:xfrm>
          <a:prstGeom prst="rect">
            <a:avLst/>
          </a:prstGeom>
          <a:solidFill>
            <a:srgbClr val="969696"/>
          </a:solidFill>
          <a:ln w="12700">
            <a:solidFill>
              <a:srgbClr val="9696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44752" y="2651760"/>
            <a:ext cx="777240" cy="502920"/>
          </a:xfrm>
          <a:prstGeom prst="rect">
            <a:avLst/>
          </a:prstGeom>
          <a:solidFill>
            <a:srgbClr val="DC5050"/>
          </a:solidFill>
          <a:ln w="12700">
            <a:solidFill>
              <a:srgbClr val="DC50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44752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40864" y="2651760"/>
            <a:ext cx="777240" cy="502920"/>
          </a:xfrm>
          <a:prstGeom prst="rect">
            <a:avLst/>
          </a:prstGeom>
          <a:solidFill>
            <a:srgbClr val="8C6EE6"/>
          </a:solidFill>
          <a:ln w="12700">
            <a:solidFill>
              <a:srgbClr val="8C6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40864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6976" y="2651760"/>
            <a:ext cx="777240" cy="502920"/>
          </a:xfrm>
          <a:prstGeom prst="rect">
            <a:avLst/>
          </a:prstGeom>
          <a:solidFill>
            <a:srgbClr val="BEDC6E"/>
          </a:solidFill>
          <a:ln w="12700">
            <a:solidFill>
              <a:srgbClr val="BEDC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36976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33088" y="2651760"/>
            <a:ext cx="777240" cy="502920"/>
          </a:xfrm>
          <a:prstGeom prst="rect">
            <a:avLst/>
          </a:prstGeom>
          <a:solidFill>
            <a:srgbClr val="F096B4"/>
          </a:solidFill>
          <a:ln w="12700">
            <a:solidFill>
              <a:srgbClr val="F096B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33088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651760"/>
            <a:ext cx="777240" cy="502920"/>
          </a:xfrm>
          <a:prstGeom prst="rect">
            <a:avLst/>
          </a:prstGeom>
          <a:solidFill>
            <a:srgbClr val="64BEAA"/>
          </a:solidFill>
          <a:ln w="12700">
            <a:solidFill>
              <a:srgbClr val="64BEA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3182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Layer 12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6118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Layer 13은 Layer 1 색 (12개 순환)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사용자가 지정한 색(SetLayerColor)이 있으면 그 색 우선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Layer 체크를 끄면 그 Layer는 그리기만 생략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325880"/>
            <a:ext cx="5257800" cy="3657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1783080"/>
            <a:ext cx="2194560" cy="1554480"/>
          </a:xfrm>
          <a:prstGeom prst="rect">
            <a:avLst/>
          </a:prstGeom>
          <a:solidFill>
            <a:srgbClr val="508CDC">
              <a:alpha val="43000"/>
            </a:srgbClr>
          </a:solidFill>
          <a:ln w="19050">
            <a:solidFill>
              <a:srgbClr val="508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2468880"/>
            <a:ext cx="2194560" cy="1554480"/>
          </a:xfrm>
          <a:prstGeom prst="rect">
            <a:avLst/>
          </a:prstGeom>
          <a:solidFill>
            <a:srgbClr val="DCC83C">
              <a:alpha val="43000"/>
            </a:srgbClr>
          </a:solidFill>
          <a:ln w="19050">
            <a:solidFill>
              <a:srgbClr val="DCC8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3566160"/>
            <a:ext cx="1645920" cy="1005840"/>
          </a:xfrm>
          <a:prstGeom prst="rect">
            <a:avLst/>
          </a:prstGeom>
          <a:solidFill>
            <a:srgbClr val="FFEB3B"/>
          </a:solidFill>
          <a:ln w="19050">
            <a:solidFill>
              <a:srgbClr val="FFEB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채움 반투명 → 겹친 Layer가 비쳐 보임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B3B"/>
                </a:solidFill>
              </a:rPr>
              <a:t>선택 = 노랑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51206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채움 알파 110 / 255, 외곽선은 불투명 (ColorAlpha 속성)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선택 여부는 정점의 플래그 → 셰이더가 노랑으로 바꿔 그림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모든 Layer를 그린 뒤 선택 도형을 한 번 더 그려 다른 Layer에 가리지 않게 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Label: TEXT를 GDI로 덧그리는 오버레이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TEXT Element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94560" y="2075688"/>
            <a:ext cx="0" cy="21031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291840" cy="749808"/>
          </a:xfrm>
          <a:prstGeom prst="roundRect">
            <a:avLst>
              <a:gd name="adj" fmla="val 9756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Flatten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위치만 변환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3035808"/>
            <a:ext cx="0" cy="21031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329184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_textLabels 목록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Layer / 문자열 / 기준점 / 위치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3995928"/>
            <a:ext cx="0" cy="21031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4206240"/>
            <a:ext cx="329184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도면 열 때 1회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이웃 간격 계산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956048"/>
            <a:ext cx="0" cy="21031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5166360"/>
            <a:ext cx="329184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매 프레임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DrawTextLabels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72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글꼴 Segoe UI / 흰색 고정 (Layer 색과 무관)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Label 하나를 그리기까지의 검사 (하나라도 안 되면 건너뜀)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783080"/>
            <a:ext cx="65836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 그 TEXT의 Layer가 표시 중인가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350008"/>
            <a:ext cx="626364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26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 기준 좌표가 화면 안인가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916936"/>
            <a:ext cx="594360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32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 허용 영역 = 이웃 간격 × 배율 − 6px이 0보다 큰가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483864"/>
            <a:ext cx="562356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38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  맞춘 글꼴 크기가 6px 이상인가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050792"/>
            <a:ext cx="530352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44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  실제 문자열 크기가 허용 영역 안인가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617720"/>
            <a:ext cx="498348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50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  기준점(PRESENTATION) 보정 후에도 화면 안인가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5184648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56000"/>
            </a:schemeClr>
          </a:solidFill>
          <a:ln w="12700">
            <a:solidFill>
              <a:schemeClr val="accent2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  이미 그린 Label과 겹치지 않는가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797296"/>
            <a:ext cx="42976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DrawString + 차지한 화면 격자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Label 글꼴 크기: 줌 배율 + 이웃 간격으로 결정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2743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2157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3836" y="2253996"/>
            <a:ext cx="64008" cy="640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011680"/>
            <a:ext cx="548640" cy="54864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5104" y="2157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62556" y="2253996"/>
            <a:ext cx="64008" cy="640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548640" cy="54864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2157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1276" y="2253996"/>
            <a:ext cx="64008" cy="640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2544" y="21579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39996" y="2253996"/>
            <a:ext cx="64008" cy="6400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880360"/>
            <a:ext cx="118872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194560" y="2880360"/>
            <a:ext cx="118872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19456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이웃 간격 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56816" y="2148840"/>
            <a:ext cx="475488" cy="274320"/>
          </a:xfrm>
          <a:prstGeom prst="rect">
            <a:avLst/>
          </a:prstGeom>
          <a:ln w="12700">
            <a:solidFill>
              <a:srgbClr val="F87171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글자는 d의 40% 안에서만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같은 Layer에서 Y가 정확히 같은 TEXT = 같은 행, X가 같은 TEXT = 같은 열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325880"/>
            <a:ext cx="14630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 기본 글꼴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1325880"/>
            <a:ext cx="41148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10px × (현재 배율 ÷ 전체 보기 배율)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6 ~ 64px로 제한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039112"/>
            <a:ext cx="14630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 허용 영역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039112"/>
            <a:ext cx="41148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이웃 간격 × 배율 − 6px (가로 / 세로 각각)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한 방향만 이웃이 있으면 그 간격을 양쪽에 사용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이웃이 없으면 화면 크기 기준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2752344"/>
            <a:ext cx="14630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 맞춤 비율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752344"/>
            <a:ext cx="41148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min(1, 허용 × 0.4 ÷ 기본 글꼴 문자열 크기)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3465576"/>
            <a:ext cx="1463040" cy="621792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④ 최종 크기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3465576"/>
            <a:ext cx="41148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기본 글꼴 × 맞춤 비율, 6px 미만이면 그리지 않음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356616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5029200"/>
            <a:ext cx="228600" cy="2286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5029200"/>
            <a:ext cx="228600" cy="2286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20240" y="5029200"/>
            <a:ext cx="228600" cy="2286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5029200"/>
            <a:ext cx="228600" cy="2286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5029200"/>
            <a:ext cx="228600" cy="2286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852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전체 보기: 간격이 좁아 6px 미만 → 생략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343400"/>
            <a:ext cx="356616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4823460"/>
            <a:ext cx="640080" cy="64008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4823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4823460"/>
            <a:ext cx="640080" cy="64008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23560" y="4823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75120" y="4823460"/>
            <a:ext cx="640080" cy="64008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75120" y="4823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P3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297680" y="5852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확대: 간격에 맞춰 작게 표시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46720" y="4343400"/>
            <a:ext cx="356616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6" name="Shape 44"/>
          <p:cNvSpPr/>
          <p:nvPr/>
        </p:nvSpPr>
        <p:spPr>
          <a:xfrm>
            <a:off x="8321040" y="4572000"/>
            <a:ext cx="1143000" cy="11430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1040" y="4572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P1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9829800" y="4572000"/>
            <a:ext cx="1143000" cy="1143000"/>
          </a:xfrm>
          <a:prstGeom prst="rect">
            <a:avLst/>
          </a:prstGeom>
          <a:solidFill>
            <a:srgbClr val="508CDC">
              <a:alpha val="50000"/>
            </a:srgbClr>
          </a:solidFill>
          <a:ln w="12700">
            <a:solidFill>
              <a:srgbClr val="508C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29800" y="4572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P2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8046720" y="5852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크게 확대: 기본 글꼴까지 커짐 (최대 64px)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Label 겹침 차단: 64px 화면 격자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3840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325880"/>
            <a:ext cx="0" cy="384048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65960"/>
            <a:ext cx="5120640" cy="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06040"/>
            <a:ext cx="5120640" cy="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46120"/>
            <a:ext cx="5120640" cy="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5120640" cy="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26280"/>
            <a:ext cx="5120640" cy="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194560"/>
            <a:ext cx="1371600" cy="365760"/>
          </a:xfrm>
          <a:prstGeom prst="rect">
            <a:avLst/>
          </a:prstGeom>
          <a:solidFill>
            <a:schemeClr val="accent4">
              <a:alpha val="4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VDD_1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200400"/>
            <a:ext cx="1463040" cy="365760"/>
          </a:xfrm>
          <a:prstGeom prst="rect">
            <a:avLst/>
          </a:prstGeom>
          <a:solidFill>
            <a:schemeClr val="accent4">
              <a:alpha val="4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GND_A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4434840"/>
            <a:ext cx="1280160" cy="365760"/>
          </a:xfrm>
          <a:prstGeom prst="rect">
            <a:avLst/>
          </a:prstGeom>
          <a:solidFill>
            <a:schemeClr val="accent4">
              <a:alpha val="4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3736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IO_07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0" y="3383280"/>
            <a:ext cx="1371600" cy="365760"/>
          </a:xfrm>
          <a:prstGeom prst="rect">
            <a:avLst/>
          </a:prstGeom>
          <a:ln w="25400">
            <a:solidFill>
              <a:srgbClr val="F87171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1148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VSS_2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겹침 → 건너뜀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5257800"/>
            <a:ext cx="1280160" cy="365760"/>
          </a:xfrm>
          <a:prstGeom prst="rect">
            <a:avLst/>
          </a:prstGeom>
          <a:ln w="19050">
            <a:solidFill>
              <a:srgbClr val="FFFFF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84048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겹침 없음 → 그림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39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칸 1개 = 화면 64px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137160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그린 Label은 자기가 걸친 격자 칸에 사각형을 기록 (ReserveLabelCells)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새 Label은 걸친 칸 + 주변 1칸에 기록된 사각형과 실제로 교차하는지만 비교 (HasLabelCollision)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모든 Label 끼리 비교하지 않아 Label이 많아도 빠르다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먼저 등록된 Label이 우선 (Flatten 순서). 줌 / 이동마다 매 프레임 다시 계산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그린 개수는 LastVisibleTextLabelCount로 확인 가능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정리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5204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① GDS = [길이][종류][자료형][값] 레코드의 나열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② GdsReader는 str / el 두 상태만 들고 switch로 값을 채운다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③ 결과는 Library &gt; Structure &gt; Layer(정렬) &gt; Element 객체, 좌표는 µm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④ 실제 위치는 Flatten이 SREF 행렬을 누적해 계산 (AREF는 아직 미전개)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⑤ 화면은 GPU 버퍼(도형) 위에 GDI(Label)를 덧그리고, Label은 간격 / 겹침 검사로 골라 그린다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소스: GdsMapControl / Gds/GdsReader.cs  /  Elements/*.cs  /  Gds/GdsLayer.cs  /  Gds/GdsGeometry.cs  /  Controls/GdsMapControl.cs (Flatten / BuildGpuBuffers)  /  Controls/GdsMapControl_Label.cs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S Parsing">
  <a:themeElements>
    <a:clrScheme name="GDS Parsing">
      <a:dk1>
        <a:srgbClr val="1F2937"/>
      </a:dk1>
      <a:lt1>
        <a:srgbClr val="FFFFFF"/>
      </a:lt1>
      <a:dk2>
        <a:srgbClr val="13293D"/>
      </a:dk2>
      <a:lt2>
        <a:srgbClr val="EEF3F7"/>
      </a:lt2>
      <a:accent1>
        <a:srgbClr val="0E7490"/>
      </a:accent1>
      <a:accent2>
        <a:srgbClr val="D97706"/>
      </a:accent2>
      <a:accent3>
        <a:srgbClr val="7C3AED"/>
      </a:accent3>
      <a:accent4>
        <a:srgbClr val="15803D"/>
      </a:accent4>
      <a:accent5>
        <a:srgbClr val="C2410C"/>
      </a:accent5>
      <a:accent6>
        <a:srgbClr val="64748B"/>
      </a:accent6>
      <a:hlink>
        <a:srgbClr val="0E7490"/>
      </a:hlink>
      <a:folHlink>
        <a:srgbClr val="7C3AED"/>
      </a:folHlink>
    </a:clrScheme>
    <a:fontScheme name="GDS Parsi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 File Parsing 구조</dc:title>
  <dc:subject>PptxGenJS Presentation</dc:subject>
  <dc:creator>ChippacPOC</dc:creator>
  <cp:lastModifiedBy>ChippacPOC</cp:lastModifiedBy>
  <cp:revision>1</cp:revision>
  <dcterms:created xsi:type="dcterms:W3CDTF">2026-10-08T01:44:58Z</dcterms:created>
  <dcterms:modified xsi:type="dcterms:W3CDTF">2026-10-08T01:44:58Z</dcterms:modified>
</cp:coreProperties>
</file>