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912" r:id="rId4"/>
  </p:sldMasterIdLst>
  <p:notesMasterIdLst>
    <p:notesMasterId r:id="rId6"/>
  </p:notesMasterIdLst>
  <p:handoutMasterIdLst>
    <p:handoutMasterId r:id="rId7"/>
  </p:handoutMasterIdLst>
  <p:sldIdLst>
    <p:sldId id="257" r:id="rId5"/>
  </p:sldIdLst>
  <p:sldSz cx="9906000" cy="6858000" type="A4"/>
  <p:notesSz cx="6807200" cy="9939338"/>
  <p:defaultTextStyle>
    <a:defPPr>
      <a:defRPr lang="ko-KR"/>
    </a:defPPr>
    <a:lvl1pPr marL="0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48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96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45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92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40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888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36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184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29" userDrawn="1">
          <p15:clr>
            <a:srgbClr val="A4A3A4"/>
          </p15:clr>
        </p15:guide>
        <p15:guide id="2" pos="2145" userDrawn="1">
          <p15:clr>
            <a:srgbClr val="A4A3A4"/>
          </p15:clr>
        </p15:guide>
        <p15:guide id="3" orient="horz" pos="3132" userDrawn="1">
          <p15:clr>
            <a:srgbClr val="A4A3A4"/>
          </p15:clr>
        </p15:guide>
        <p15:guide id="4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AB4"/>
    <a:srgbClr val="FF0066"/>
    <a:srgbClr val="33CCCC"/>
    <a:srgbClr val="144EA0"/>
    <a:srgbClr val="0050BE"/>
    <a:srgbClr val="2E75B6"/>
    <a:srgbClr val="466597"/>
    <a:srgbClr val="A9CCFF"/>
    <a:srgbClr val="00A7ED"/>
    <a:srgbClr val="E109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69" autoAdjust="0"/>
    <p:restoredTop sz="92832" autoAdjust="0"/>
  </p:normalViewPr>
  <p:slideViewPr>
    <p:cSldViewPr snapToGrid="0">
      <p:cViewPr varScale="1">
        <p:scale>
          <a:sx n="115" d="100"/>
          <a:sy n="115" d="100"/>
        </p:scale>
        <p:origin x="1304" y="72"/>
      </p:cViewPr>
      <p:guideLst/>
    </p:cSldViewPr>
  </p:slideViewPr>
  <p:outlineViewPr>
    <p:cViewPr>
      <p:scale>
        <a:sx n="33" d="100"/>
        <a:sy n="33" d="100"/>
      </p:scale>
      <p:origin x="0" y="-20179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11020"/>
    </p:cViewPr>
  </p:sorterViewPr>
  <p:notesViewPr>
    <p:cSldViewPr snapToGrid="0" showGuides="1">
      <p:cViewPr>
        <p:scale>
          <a:sx n="50" d="100"/>
          <a:sy n="50" d="100"/>
        </p:scale>
        <p:origin x="9198" y="2094"/>
      </p:cViewPr>
      <p:guideLst>
        <p:guide orient="horz" pos="3129"/>
        <p:guide pos="2145"/>
        <p:guide orient="horz" pos="3132"/>
        <p:guide pos="2144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5392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r">
              <a:defRPr sz="1200"/>
            </a:lvl1pPr>
          </a:lstStyle>
          <a:p>
            <a:fld id="{BBE509C9-7006-4EEF-AE0A-F60A68CFABC4}" type="datetimeFigureOut">
              <a:rPr lang="ko-KR" altLang="en-US" smtClean="0"/>
              <a:pPr/>
              <a:t>2026-10-29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5392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r">
              <a:defRPr sz="1200"/>
            </a:lvl1pPr>
          </a:lstStyle>
          <a:p>
            <a:fld id="{FB5D320A-A8AF-4B3E-BD67-EE5ADA87D3B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086425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392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r">
              <a:defRPr sz="1200"/>
            </a:lvl1pPr>
          </a:lstStyle>
          <a:p>
            <a:fld id="{10D8B3E8-78D5-42AF-92B2-138AC5B36093}" type="datetimeFigureOut">
              <a:rPr lang="ko-KR" altLang="en-US" smtClean="0"/>
              <a:pPr/>
              <a:t>2026-10-29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84800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815" tIns="45908" rIns="91815" bIns="4590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082" y="4721186"/>
            <a:ext cx="5447036" cy="4472702"/>
          </a:xfrm>
          <a:prstGeom prst="rect">
            <a:avLst/>
          </a:prstGeom>
        </p:spPr>
        <p:txBody>
          <a:bodyPr vert="horz" lIns="91815" tIns="45908" rIns="91815" bIns="45908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392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r">
              <a:defRPr sz="1200"/>
            </a:lvl1pPr>
          </a:lstStyle>
          <a:p>
            <a:fld id="{EFB921B9-838A-44D3-89D5-5DB0505CE7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505270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48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96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45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92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40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88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36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84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dirty="0">
              <a:latin typeface="맑은 고딕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921B9-838A-44D3-89D5-5DB0505CE71D}" type="slidenum">
              <a:rPr lang="ko-KR" altLang="en-US" smtClean="0"/>
              <a:pPr/>
              <a:t>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09383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밝은배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900000" y="4941168"/>
            <a:ext cx="3240000" cy="34695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lang="ko-KR" altLang="en-US" sz="1600" b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 smtClean="0"/>
              <a:t>일자</a:t>
            </a:r>
            <a:endParaRPr lang="en-US" altLang="ko-KR" dirty="0" smtClean="0"/>
          </a:p>
        </p:txBody>
      </p:sp>
      <p:sp>
        <p:nvSpPr>
          <p:cNvPr id="19" name="내용 개체 틀 25"/>
          <p:cNvSpPr>
            <a:spLocks noGrp="1"/>
          </p:cNvSpPr>
          <p:nvPr>
            <p:ph sz="quarter" idx="16" hasCustomPrompt="1"/>
          </p:nvPr>
        </p:nvSpPr>
        <p:spPr>
          <a:xfrm>
            <a:off x="900000" y="5301208"/>
            <a:ext cx="3240000" cy="889496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5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  <a:lvl2pPr>
              <a:defRPr>
                <a:solidFill>
                  <a:srgbClr val="7F7F7F"/>
                </a:solidFill>
              </a:defRPr>
            </a:lvl2pPr>
            <a:lvl3pPr>
              <a:defRPr>
                <a:solidFill>
                  <a:srgbClr val="7F7F7F"/>
                </a:solidFill>
              </a:defRPr>
            </a:lvl3pPr>
            <a:lvl4pPr>
              <a:defRPr>
                <a:solidFill>
                  <a:srgbClr val="7F7F7F"/>
                </a:solidFill>
              </a:defRPr>
            </a:lvl4pPr>
            <a:lvl5pPr>
              <a:defRPr>
                <a:solidFill>
                  <a:srgbClr val="7F7F7F"/>
                </a:solidFill>
              </a:defRPr>
            </a:lvl5pPr>
          </a:lstStyle>
          <a:p>
            <a:pPr lvl="0"/>
            <a:r>
              <a:rPr lang="ko-KR" altLang="en-US" dirty="0" smtClean="0"/>
              <a:t>부서명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584" y="321809"/>
            <a:ext cx="1794274" cy="246221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/>
            </a:defPPr>
            <a:lvl1pPr indent="0" algn="ctr" defTabSz="914400">
              <a:spcBef>
                <a:spcPts val="0"/>
              </a:spcBef>
              <a:buFont typeface="Arial" pitchFamily="34" charset="0"/>
              <a:buNone/>
              <a:defRPr sz="1200" b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 marL="742950" indent="-285750" defTabSz="91440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 defTabSz="9144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 defTabSz="9144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 defTabSz="9144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en-US" altLang="ko-KR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Create your value </a:t>
            </a:r>
            <a:endParaRPr lang="ko-KR" altLang="en-US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내용 개체 틀 27"/>
          <p:cNvSpPr>
            <a:spLocks noGrp="1"/>
          </p:cNvSpPr>
          <p:nvPr>
            <p:ph sz="quarter" idx="14" hasCustomPrompt="1"/>
          </p:nvPr>
        </p:nvSpPr>
        <p:spPr>
          <a:xfrm>
            <a:off x="1080000" y="1952625"/>
            <a:ext cx="5133140" cy="126035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spcBef>
                <a:spcPts val="0"/>
              </a:spcBef>
              <a:buNone/>
              <a:defRPr sz="3200" b="1" baseline="0">
                <a:solidFill>
                  <a:schemeClr val="tx1"/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ko-KR" dirty="0" smtClean="0"/>
              <a:t>Miracom </a:t>
            </a:r>
            <a:r>
              <a:rPr lang="ko-KR" altLang="en-US" dirty="0" err="1" smtClean="0"/>
              <a:t>표준문서</a:t>
            </a:r>
            <a:endParaRPr lang="ko-KR" altLang="en-US" dirty="0" smtClean="0"/>
          </a:p>
        </p:txBody>
      </p:sp>
      <p:grpSp>
        <p:nvGrpSpPr>
          <p:cNvPr id="49" name="그룹 48"/>
          <p:cNvGrpSpPr/>
          <p:nvPr userDrawn="1"/>
        </p:nvGrpSpPr>
        <p:grpSpPr>
          <a:xfrm>
            <a:off x="900000" y="1513268"/>
            <a:ext cx="5513500" cy="3239999"/>
            <a:chOff x="900000" y="1513268"/>
            <a:chExt cx="5513500" cy="3239999"/>
          </a:xfrm>
          <a:solidFill>
            <a:schemeClr val="accent1"/>
          </a:solidFill>
        </p:grpSpPr>
        <p:grpSp>
          <p:nvGrpSpPr>
            <p:cNvPr id="50" name="그룹 49"/>
            <p:cNvGrpSpPr/>
            <p:nvPr userDrawn="1"/>
          </p:nvGrpSpPr>
          <p:grpSpPr>
            <a:xfrm>
              <a:off x="900000" y="1513268"/>
              <a:ext cx="180000" cy="3239999"/>
              <a:chOff x="900000" y="1513268"/>
              <a:chExt cx="180000" cy="3239999"/>
            </a:xfrm>
            <a:grpFill/>
          </p:grpSpPr>
          <p:sp>
            <p:nvSpPr>
              <p:cNvPr id="57" name="직사각형 56"/>
              <p:cNvSpPr/>
              <p:nvPr userDrawn="1"/>
            </p:nvSpPr>
            <p:spPr>
              <a:xfrm>
                <a:off x="900000" y="1513268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58" name="직사각형 57"/>
              <p:cNvSpPr/>
              <p:nvPr userDrawn="1"/>
            </p:nvSpPr>
            <p:spPr>
              <a:xfrm rot="10800000">
                <a:off x="900000" y="4393267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51" name="그룹 50"/>
            <p:cNvGrpSpPr/>
            <p:nvPr userDrawn="1"/>
          </p:nvGrpSpPr>
          <p:grpSpPr>
            <a:xfrm>
              <a:off x="900000" y="1513268"/>
              <a:ext cx="5513500" cy="3239999"/>
              <a:chOff x="900000" y="1513268"/>
              <a:chExt cx="5513500" cy="3239999"/>
            </a:xfrm>
            <a:grpFill/>
          </p:grpSpPr>
          <p:sp>
            <p:nvSpPr>
              <p:cNvPr id="52" name="직사각형 51"/>
              <p:cNvSpPr/>
              <p:nvPr userDrawn="1"/>
            </p:nvSpPr>
            <p:spPr>
              <a:xfrm>
                <a:off x="6233500" y="1513268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rgbClr val="005AB4"/>
                  </a:solidFill>
                </a:endParaRPr>
              </a:p>
            </p:txBody>
          </p:sp>
          <p:grpSp>
            <p:nvGrpSpPr>
              <p:cNvPr id="53" name="그룹 52"/>
              <p:cNvGrpSpPr/>
              <p:nvPr userDrawn="1"/>
            </p:nvGrpSpPr>
            <p:grpSpPr>
              <a:xfrm>
                <a:off x="900000" y="1513269"/>
                <a:ext cx="5513500" cy="3239997"/>
                <a:chOff x="900000" y="1513269"/>
                <a:chExt cx="3240000" cy="3239997"/>
              </a:xfrm>
              <a:grpFill/>
            </p:grpSpPr>
            <p:sp>
              <p:nvSpPr>
                <p:cNvPr id="55" name="직사각형 54"/>
                <p:cNvSpPr/>
                <p:nvPr userDrawn="1"/>
              </p:nvSpPr>
              <p:spPr>
                <a:xfrm rot="16200000">
                  <a:off x="2430000" y="-16731"/>
                  <a:ext cx="180000" cy="3240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56" name="직사각형 55"/>
                <p:cNvSpPr/>
                <p:nvPr userDrawn="1"/>
              </p:nvSpPr>
              <p:spPr>
                <a:xfrm rot="5400000">
                  <a:off x="2430000" y="3043266"/>
                  <a:ext cx="180000" cy="3240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</p:grpSp>
          <p:sp>
            <p:nvSpPr>
              <p:cNvPr id="54" name="직사각형 53"/>
              <p:cNvSpPr/>
              <p:nvPr userDrawn="1"/>
            </p:nvSpPr>
            <p:spPr>
              <a:xfrm rot="10800000">
                <a:off x="6233500" y="4393267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</p:grpSp>
      <p:sp>
        <p:nvSpPr>
          <p:cNvPr id="21" name="내용 개체 틀 27"/>
          <p:cNvSpPr>
            <a:spLocks noGrp="1"/>
          </p:cNvSpPr>
          <p:nvPr>
            <p:ph sz="quarter" idx="17"/>
          </p:nvPr>
        </p:nvSpPr>
        <p:spPr>
          <a:xfrm>
            <a:off x="1080000" y="3356991"/>
            <a:ext cx="5133140" cy="72008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endParaRPr lang="ko-KR" altLang="en-US" dirty="0" smtClean="0"/>
          </a:p>
        </p:txBody>
      </p:sp>
      <p:sp>
        <p:nvSpPr>
          <p:cNvPr id="22" name="Text Box 9"/>
          <p:cNvSpPr txBox="1">
            <a:spLocks noChangeArrowheads="1"/>
          </p:cNvSpPr>
          <p:nvPr userDrawn="1"/>
        </p:nvSpPr>
        <p:spPr bwMode="auto">
          <a:xfrm>
            <a:off x="8035119" y="6551183"/>
            <a:ext cx="1524455" cy="9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lvl="0" algn="r" eaLnBrk="0" hangingPunct="0"/>
            <a:r>
              <a:rPr lang="en-US" altLang="ko-KR" sz="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Copyright © </a:t>
            </a:r>
            <a:r>
              <a:rPr lang="en-US" altLang="ko-KR" sz="600" kern="12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Miracom,Inc</a:t>
            </a:r>
            <a:r>
              <a:rPr lang="en-US" altLang="ko-KR" sz="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. All rights reserved.</a:t>
            </a:r>
          </a:p>
        </p:txBody>
      </p:sp>
      <p:grpSp>
        <p:nvGrpSpPr>
          <p:cNvPr id="30" name="그룹 29"/>
          <p:cNvGrpSpPr/>
          <p:nvPr userDrawn="1"/>
        </p:nvGrpSpPr>
        <p:grpSpPr>
          <a:xfrm>
            <a:off x="8185656" y="6278567"/>
            <a:ext cx="1373917" cy="226124"/>
            <a:chOff x="7132078" y="2394682"/>
            <a:chExt cx="2286000" cy="376237"/>
          </a:xfrm>
          <a:solidFill>
            <a:srgbClr val="005AB4"/>
          </a:solidFill>
        </p:grpSpPr>
        <p:sp>
          <p:nvSpPr>
            <p:cNvPr id="31" name="Freeform 5"/>
            <p:cNvSpPr>
              <a:spLocks/>
            </p:cNvSpPr>
            <p:nvPr userDrawn="1"/>
          </p:nvSpPr>
          <p:spPr bwMode="auto">
            <a:xfrm>
              <a:off x="9046603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4 w 234"/>
                <a:gd name="T9" fmla="*/ 237 h 237"/>
                <a:gd name="T10" fmla="*/ 44 w 234"/>
                <a:gd name="T11" fmla="*/ 96 h 237"/>
                <a:gd name="T12" fmla="*/ 102 w 234"/>
                <a:gd name="T13" fmla="*/ 237 h 237"/>
                <a:gd name="T14" fmla="*/ 131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1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4" y="237"/>
                  </a:lnTo>
                  <a:lnTo>
                    <a:pt x="44" y="96"/>
                  </a:lnTo>
                  <a:lnTo>
                    <a:pt x="102" y="237"/>
                  </a:lnTo>
                  <a:lnTo>
                    <a:pt x="131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1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2" name="Freeform 6"/>
            <p:cNvSpPr>
              <a:spLocks/>
            </p:cNvSpPr>
            <p:nvPr userDrawn="1"/>
          </p:nvSpPr>
          <p:spPr bwMode="auto">
            <a:xfrm>
              <a:off x="7132078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5 w 234"/>
                <a:gd name="T9" fmla="*/ 237 h 237"/>
                <a:gd name="T10" fmla="*/ 45 w 234"/>
                <a:gd name="T11" fmla="*/ 96 h 237"/>
                <a:gd name="T12" fmla="*/ 103 w 234"/>
                <a:gd name="T13" fmla="*/ 237 h 237"/>
                <a:gd name="T14" fmla="*/ 132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2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5" y="237"/>
                  </a:lnTo>
                  <a:lnTo>
                    <a:pt x="45" y="96"/>
                  </a:lnTo>
                  <a:lnTo>
                    <a:pt x="103" y="237"/>
                  </a:lnTo>
                  <a:lnTo>
                    <a:pt x="132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2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3" name="Rectangle 7"/>
            <p:cNvSpPr>
              <a:spLocks noChangeArrowheads="1"/>
            </p:cNvSpPr>
            <p:nvPr userDrawn="1"/>
          </p:nvSpPr>
          <p:spPr bwMode="auto">
            <a:xfrm>
              <a:off x="7571815" y="2394682"/>
              <a:ext cx="73025" cy="37623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4" name="Freeform 8"/>
            <p:cNvSpPr>
              <a:spLocks noEditPoints="1"/>
            </p:cNvSpPr>
            <p:nvPr userDrawn="1"/>
          </p:nvSpPr>
          <p:spPr bwMode="auto">
            <a:xfrm>
              <a:off x="8629090" y="2394682"/>
              <a:ext cx="369887" cy="376237"/>
            </a:xfrm>
            <a:custGeom>
              <a:avLst/>
              <a:gdLst>
                <a:gd name="T0" fmla="*/ 163 w 169"/>
                <a:gd name="T1" fmla="*/ 51 h 170"/>
                <a:gd name="T2" fmla="*/ 145 w 169"/>
                <a:gd name="T3" fmla="*/ 24 h 170"/>
                <a:gd name="T4" fmla="*/ 119 w 169"/>
                <a:gd name="T5" fmla="*/ 6 h 170"/>
                <a:gd name="T6" fmla="*/ 85 w 169"/>
                <a:gd name="T7" fmla="*/ 0 h 170"/>
                <a:gd name="T8" fmla="*/ 51 w 169"/>
                <a:gd name="T9" fmla="*/ 6 h 170"/>
                <a:gd name="T10" fmla="*/ 24 w 169"/>
                <a:gd name="T11" fmla="*/ 24 h 170"/>
                <a:gd name="T12" fmla="*/ 6 w 169"/>
                <a:gd name="T13" fmla="*/ 51 h 170"/>
                <a:gd name="T14" fmla="*/ 0 w 169"/>
                <a:gd name="T15" fmla="*/ 85 h 170"/>
                <a:gd name="T16" fmla="*/ 6 w 169"/>
                <a:gd name="T17" fmla="*/ 118 h 170"/>
                <a:gd name="T18" fmla="*/ 24 w 169"/>
                <a:gd name="T19" fmla="*/ 146 h 170"/>
                <a:gd name="T20" fmla="*/ 51 w 169"/>
                <a:gd name="T21" fmla="*/ 163 h 170"/>
                <a:gd name="T22" fmla="*/ 85 w 169"/>
                <a:gd name="T23" fmla="*/ 170 h 170"/>
                <a:gd name="T24" fmla="*/ 119 w 169"/>
                <a:gd name="T25" fmla="*/ 163 h 170"/>
                <a:gd name="T26" fmla="*/ 145 w 169"/>
                <a:gd name="T27" fmla="*/ 146 h 170"/>
                <a:gd name="T28" fmla="*/ 163 w 169"/>
                <a:gd name="T29" fmla="*/ 118 h 170"/>
                <a:gd name="T30" fmla="*/ 169 w 169"/>
                <a:gd name="T31" fmla="*/ 85 h 170"/>
                <a:gd name="T32" fmla="*/ 163 w 169"/>
                <a:gd name="T33" fmla="*/ 51 h 170"/>
                <a:gd name="T34" fmla="*/ 132 w 169"/>
                <a:gd name="T35" fmla="*/ 106 h 170"/>
                <a:gd name="T36" fmla="*/ 121 w 169"/>
                <a:gd name="T37" fmla="*/ 123 h 170"/>
                <a:gd name="T38" fmla="*/ 105 w 169"/>
                <a:gd name="T39" fmla="*/ 134 h 170"/>
                <a:gd name="T40" fmla="*/ 64 w 169"/>
                <a:gd name="T41" fmla="*/ 134 h 170"/>
                <a:gd name="T42" fmla="*/ 48 w 169"/>
                <a:gd name="T43" fmla="*/ 123 h 170"/>
                <a:gd name="T44" fmla="*/ 38 w 169"/>
                <a:gd name="T45" fmla="*/ 106 h 170"/>
                <a:gd name="T46" fmla="*/ 34 w 169"/>
                <a:gd name="T47" fmla="*/ 85 h 170"/>
                <a:gd name="T48" fmla="*/ 38 w 169"/>
                <a:gd name="T49" fmla="*/ 64 h 170"/>
                <a:gd name="T50" fmla="*/ 48 w 169"/>
                <a:gd name="T51" fmla="*/ 46 h 170"/>
                <a:gd name="T52" fmla="*/ 64 w 169"/>
                <a:gd name="T53" fmla="*/ 35 h 170"/>
                <a:gd name="T54" fmla="*/ 85 w 169"/>
                <a:gd name="T55" fmla="*/ 31 h 170"/>
                <a:gd name="T56" fmla="*/ 105 w 169"/>
                <a:gd name="T57" fmla="*/ 35 h 170"/>
                <a:gd name="T58" fmla="*/ 121 w 169"/>
                <a:gd name="T59" fmla="*/ 46 h 170"/>
                <a:gd name="T60" fmla="*/ 132 w 169"/>
                <a:gd name="T61" fmla="*/ 64 h 170"/>
                <a:gd name="T62" fmla="*/ 136 w 169"/>
                <a:gd name="T63" fmla="*/ 85 h 170"/>
                <a:gd name="T64" fmla="*/ 132 w 169"/>
                <a:gd name="T65" fmla="*/ 106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69" h="170">
                  <a:moveTo>
                    <a:pt x="163" y="51"/>
                  </a:moveTo>
                  <a:cubicBezTo>
                    <a:pt x="159" y="41"/>
                    <a:pt x="153" y="31"/>
                    <a:pt x="145" y="24"/>
                  </a:cubicBezTo>
                  <a:cubicBezTo>
                    <a:pt x="138" y="16"/>
                    <a:pt x="129" y="10"/>
                    <a:pt x="119" y="6"/>
                  </a:cubicBezTo>
                  <a:cubicBezTo>
                    <a:pt x="108" y="2"/>
                    <a:pt x="97" y="0"/>
                    <a:pt x="85" y="0"/>
                  </a:cubicBezTo>
                  <a:cubicBezTo>
                    <a:pt x="73" y="0"/>
                    <a:pt x="61" y="2"/>
                    <a:pt x="51" y="6"/>
                  </a:cubicBezTo>
                  <a:cubicBezTo>
                    <a:pt x="41" y="10"/>
                    <a:pt x="32" y="16"/>
                    <a:pt x="24" y="24"/>
                  </a:cubicBezTo>
                  <a:cubicBezTo>
                    <a:pt x="17" y="31"/>
                    <a:pt x="11" y="41"/>
                    <a:pt x="6" y="51"/>
                  </a:cubicBezTo>
                  <a:cubicBezTo>
                    <a:pt x="2" y="61"/>
                    <a:pt x="0" y="73"/>
                    <a:pt x="0" y="85"/>
                  </a:cubicBezTo>
                  <a:cubicBezTo>
                    <a:pt x="0" y="97"/>
                    <a:pt x="2" y="108"/>
                    <a:pt x="6" y="118"/>
                  </a:cubicBezTo>
                  <a:cubicBezTo>
                    <a:pt x="11" y="129"/>
                    <a:pt x="17" y="138"/>
                    <a:pt x="24" y="146"/>
                  </a:cubicBezTo>
                  <a:cubicBezTo>
                    <a:pt x="32" y="153"/>
                    <a:pt x="41" y="159"/>
                    <a:pt x="51" y="163"/>
                  </a:cubicBezTo>
                  <a:cubicBezTo>
                    <a:pt x="61" y="168"/>
                    <a:pt x="73" y="170"/>
                    <a:pt x="85" y="170"/>
                  </a:cubicBezTo>
                  <a:cubicBezTo>
                    <a:pt x="97" y="170"/>
                    <a:pt x="108" y="168"/>
                    <a:pt x="119" y="163"/>
                  </a:cubicBezTo>
                  <a:cubicBezTo>
                    <a:pt x="129" y="159"/>
                    <a:pt x="138" y="153"/>
                    <a:pt x="145" y="146"/>
                  </a:cubicBezTo>
                  <a:cubicBezTo>
                    <a:pt x="153" y="138"/>
                    <a:pt x="159" y="129"/>
                    <a:pt x="163" y="118"/>
                  </a:cubicBezTo>
                  <a:cubicBezTo>
                    <a:pt x="167" y="108"/>
                    <a:pt x="169" y="97"/>
                    <a:pt x="169" y="85"/>
                  </a:cubicBezTo>
                  <a:cubicBezTo>
                    <a:pt x="169" y="73"/>
                    <a:pt x="167" y="61"/>
                    <a:pt x="163" y="51"/>
                  </a:cubicBezTo>
                  <a:close/>
                  <a:moveTo>
                    <a:pt x="132" y="106"/>
                  </a:moveTo>
                  <a:cubicBezTo>
                    <a:pt x="129" y="112"/>
                    <a:pt x="126" y="118"/>
                    <a:pt x="121" y="123"/>
                  </a:cubicBezTo>
                  <a:cubicBezTo>
                    <a:pt x="117" y="128"/>
                    <a:pt x="112" y="132"/>
                    <a:pt x="105" y="134"/>
                  </a:cubicBezTo>
                  <a:cubicBezTo>
                    <a:pt x="93" y="140"/>
                    <a:pt x="76" y="140"/>
                    <a:pt x="64" y="134"/>
                  </a:cubicBezTo>
                  <a:cubicBezTo>
                    <a:pt x="58" y="132"/>
                    <a:pt x="52" y="128"/>
                    <a:pt x="48" y="123"/>
                  </a:cubicBezTo>
                  <a:cubicBezTo>
                    <a:pt x="44" y="118"/>
                    <a:pt x="40" y="112"/>
                    <a:pt x="38" y="106"/>
                  </a:cubicBezTo>
                  <a:cubicBezTo>
                    <a:pt x="35" y="99"/>
                    <a:pt x="34" y="92"/>
                    <a:pt x="34" y="85"/>
                  </a:cubicBezTo>
                  <a:cubicBezTo>
                    <a:pt x="34" y="77"/>
                    <a:pt x="35" y="70"/>
                    <a:pt x="38" y="64"/>
                  </a:cubicBezTo>
                  <a:cubicBezTo>
                    <a:pt x="40" y="57"/>
                    <a:pt x="44" y="51"/>
                    <a:pt x="48" y="46"/>
                  </a:cubicBezTo>
                  <a:cubicBezTo>
                    <a:pt x="52" y="42"/>
                    <a:pt x="58" y="38"/>
                    <a:pt x="64" y="35"/>
                  </a:cubicBezTo>
                  <a:cubicBezTo>
                    <a:pt x="70" y="32"/>
                    <a:pt x="77" y="31"/>
                    <a:pt x="85" y="31"/>
                  </a:cubicBezTo>
                  <a:cubicBezTo>
                    <a:pt x="92" y="31"/>
                    <a:pt x="99" y="32"/>
                    <a:pt x="105" y="35"/>
                  </a:cubicBezTo>
                  <a:cubicBezTo>
                    <a:pt x="112" y="38"/>
                    <a:pt x="117" y="42"/>
                    <a:pt x="121" y="46"/>
                  </a:cubicBezTo>
                  <a:cubicBezTo>
                    <a:pt x="126" y="51"/>
                    <a:pt x="129" y="57"/>
                    <a:pt x="132" y="64"/>
                  </a:cubicBezTo>
                  <a:cubicBezTo>
                    <a:pt x="134" y="70"/>
                    <a:pt x="136" y="77"/>
                    <a:pt x="136" y="85"/>
                  </a:cubicBezTo>
                  <a:cubicBezTo>
                    <a:pt x="136" y="92"/>
                    <a:pt x="134" y="99"/>
                    <a:pt x="13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5" name="Freeform 9"/>
            <p:cNvSpPr>
              <a:spLocks noEditPoints="1"/>
            </p:cNvSpPr>
            <p:nvPr userDrawn="1"/>
          </p:nvSpPr>
          <p:spPr bwMode="auto">
            <a:xfrm>
              <a:off x="7711515" y="2394682"/>
              <a:ext cx="282575" cy="376237"/>
            </a:xfrm>
            <a:custGeom>
              <a:avLst/>
              <a:gdLst>
                <a:gd name="T0" fmla="*/ 82 w 129"/>
                <a:gd name="T1" fmla="*/ 96 h 170"/>
                <a:gd name="T2" fmla="*/ 104 w 129"/>
                <a:gd name="T3" fmla="*/ 83 h 170"/>
                <a:gd name="T4" fmla="*/ 117 w 129"/>
                <a:gd name="T5" fmla="*/ 50 h 170"/>
                <a:gd name="T6" fmla="*/ 110 w 129"/>
                <a:gd name="T7" fmla="*/ 23 h 170"/>
                <a:gd name="T8" fmla="*/ 93 w 129"/>
                <a:gd name="T9" fmla="*/ 8 h 170"/>
                <a:gd name="T10" fmla="*/ 70 w 129"/>
                <a:gd name="T11" fmla="*/ 1 h 170"/>
                <a:gd name="T12" fmla="*/ 47 w 129"/>
                <a:gd name="T13" fmla="*/ 0 h 170"/>
                <a:gd name="T14" fmla="*/ 0 w 129"/>
                <a:gd name="T15" fmla="*/ 0 h 170"/>
                <a:gd name="T16" fmla="*/ 0 w 129"/>
                <a:gd name="T17" fmla="*/ 170 h 170"/>
                <a:gd name="T18" fmla="*/ 34 w 129"/>
                <a:gd name="T19" fmla="*/ 170 h 170"/>
                <a:gd name="T20" fmla="*/ 34 w 129"/>
                <a:gd name="T21" fmla="*/ 101 h 170"/>
                <a:gd name="T22" fmla="*/ 45 w 129"/>
                <a:gd name="T23" fmla="*/ 101 h 170"/>
                <a:gd name="T24" fmla="*/ 87 w 129"/>
                <a:gd name="T25" fmla="*/ 170 h 170"/>
                <a:gd name="T26" fmla="*/ 116 w 129"/>
                <a:gd name="T27" fmla="*/ 170 h 170"/>
                <a:gd name="T28" fmla="*/ 129 w 129"/>
                <a:gd name="T29" fmla="*/ 170 h 170"/>
                <a:gd name="T30" fmla="*/ 129 w 129"/>
                <a:gd name="T31" fmla="*/ 170 h 170"/>
                <a:gd name="T32" fmla="*/ 82 w 129"/>
                <a:gd name="T33" fmla="*/ 96 h 170"/>
                <a:gd name="T34" fmla="*/ 79 w 129"/>
                <a:gd name="T35" fmla="*/ 60 h 170"/>
                <a:gd name="T36" fmla="*/ 71 w 129"/>
                <a:gd name="T37" fmla="*/ 65 h 170"/>
                <a:gd name="T38" fmla="*/ 58 w 129"/>
                <a:gd name="T39" fmla="*/ 68 h 170"/>
                <a:gd name="T40" fmla="*/ 42 w 129"/>
                <a:gd name="T41" fmla="*/ 68 h 170"/>
                <a:gd name="T42" fmla="*/ 34 w 129"/>
                <a:gd name="T43" fmla="*/ 68 h 170"/>
                <a:gd name="T44" fmla="*/ 34 w 129"/>
                <a:gd name="T45" fmla="*/ 32 h 170"/>
                <a:gd name="T46" fmla="*/ 52 w 129"/>
                <a:gd name="T47" fmla="*/ 32 h 170"/>
                <a:gd name="T48" fmla="*/ 64 w 129"/>
                <a:gd name="T49" fmla="*/ 33 h 170"/>
                <a:gd name="T50" fmla="*/ 74 w 129"/>
                <a:gd name="T51" fmla="*/ 36 h 170"/>
                <a:gd name="T52" fmla="*/ 79 w 129"/>
                <a:gd name="T53" fmla="*/ 41 h 170"/>
                <a:gd name="T54" fmla="*/ 81 w 129"/>
                <a:gd name="T55" fmla="*/ 50 h 170"/>
                <a:gd name="T56" fmla="*/ 79 w 129"/>
                <a:gd name="T57" fmla="*/ 6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29" h="170">
                  <a:moveTo>
                    <a:pt x="82" y="96"/>
                  </a:moveTo>
                  <a:cubicBezTo>
                    <a:pt x="91" y="94"/>
                    <a:pt x="98" y="89"/>
                    <a:pt x="104" y="83"/>
                  </a:cubicBezTo>
                  <a:cubicBezTo>
                    <a:pt x="112" y="75"/>
                    <a:pt x="117" y="63"/>
                    <a:pt x="117" y="50"/>
                  </a:cubicBezTo>
                  <a:cubicBezTo>
                    <a:pt x="117" y="39"/>
                    <a:pt x="114" y="30"/>
                    <a:pt x="110" y="23"/>
                  </a:cubicBezTo>
                  <a:cubicBezTo>
                    <a:pt x="106" y="16"/>
                    <a:pt x="100" y="11"/>
                    <a:pt x="93" y="8"/>
                  </a:cubicBezTo>
                  <a:cubicBezTo>
                    <a:pt x="86" y="4"/>
                    <a:pt x="78" y="2"/>
                    <a:pt x="70" y="1"/>
                  </a:cubicBezTo>
                  <a:cubicBezTo>
                    <a:pt x="63" y="0"/>
                    <a:pt x="55" y="0"/>
                    <a:pt x="4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4" y="101"/>
                    <a:pt x="34" y="101"/>
                    <a:pt x="34" y="101"/>
                  </a:cubicBezTo>
                  <a:cubicBezTo>
                    <a:pt x="45" y="101"/>
                    <a:pt x="45" y="101"/>
                    <a:pt x="45" y="101"/>
                  </a:cubicBezTo>
                  <a:cubicBezTo>
                    <a:pt x="87" y="170"/>
                    <a:pt x="87" y="170"/>
                    <a:pt x="87" y="170"/>
                  </a:cubicBezTo>
                  <a:cubicBezTo>
                    <a:pt x="116" y="170"/>
                    <a:pt x="116" y="170"/>
                    <a:pt x="116" y="170"/>
                  </a:cubicBezTo>
                  <a:cubicBezTo>
                    <a:pt x="129" y="170"/>
                    <a:pt x="129" y="170"/>
                    <a:pt x="129" y="170"/>
                  </a:cubicBezTo>
                  <a:cubicBezTo>
                    <a:pt x="129" y="170"/>
                    <a:pt x="129" y="170"/>
                    <a:pt x="129" y="170"/>
                  </a:cubicBezTo>
                  <a:lnTo>
                    <a:pt x="82" y="96"/>
                  </a:lnTo>
                  <a:close/>
                  <a:moveTo>
                    <a:pt x="79" y="60"/>
                  </a:moveTo>
                  <a:cubicBezTo>
                    <a:pt x="77" y="62"/>
                    <a:pt x="74" y="64"/>
                    <a:pt x="71" y="65"/>
                  </a:cubicBezTo>
                  <a:cubicBezTo>
                    <a:pt x="67" y="67"/>
                    <a:pt x="62" y="67"/>
                    <a:pt x="58" y="68"/>
                  </a:cubicBezTo>
                  <a:cubicBezTo>
                    <a:pt x="52" y="68"/>
                    <a:pt x="47" y="68"/>
                    <a:pt x="42" y="68"/>
                  </a:cubicBezTo>
                  <a:cubicBezTo>
                    <a:pt x="34" y="68"/>
                    <a:pt x="34" y="68"/>
                    <a:pt x="34" y="68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52" y="32"/>
                    <a:pt x="52" y="32"/>
                    <a:pt x="52" y="32"/>
                  </a:cubicBezTo>
                  <a:cubicBezTo>
                    <a:pt x="56" y="32"/>
                    <a:pt x="60" y="33"/>
                    <a:pt x="64" y="33"/>
                  </a:cubicBezTo>
                  <a:cubicBezTo>
                    <a:pt x="68" y="34"/>
                    <a:pt x="71" y="35"/>
                    <a:pt x="74" y="36"/>
                  </a:cubicBezTo>
                  <a:cubicBezTo>
                    <a:pt x="76" y="37"/>
                    <a:pt x="78" y="39"/>
                    <a:pt x="79" y="41"/>
                  </a:cubicBezTo>
                  <a:cubicBezTo>
                    <a:pt x="81" y="43"/>
                    <a:pt x="81" y="46"/>
                    <a:pt x="81" y="50"/>
                  </a:cubicBezTo>
                  <a:cubicBezTo>
                    <a:pt x="81" y="55"/>
                    <a:pt x="81" y="58"/>
                    <a:pt x="79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6" name="Freeform 10"/>
            <p:cNvSpPr>
              <a:spLocks noEditPoints="1"/>
            </p:cNvSpPr>
            <p:nvPr userDrawn="1"/>
          </p:nvSpPr>
          <p:spPr bwMode="auto">
            <a:xfrm>
              <a:off x="8003615" y="2394682"/>
              <a:ext cx="347662" cy="376237"/>
            </a:xfrm>
            <a:custGeom>
              <a:avLst/>
              <a:gdLst>
                <a:gd name="T0" fmla="*/ 119 w 219"/>
                <a:gd name="T1" fmla="*/ 0 h 237"/>
                <a:gd name="T2" fmla="*/ 81 w 219"/>
                <a:gd name="T3" fmla="*/ 0 h 237"/>
                <a:gd name="T4" fmla="*/ 0 w 219"/>
                <a:gd name="T5" fmla="*/ 188 h 237"/>
                <a:gd name="T6" fmla="*/ 30 w 219"/>
                <a:gd name="T7" fmla="*/ 237 h 237"/>
                <a:gd name="T8" fmla="*/ 52 w 219"/>
                <a:gd name="T9" fmla="*/ 184 h 237"/>
                <a:gd name="T10" fmla="*/ 144 w 219"/>
                <a:gd name="T11" fmla="*/ 184 h 237"/>
                <a:gd name="T12" fmla="*/ 166 w 219"/>
                <a:gd name="T13" fmla="*/ 237 h 237"/>
                <a:gd name="T14" fmla="*/ 219 w 219"/>
                <a:gd name="T15" fmla="*/ 237 h 237"/>
                <a:gd name="T16" fmla="*/ 119 w 219"/>
                <a:gd name="T17" fmla="*/ 0 h 237"/>
                <a:gd name="T18" fmla="*/ 70 w 219"/>
                <a:gd name="T19" fmla="*/ 141 h 237"/>
                <a:gd name="T20" fmla="*/ 99 w 219"/>
                <a:gd name="T21" fmla="*/ 71 h 237"/>
                <a:gd name="T22" fmla="*/ 128 w 219"/>
                <a:gd name="T23" fmla="*/ 141 h 237"/>
                <a:gd name="T24" fmla="*/ 70 w 219"/>
                <a:gd name="T25" fmla="*/ 141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19" h="237">
                  <a:moveTo>
                    <a:pt x="119" y="0"/>
                  </a:moveTo>
                  <a:lnTo>
                    <a:pt x="81" y="0"/>
                  </a:lnTo>
                  <a:lnTo>
                    <a:pt x="0" y="188"/>
                  </a:lnTo>
                  <a:lnTo>
                    <a:pt x="30" y="237"/>
                  </a:lnTo>
                  <a:lnTo>
                    <a:pt x="52" y="184"/>
                  </a:lnTo>
                  <a:lnTo>
                    <a:pt x="144" y="184"/>
                  </a:lnTo>
                  <a:lnTo>
                    <a:pt x="166" y="237"/>
                  </a:lnTo>
                  <a:lnTo>
                    <a:pt x="219" y="237"/>
                  </a:lnTo>
                  <a:lnTo>
                    <a:pt x="119" y="0"/>
                  </a:lnTo>
                  <a:close/>
                  <a:moveTo>
                    <a:pt x="70" y="141"/>
                  </a:moveTo>
                  <a:lnTo>
                    <a:pt x="99" y="71"/>
                  </a:lnTo>
                  <a:lnTo>
                    <a:pt x="128" y="141"/>
                  </a:lnTo>
                  <a:lnTo>
                    <a:pt x="70" y="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7" name="Freeform 11"/>
            <p:cNvSpPr>
              <a:spLocks/>
            </p:cNvSpPr>
            <p:nvPr userDrawn="1"/>
          </p:nvSpPr>
          <p:spPr bwMode="auto">
            <a:xfrm>
              <a:off x="8340165" y="2394682"/>
              <a:ext cx="295275" cy="376237"/>
            </a:xfrm>
            <a:custGeom>
              <a:avLst/>
              <a:gdLst>
                <a:gd name="T0" fmla="*/ 118 w 135"/>
                <a:gd name="T1" fmla="*/ 129 h 170"/>
                <a:gd name="T2" fmla="*/ 118 w 135"/>
                <a:gd name="T3" fmla="*/ 127 h 170"/>
                <a:gd name="T4" fmla="*/ 116 w 135"/>
                <a:gd name="T5" fmla="*/ 129 h 170"/>
                <a:gd name="T6" fmla="*/ 115 w 135"/>
                <a:gd name="T7" fmla="*/ 129 h 170"/>
                <a:gd name="T8" fmla="*/ 106 w 135"/>
                <a:gd name="T9" fmla="*/ 134 h 170"/>
                <a:gd name="T10" fmla="*/ 87 w 135"/>
                <a:gd name="T11" fmla="*/ 138 h 170"/>
                <a:gd name="T12" fmla="*/ 50 w 135"/>
                <a:gd name="T13" fmla="*/ 123 h 170"/>
                <a:gd name="T14" fmla="*/ 34 w 135"/>
                <a:gd name="T15" fmla="*/ 85 h 170"/>
                <a:gd name="T16" fmla="*/ 50 w 135"/>
                <a:gd name="T17" fmla="*/ 47 h 170"/>
                <a:gd name="T18" fmla="*/ 87 w 135"/>
                <a:gd name="T19" fmla="*/ 32 h 170"/>
                <a:gd name="T20" fmla="*/ 116 w 135"/>
                <a:gd name="T21" fmla="*/ 41 h 170"/>
                <a:gd name="T22" fmla="*/ 117 w 135"/>
                <a:gd name="T23" fmla="*/ 42 h 170"/>
                <a:gd name="T24" fmla="*/ 134 w 135"/>
                <a:gd name="T25" fmla="*/ 15 h 170"/>
                <a:gd name="T26" fmla="*/ 135 w 135"/>
                <a:gd name="T27" fmla="*/ 13 h 170"/>
                <a:gd name="T28" fmla="*/ 132 w 135"/>
                <a:gd name="T29" fmla="*/ 12 h 170"/>
                <a:gd name="T30" fmla="*/ 88 w 135"/>
                <a:gd name="T31" fmla="*/ 0 h 170"/>
                <a:gd name="T32" fmla="*/ 21 w 135"/>
                <a:gd name="T33" fmla="*/ 30 h 170"/>
                <a:gd name="T34" fmla="*/ 0 w 135"/>
                <a:gd name="T35" fmla="*/ 86 h 170"/>
                <a:gd name="T36" fmla="*/ 25 w 135"/>
                <a:gd name="T37" fmla="*/ 145 h 170"/>
                <a:gd name="T38" fmla="*/ 86 w 135"/>
                <a:gd name="T39" fmla="*/ 170 h 170"/>
                <a:gd name="T40" fmla="*/ 132 w 135"/>
                <a:gd name="T41" fmla="*/ 158 h 170"/>
                <a:gd name="T42" fmla="*/ 135 w 135"/>
                <a:gd name="T43" fmla="*/ 156 h 170"/>
                <a:gd name="T44" fmla="*/ 118 w 135"/>
                <a:gd name="T45" fmla="*/ 129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35" h="170">
                  <a:moveTo>
                    <a:pt x="118" y="129"/>
                  </a:moveTo>
                  <a:cubicBezTo>
                    <a:pt x="118" y="127"/>
                    <a:pt x="118" y="127"/>
                    <a:pt x="118" y="127"/>
                  </a:cubicBezTo>
                  <a:cubicBezTo>
                    <a:pt x="116" y="129"/>
                    <a:pt x="116" y="129"/>
                    <a:pt x="116" y="129"/>
                  </a:cubicBezTo>
                  <a:cubicBezTo>
                    <a:pt x="115" y="129"/>
                    <a:pt x="115" y="129"/>
                    <a:pt x="115" y="129"/>
                  </a:cubicBezTo>
                  <a:cubicBezTo>
                    <a:pt x="112" y="131"/>
                    <a:pt x="109" y="133"/>
                    <a:pt x="106" y="134"/>
                  </a:cubicBezTo>
                  <a:cubicBezTo>
                    <a:pt x="101" y="137"/>
                    <a:pt x="94" y="138"/>
                    <a:pt x="87" y="138"/>
                  </a:cubicBezTo>
                  <a:cubicBezTo>
                    <a:pt x="72" y="138"/>
                    <a:pt x="60" y="133"/>
                    <a:pt x="50" y="123"/>
                  </a:cubicBezTo>
                  <a:cubicBezTo>
                    <a:pt x="39" y="112"/>
                    <a:pt x="34" y="100"/>
                    <a:pt x="34" y="85"/>
                  </a:cubicBezTo>
                  <a:cubicBezTo>
                    <a:pt x="34" y="70"/>
                    <a:pt x="39" y="58"/>
                    <a:pt x="50" y="47"/>
                  </a:cubicBezTo>
                  <a:cubicBezTo>
                    <a:pt x="60" y="37"/>
                    <a:pt x="72" y="32"/>
                    <a:pt x="87" y="32"/>
                  </a:cubicBezTo>
                  <a:cubicBezTo>
                    <a:pt x="96" y="32"/>
                    <a:pt x="106" y="35"/>
                    <a:pt x="116" y="41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34" y="15"/>
                    <a:pt x="134" y="15"/>
                    <a:pt x="134" y="15"/>
                  </a:cubicBezTo>
                  <a:cubicBezTo>
                    <a:pt x="135" y="13"/>
                    <a:pt x="135" y="13"/>
                    <a:pt x="135" y="13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18" y="4"/>
                    <a:pt x="103" y="0"/>
                    <a:pt x="88" y="0"/>
                  </a:cubicBezTo>
                  <a:cubicBezTo>
                    <a:pt x="61" y="0"/>
                    <a:pt x="38" y="10"/>
                    <a:pt x="21" y="30"/>
                  </a:cubicBezTo>
                  <a:cubicBezTo>
                    <a:pt x="7" y="46"/>
                    <a:pt x="0" y="65"/>
                    <a:pt x="0" y="86"/>
                  </a:cubicBezTo>
                  <a:cubicBezTo>
                    <a:pt x="0" y="109"/>
                    <a:pt x="9" y="129"/>
                    <a:pt x="25" y="145"/>
                  </a:cubicBezTo>
                  <a:cubicBezTo>
                    <a:pt x="42" y="161"/>
                    <a:pt x="63" y="170"/>
                    <a:pt x="86" y="170"/>
                  </a:cubicBezTo>
                  <a:cubicBezTo>
                    <a:pt x="102" y="170"/>
                    <a:pt x="117" y="166"/>
                    <a:pt x="132" y="158"/>
                  </a:cubicBezTo>
                  <a:cubicBezTo>
                    <a:pt x="135" y="156"/>
                    <a:pt x="135" y="156"/>
                    <a:pt x="135" y="156"/>
                  </a:cubicBezTo>
                  <a:lnTo>
                    <a:pt x="118" y="1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26606605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217" userDrawn="1">
          <p15:clr>
            <a:srgbClr val="FBAE40"/>
          </p15:clr>
        </p15:guide>
        <p15:guide id="2" pos="602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기업_배경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524000" y="-1523998"/>
            <a:ext cx="6858000" cy="9906000"/>
          </a:xfrm>
          <a:prstGeom prst="rect">
            <a:avLst/>
          </a:prstGeom>
        </p:spPr>
      </p:pic>
      <p:sp>
        <p:nvSpPr>
          <p:cNvPr id="33" name="TextBox 32"/>
          <p:cNvSpPr txBox="1"/>
          <p:nvPr userDrawn="1"/>
        </p:nvSpPr>
        <p:spPr>
          <a:xfrm>
            <a:off x="334584" y="321809"/>
            <a:ext cx="1794274" cy="246221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/>
            </a:defPPr>
            <a:lvl1pPr indent="0" algn="ctr" defTabSz="914400">
              <a:spcBef>
                <a:spcPts val="0"/>
              </a:spcBef>
              <a:buFont typeface="Arial" pitchFamily="34" charset="0"/>
              <a:buNone/>
              <a:defRPr sz="1200" b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 marL="742950" indent="-285750" defTabSz="91440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 defTabSz="9144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 defTabSz="9144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 defTabSz="9144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en-US" altLang="ko-KR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Create your value </a:t>
            </a:r>
            <a:endParaRPr lang="ko-KR" altLang="en-US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직각 삼각형 3"/>
          <p:cNvSpPr/>
          <p:nvPr userDrawn="1"/>
        </p:nvSpPr>
        <p:spPr>
          <a:xfrm flipH="1">
            <a:off x="3833446" y="785449"/>
            <a:ext cx="6072552" cy="6072552"/>
          </a:xfrm>
          <a:prstGeom prst="rtTriangle">
            <a:avLst/>
          </a:prstGeom>
          <a:gradFill flip="none" rotWithShape="1">
            <a:gsLst>
              <a:gs pos="51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tx1">
                  <a:alpha val="37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900000" y="4941168"/>
            <a:ext cx="3240000" cy="34695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lang="ko-KR" altLang="en-US" sz="1600" b="0" kern="12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 smtClean="0"/>
              <a:t>일자</a:t>
            </a:r>
            <a:endParaRPr lang="en-US" altLang="ko-KR" dirty="0" smtClean="0"/>
          </a:p>
        </p:txBody>
      </p:sp>
      <p:sp>
        <p:nvSpPr>
          <p:cNvPr id="25" name="내용 개체 틀 25"/>
          <p:cNvSpPr>
            <a:spLocks noGrp="1"/>
          </p:cNvSpPr>
          <p:nvPr>
            <p:ph sz="quarter" idx="16" hasCustomPrompt="1"/>
          </p:nvPr>
        </p:nvSpPr>
        <p:spPr>
          <a:xfrm>
            <a:off x="900000" y="5301208"/>
            <a:ext cx="3240000" cy="889496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500" b="0" baseline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defRPr>
            </a:lvl1pPr>
            <a:lvl2pPr>
              <a:defRPr>
                <a:solidFill>
                  <a:srgbClr val="7F7F7F"/>
                </a:solidFill>
              </a:defRPr>
            </a:lvl2pPr>
            <a:lvl3pPr>
              <a:defRPr>
                <a:solidFill>
                  <a:srgbClr val="7F7F7F"/>
                </a:solidFill>
              </a:defRPr>
            </a:lvl3pPr>
            <a:lvl4pPr>
              <a:defRPr>
                <a:solidFill>
                  <a:srgbClr val="7F7F7F"/>
                </a:solidFill>
              </a:defRPr>
            </a:lvl4pPr>
            <a:lvl5pPr>
              <a:defRPr>
                <a:solidFill>
                  <a:srgbClr val="7F7F7F"/>
                </a:solidFill>
              </a:defRPr>
            </a:lvl5pPr>
          </a:lstStyle>
          <a:p>
            <a:pPr lvl="0"/>
            <a:r>
              <a:rPr lang="ko-KR" altLang="en-US" dirty="0" smtClean="0"/>
              <a:t>부서명</a:t>
            </a:r>
          </a:p>
        </p:txBody>
      </p:sp>
      <p:sp>
        <p:nvSpPr>
          <p:cNvPr id="35" name="내용 개체 틀 27"/>
          <p:cNvSpPr>
            <a:spLocks noGrp="1"/>
          </p:cNvSpPr>
          <p:nvPr>
            <p:ph sz="quarter" idx="14" hasCustomPrompt="1"/>
          </p:nvPr>
        </p:nvSpPr>
        <p:spPr>
          <a:xfrm>
            <a:off x="1080000" y="1952625"/>
            <a:ext cx="5133140" cy="126035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spcBef>
                <a:spcPts val="0"/>
              </a:spcBef>
              <a:buNone/>
              <a:defRPr sz="3200" b="1" baseline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ko-KR" dirty="0" smtClean="0"/>
              <a:t>Miracom </a:t>
            </a:r>
            <a:r>
              <a:rPr lang="ko-KR" altLang="en-US" dirty="0" err="1" smtClean="0"/>
              <a:t>표준문서</a:t>
            </a:r>
            <a:endParaRPr lang="ko-KR" altLang="en-US" dirty="0" smtClean="0"/>
          </a:p>
        </p:txBody>
      </p:sp>
      <p:grpSp>
        <p:nvGrpSpPr>
          <p:cNvPr id="39" name="그룹 38"/>
          <p:cNvGrpSpPr/>
          <p:nvPr userDrawn="1"/>
        </p:nvGrpSpPr>
        <p:grpSpPr>
          <a:xfrm>
            <a:off x="900000" y="1513268"/>
            <a:ext cx="5513500" cy="3239999"/>
            <a:chOff x="900000" y="1513268"/>
            <a:chExt cx="5513500" cy="3239999"/>
          </a:xfrm>
          <a:solidFill>
            <a:schemeClr val="accent1"/>
          </a:solidFill>
        </p:grpSpPr>
        <p:grpSp>
          <p:nvGrpSpPr>
            <p:cNvPr id="40" name="그룹 39"/>
            <p:cNvGrpSpPr/>
            <p:nvPr userDrawn="1"/>
          </p:nvGrpSpPr>
          <p:grpSpPr>
            <a:xfrm>
              <a:off x="900000" y="1513268"/>
              <a:ext cx="180000" cy="3239999"/>
              <a:chOff x="900000" y="1513268"/>
              <a:chExt cx="180000" cy="3239999"/>
            </a:xfrm>
            <a:grpFill/>
          </p:grpSpPr>
          <p:sp>
            <p:nvSpPr>
              <p:cNvPr id="47" name="직사각형 46"/>
              <p:cNvSpPr/>
              <p:nvPr userDrawn="1"/>
            </p:nvSpPr>
            <p:spPr>
              <a:xfrm>
                <a:off x="900000" y="1513268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48" name="직사각형 47"/>
              <p:cNvSpPr/>
              <p:nvPr userDrawn="1"/>
            </p:nvSpPr>
            <p:spPr>
              <a:xfrm rot="10800000">
                <a:off x="900000" y="4393267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41" name="그룹 40"/>
            <p:cNvGrpSpPr/>
            <p:nvPr userDrawn="1"/>
          </p:nvGrpSpPr>
          <p:grpSpPr>
            <a:xfrm>
              <a:off x="900000" y="1513268"/>
              <a:ext cx="5513500" cy="3239999"/>
              <a:chOff x="900000" y="1513268"/>
              <a:chExt cx="5513500" cy="3239999"/>
            </a:xfrm>
            <a:grpFill/>
          </p:grpSpPr>
          <p:sp>
            <p:nvSpPr>
              <p:cNvPr id="42" name="직사각형 41"/>
              <p:cNvSpPr/>
              <p:nvPr userDrawn="1"/>
            </p:nvSpPr>
            <p:spPr>
              <a:xfrm>
                <a:off x="6233500" y="1513268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rgbClr val="005AB4"/>
                  </a:solidFill>
                </a:endParaRPr>
              </a:p>
            </p:txBody>
          </p:sp>
          <p:grpSp>
            <p:nvGrpSpPr>
              <p:cNvPr id="43" name="그룹 42"/>
              <p:cNvGrpSpPr/>
              <p:nvPr userDrawn="1"/>
            </p:nvGrpSpPr>
            <p:grpSpPr>
              <a:xfrm>
                <a:off x="900000" y="1513269"/>
                <a:ext cx="5513500" cy="3239997"/>
                <a:chOff x="900000" y="1513269"/>
                <a:chExt cx="3240000" cy="3239997"/>
              </a:xfrm>
              <a:grpFill/>
            </p:grpSpPr>
            <p:sp>
              <p:nvSpPr>
                <p:cNvPr id="45" name="직사각형 44"/>
                <p:cNvSpPr/>
                <p:nvPr userDrawn="1"/>
              </p:nvSpPr>
              <p:spPr>
                <a:xfrm rot="16200000">
                  <a:off x="2430000" y="-16731"/>
                  <a:ext cx="180000" cy="3240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46" name="직사각형 45"/>
                <p:cNvSpPr/>
                <p:nvPr userDrawn="1"/>
              </p:nvSpPr>
              <p:spPr>
                <a:xfrm rot="5400000">
                  <a:off x="2430000" y="3043266"/>
                  <a:ext cx="180000" cy="3240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</p:grpSp>
          <p:sp>
            <p:nvSpPr>
              <p:cNvPr id="44" name="직사각형 43"/>
              <p:cNvSpPr/>
              <p:nvPr userDrawn="1"/>
            </p:nvSpPr>
            <p:spPr>
              <a:xfrm rot="10800000">
                <a:off x="6233500" y="4393267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</p:grpSp>
      <p:sp>
        <p:nvSpPr>
          <p:cNvPr id="49" name="내용 개체 틀 27"/>
          <p:cNvSpPr>
            <a:spLocks noGrp="1"/>
          </p:cNvSpPr>
          <p:nvPr>
            <p:ph sz="quarter" idx="17"/>
          </p:nvPr>
        </p:nvSpPr>
        <p:spPr>
          <a:xfrm>
            <a:off x="1080000" y="3356991"/>
            <a:ext cx="5133140" cy="72008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1" baseline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defRPr>
            </a:lvl1pPr>
          </a:lstStyle>
          <a:p>
            <a:pPr lvl="0"/>
            <a:endParaRPr lang="ko-KR" altLang="en-US" dirty="0" smtClean="0"/>
          </a:p>
        </p:txBody>
      </p:sp>
      <p:sp>
        <p:nvSpPr>
          <p:cNvPr id="22" name="Text Box 9"/>
          <p:cNvSpPr txBox="1">
            <a:spLocks noChangeArrowheads="1"/>
          </p:cNvSpPr>
          <p:nvPr userDrawn="1"/>
        </p:nvSpPr>
        <p:spPr bwMode="auto">
          <a:xfrm>
            <a:off x="8044084" y="6551183"/>
            <a:ext cx="1524455" cy="9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lvl="0" algn="r" eaLnBrk="0" hangingPunct="0"/>
            <a:r>
              <a:rPr lang="en-US" altLang="ko-KR" sz="600" kern="1200" dirty="0" smtClea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Copyright © </a:t>
            </a:r>
            <a:r>
              <a:rPr lang="en-US" altLang="ko-KR" sz="600" kern="1200" dirty="0" err="1" smtClea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Miracom,Inc</a:t>
            </a:r>
            <a:r>
              <a:rPr lang="en-US" altLang="ko-KR" sz="600" kern="1200" dirty="0" smtClea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. All rights reserved.</a:t>
            </a:r>
          </a:p>
        </p:txBody>
      </p:sp>
      <p:grpSp>
        <p:nvGrpSpPr>
          <p:cNvPr id="23" name="그룹 22"/>
          <p:cNvGrpSpPr/>
          <p:nvPr userDrawn="1"/>
        </p:nvGrpSpPr>
        <p:grpSpPr>
          <a:xfrm>
            <a:off x="8185656" y="6278567"/>
            <a:ext cx="1373917" cy="226124"/>
            <a:chOff x="7132078" y="2394682"/>
            <a:chExt cx="2286000" cy="376237"/>
          </a:xfrm>
          <a:solidFill>
            <a:schemeClr val="bg1"/>
          </a:solidFill>
        </p:grpSpPr>
        <p:sp>
          <p:nvSpPr>
            <p:cNvPr id="24" name="Freeform 5"/>
            <p:cNvSpPr>
              <a:spLocks/>
            </p:cNvSpPr>
            <p:nvPr userDrawn="1"/>
          </p:nvSpPr>
          <p:spPr bwMode="auto">
            <a:xfrm>
              <a:off x="9046603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4 w 234"/>
                <a:gd name="T9" fmla="*/ 237 h 237"/>
                <a:gd name="T10" fmla="*/ 44 w 234"/>
                <a:gd name="T11" fmla="*/ 96 h 237"/>
                <a:gd name="T12" fmla="*/ 102 w 234"/>
                <a:gd name="T13" fmla="*/ 237 h 237"/>
                <a:gd name="T14" fmla="*/ 131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1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4" y="237"/>
                  </a:lnTo>
                  <a:lnTo>
                    <a:pt x="44" y="96"/>
                  </a:lnTo>
                  <a:lnTo>
                    <a:pt x="102" y="237"/>
                  </a:lnTo>
                  <a:lnTo>
                    <a:pt x="131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1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6" name="Freeform 6"/>
            <p:cNvSpPr>
              <a:spLocks/>
            </p:cNvSpPr>
            <p:nvPr userDrawn="1"/>
          </p:nvSpPr>
          <p:spPr bwMode="auto">
            <a:xfrm>
              <a:off x="7132078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5 w 234"/>
                <a:gd name="T9" fmla="*/ 237 h 237"/>
                <a:gd name="T10" fmla="*/ 45 w 234"/>
                <a:gd name="T11" fmla="*/ 96 h 237"/>
                <a:gd name="T12" fmla="*/ 103 w 234"/>
                <a:gd name="T13" fmla="*/ 237 h 237"/>
                <a:gd name="T14" fmla="*/ 132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2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5" y="237"/>
                  </a:lnTo>
                  <a:lnTo>
                    <a:pt x="45" y="96"/>
                  </a:lnTo>
                  <a:lnTo>
                    <a:pt x="103" y="237"/>
                  </a:lnTo>
                  <a:lnTo>
                    <a:pt x="132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2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7" name="Rectangle 7"/>
            <p:cNvSpPr>
              <a:spLocks noChangeArrowheads="1"/>
            </p:cNvSpPr>
            <p:nvPr userDrawn="1"/>
          </p:nvSpPr>
          <p:spPr bwMode="auto">
            <a:xfrm>
              <a:off x="7571815" y="2394682"/>
              <a:ext cx="73025" cy="37623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8" name="Freeform 8"/>
            <p:cNvSpPr>
              <a:spLocks noEditPoints="1"/>
            </p:cNvSpPr>
            <p:nvPr userDrawn="1"/>
          </p:nvSpPr>
          <p:spPr bwMode="auto">
            <a:xfrm>
              <a:off x="8629090" y="2394682"/>
              <a:ext cx="369887" cy="376237"/>
            </a:xfrm>
            <a:custGeom>
              <a:avLst/>
              <a:gdLst>
                <a:gd name="T0" fmla="*/ 163 w 169"/>
                <a:gd name="T1" fmla="*/ 51 h 170"/>
                <a:gd name="T2" fmla="*/ 145 w 169"/>
                <a:gd name="T3" fmla="*/ 24 h 170"/>
                <a:gd name="T4" fmla="*/ 119 w 169"/>
                <a:gd name="T5" fmla="*/ 6 h 170"/>
                <a:gd name="T6" fmla="*/ 85 w 169"/>
                <a:gd name="T7" fmla="*/ 0 h 170"/>
                <a:gd name="T8" fmla="*/ 51 w 169"/>
                <a:gd name="T9" fmla="*/ 6 h 170"/>
                <a:gd name="T10" fmla="*/ 24 w 169"/>
                <a:gd name="T11" fmla="*/ 24 h 170"/>
                <a:gd name="T12" fmla="*/ 6 w 169"/>
                <a:gd name="T13" fmla="*/ 51 h 170"/>
                <a:gd name="T14" fmla="*/ 0 w 169"/>
                <a:gd name="T15" fmla="*/ 85 h 170"/>
                <a:gd name="T16" fmla="*/ 6 w 169"/>
                <a:gd name="T17" fmla="*/ 118 h 170"/>
                <a:gd name="T18" fmla="*/ 24 w 169"/>
                <a:gd name="T19" fmla="*/ 146 h 170"/>
                <a:gd name="T20" fmla="*/ 51 w 169"/>
                <a:gd name="T21" fmla="*/ 163 h 170"/>
                <a:gd name="T22" fmla="*/ 85 w 169"/>
                <a:gd name="T23" fmla="*/ 170 h 170"/>
                <a:gd name="T24" fmla="*/ 119 w 169"/>
                <a:gd name="T25" fmla="*/ 163 h 170"/>
                <a:gd name="T26" fmla="*/ 145 w 169"/>
                <a:gd name="T27" fmla="*/ 146 h 170"/>
                <a:gd name="T28" fmla="*/ 163 w 169"/>
                <a:gd name="T29" fmla="*/ 118 h 170"/>
                <a:gd name="T30" fmla="*/ 169 w 169"/>
                <a:gd name="T31" fmla="*/ 85 h 170"/>
                <a:gd name="T32" fmla="*/ 163 w 169"/>
                <a:gd name="T33" fmla="*/ 51 h 170"/>
                <a:gd name="T34" fmla="*/ 132 w 169"/>
                <a:gd name="T35" fmla="*/ 106 h 170"/>
                <a:gd name="T36" fmla="*/ 121 w 169"/>
                <a:gd name="T37" fmla="*/ 123 h 170"/>
                <a:gd name="T38" fmla="*/ 105 w 169"/>
                <a:gd name="T39" fmla="*/ 134 h 170"/>
                <a:gd name="T40" fmla="*/ 64 w 169"/>
                <a:gd name="T41" fmla="*/ 134 h 170"/>
                <a:gd name="T42" fmla="*/ 48 w 169"/>
                <a:gd name="T43" fmla="*/ 123 h 170"/>
                <a:gd name="T44" fmla="*/ 38 w 169"/>
                <a:gd name="T45" fmla="*/ 106 h 170"/>
                <a:gd name="T46" fmla="*/ 34 w 169"/>
                <a:gd name="T47" fmla="*/ 85 h 170"/>
                <a:gd name="T48" fmla="*/ 38 w 169"/>
                <a:gd name="T49" fmla="*/ 64 h 170"/>
                <a:gd name="T50" fmla="*/ 48 w 169"/>
                <a:gd name="T51" fmla="*/ 46 h 170"/>
                <a:gd name="T52" fmla="*/ 64 w 169"/>
                <a:gd name="T53" fmla="*/ 35 h 170"/>
                <a:gd name="T54" fmla="*/ 85 w 169"/>
                <a:gd name="T55" fmla="*/ 31 h 170"/>
                <a:gd name="T56" fmla="*/ 105 w 169"/>
                <a:gd name="T57" fmla="*/ 35 h 170"/>
                <a:gd name="T58" fmla="*/ 121 w 169"/>
                <a:gd name="T59" fmla="*/ 46 h 170"/>
                <a:gd name="T60" fmla="*/ 132 w 169"/>
                <a:gd name="T61" fmla="*/ 64 h 170"/>
                <a:gd name="T62" fmla="*/ 136 w 169"/>
                <a:gd name="T63" fmla="*/ 85 h 170"/>
                <a:gd name="T64" fmla="*/ 132 w 169"/>
                <a:gd name="T65" fmla="*/ 106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69" h="170">
                  <a:moveTo>
                    <a:pt x="163" y="51"/>
                  </a:moveTo>
                  <a:cubicBezTo>
                    <a:pt x="159" y="41"/>
                    <a:pt x="153" y="31"/>
                    <a:pt x="145" y="24"/>
                  </a:cubicBezTo>
                  <a:cubicBezTo>
                    <a:pt x="138" y="16"/>
                    <a:pt x="129" y="10"/>
                    <a:pt x="119" y="6"/>
                  </a:cubicBezTo>
                  <a:cubicBezTo>
                    <a:pt x="108" y="2"/>
                    <a:pt x="97" y="0"/>
                    <a:pt x="85" y="0"/>
                  </a:cubicBezTo>
                  <a:cubicBezTo>
                    <a:pt x="73" y="0"/>
                    <a:pt x="61" y="2"/>
                    <a:pt x="51" y="6"/>
                  </a:cubicBezTo>
                  <a:cubicBezTo>
                    <a:pt x="41" y="10"/>
                    <a:pt x="32" y="16"/>
                    <a:pt x="24" y="24"/>
                  </a:cubicBezTo>
                  <a:cubicBezTo>
                    <a:pt x="17" y="31"/>
                    <a:pt x="11" y="41"/>
                    <a:pt x="6" y="51"/>
                  </a:cubicBezTo>
                  <a:cubicBezTo>
                    <a:pt x="2" y="61"/>
                    <a:pt x="0" y="73"/>
                    <a:pt x="0" y="85"/>
                  </a:cubicBezTo>
                  <a:cubicBezTo>
                    <a:pt x="0" y="97"/>
                    <a:pt x="2" y="108"/>
                    <a:pt x="6" y="118"/>
                  </a:cubicBezTo>
                  <a:cubicBezTo>
                    <a:pt x="11" y="129"/>
                    <a:pt x="17" y="138"/>
                    <a:pt x="24" y="146"/>
                  </a:cubicBezTo>
                  <a:cubicBezTo>
                    <a:pt x="32" y="153"/>
                    <a:pt x="41" y="159"/>
                    <a:pt x="51" y="163"/>
                  </a:cubicBezTo>
                  <a:cubicBezTo>
                    <a:pt x="61" y="168"/>
                    <a:pt x="73" y="170"/>
                    <a:pt x="85" y="170"/>
                  </a:cubicBezTo>
                  <a:cubicBezTo>
                    <a:pt x="97" y="170"/>
                    <a:pt x="108" y="168"/>
                    <a:pt x="119" y="163"/>
                  </a:cubicBezTo>
                  <a:cubicBezTo>
                    <a:pt x="129" y="159"/>
                    <a:pt x="138" y="153"/>
                    <a:pt x="145" y="146"/>
                  </a:cubicBezTo>
                  <a:cubicBezTo>
                    <a:pt x="153" y="138"/>
                    <a:pt x="159" y="129"/>
                    <a:pt x="163" y="118"/>
                  </a:cubicBezTo>
                  <a:cubicBezTo>
                    <a:pt x="167" y="108"/>
                    <a:pt x="169" y="97"/>
                    <a:pt x="169" y="85"/>
                  </a:cubicBezTo>
                  <a:cubicBezTo>
                    <a:pt x="169" y="73"/>
                    <a:pt x="167" y="61"/>
                    <a:pt x="163" y="51"/>
                  </a:cubicBezTo>
                  <a:close/>
                  <a:moveTo>
                    <a:pt x="132" y="106"/>
                  </a:moveTo>
                  <a:cubicBezTo>
                    <a:pt x="129" y="112"/>
                    <a:pt x="126" y="118"/>
                    <a:pt x="121" y="123"/>
                  </a:cubicBezTo>
                  <a:cubicBezTo>
                    <a:pt x="117" y="128"/>
                    <a:pt x="112" y="132"/>
                    <a:pt x="105" y="134"/>
                  </a:cubicBezTo>
                  <a:cubicBezTo>
                    <a:pt x="93" y="140"/>
                    <a:pt x="76" y="140"/>
                    <a:pt x="64" y="134"/>
                  </a:cubicBezTo>
                  <a:cubicBezTo>
                    <a:pt x="58" y="132"/>
                    <a:pt x="52" y="128"/>
                    <a:pt x="48" y="123"/>
                  </a:cubicBezTo>
                  <a:cubicBezTo>
                    <a:pt x="44" y="118"/>
                    <a:pt x="40" y="112"/>
                    <a:pt x="38" y="106"/>
                  </a:cubicBezTo>
                  <a:cubicBezTo>
                    <a:pt x="35" y="99"/>
                    <a:pt x="34" y="92"/>
                    <a:pt x="34" y="85"/>
                  </a:cubicBezTo>
                  <a:cubicBezTo>
                    <a:pt x="34" y="77"/>
                    <a:pt x="35" y="70"/>
                    <a:pt x="38" y="64"/>
                  </a:cubicBezTo>
                  <a:cubicBezTo>
                    <a:pt x="40" y="57"/>
                    <a:pt x="44" y="51"/>
                    <a:pt x="48" y="46"/>
                  </a:cubicBezTo>
                  <a:cubicBezTo>
                    <a:pt x="52" y="42"/>
                    <a:pt x="58" y="38"/>
                    <a:pt x="64" y="35"/>
                  </a:cubicBezTo>
                  <a:cubicBezTo>
                    <a:pt x="70" y="32"/>
                    <a:pt x="77" y="31"/>
                    <a:pt x="85" y="31"/>
                  </a:cubicBezTo>
                  <a:cubicBezTo>
                    <a:pt x="92" y="31"/>
                    <a:pt x="99" y="32"/>
                    <a:pt x="105" y="35"/>
                  </a:cubicBezTo>
                  <a:cubicBezTo>
                    <a:pt x="112" y="38"/>
                    <a:pt x="117" y="42"/>
                    <a:pt x="121" y="46"/>
                  </a:cubicBezTo>
                  <a:cubicBezTo>
                    <a:pt x="126" y="51"/>
                    <a:pt x="129" y="57"/>
                    <a:pt x="132" y="64"/>
                  </a:cubicBezTo>
                  <a:cubicBezTo>
                    <a:pt x="134" y="70"/>
                    <a:pt x="136" y="77"/>
                    <a:pt x="136" y="85"/>
                  </a:cubicBezTo>
                  <a:cubicBezTo>
                    <a:pt x="136" y="92"/>
                    <a:pt x="134" y="99"/>
                    <a:pt x="13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9" name="Freeform 9"/>
            <p:cNvSpPr>
              <a:spLocks noEditPoints="1"/>
            </p:cNvSpPr>
            <p:nvPr userDrawn="1"/>
          </p:nvSpPr>
          <p:spPr bwMode="auto">
            <a:xfrm>
              <a:off x="7711515" y="2394682"/>
              <a:ext cx="282575" cy="376237"/>
            </a:xfrm>
            <a:custGeom>
              <a:avLst/>
              <a:gdLst>
                <a:gd name="T0" fmla="*/ 82 w 129"/>
                <a:gd name="T1" fmla="*/ 96 h 170"/>
                <a:gd name="T2" fmla="*/ 104 w 129"/>
                <a:gd name="T3" fmla="*/ 83 h 170"/>
                <a:gd name="T4" fmla="*/ 117 w 129"/>
                <a:gd name="T5" fmla="*/ 50 h 170"/>
                <a:gd name="T6" fmla="*/ 110 w 129"/>
                <a:gd name="T7" fmla="*/ 23 h 170"/>
                <a:gd name="T8" fmla="*/ 93 w 129"/>
                <a:gd name="T9" fmla="*/ 8 h 170"/>
                <a:gd name="T10" fmla="*/ 70 w 129"/>
                <a:gd name="T11" fmla="*/ 1 h 170"/>
                <a:gd name="T12" fmla="*/ 47 w 129"/>
                <a:gd name="T13" fmla="*/ 0 h 170"/>
                <a:gd name="T14" fmla="*/ 0 w 129"/>
                <a:gd name="T15" fmla="*/ 0 h 170"/>
                <a:gd name="T16" fmla="*/ 0 w 129"/>
                <a:gd name="T17" fmla="*/ 170 h 170"/>
                <a:gd name="T18" fmla="*/ 34 w 129"/>
                <a:gd name="T19" fmla="*/ 170 h 170"/>
                <a:gd name="T20" fmla="*/ 34 w 129"/>
                <a:gd name="T21" fmla="*/ 101 h 170"/>
                <a:gd name="T22" fmla="*/ 45 w 129"/>
                <a:gd name="T23" fmla="*/ 101 h 170"/>
                <a:gd name="T24" fmla="*/ 87 w 129"/>
                <a:gd name="T25" fmla="*/ 170 h 170"/>
                <a:gd name="T26" fmla="*/ 116 w 129"/>
                <a:gd name="T27" fmla="*/ 170 h 170"/>
                <a:gd name="T28" fmla="*/ 129 w 129"/>
                <a:gd name="T29" fmla="*/ 170 h 170"/>
                <a:gd name="T30" fmla="*/ 129 w 129"/>
                <a:gd name="T31" fmla="*/ 170 h 170"/>
                <a:gd name="T32" fmla="*/ 82 w 129"/>
                <a:gd name="T33" fmla="*/ 96 h 170"/>
                <a:gd name="T34" fmla="*/ 79 w 129"/>
                <a:gd name="T35" fmla="*/ 60 h 170"/>
                <a:gd name="T36" fmla="*/ 71 w 129"/>
                <a:gd name="T37" fmla="*/ 65 h 170"/>
                <a:gd name="T38" fmla="*/ 58 w 129"/>
                <a:gd name="T39" fmla="*/ 68 h 170"/>
                <a:gd name="T40" fmla="*/ 42 w 129"/>
                <a:gd name="T41" fmla="*/ 68 h 170"/>
                <a:gd name="T42" fmla="*/ 34 w 129"/>
                <a:gd name="T43" fmla="*/ 68 h 170"/>
                <a:gd name="T44" fmla="*/ 34 w 129"/>
                <a:gd name="T45" fmla="*/ 32 h 170"/>
                <a:gd name="T46" fmla="*/ 52 w 129"/>
                <a:gd name="T47" fmla="*/ 32 h 170"/>
                <a:gd name="T48" fmla="*/ 64 w 129"/>
                <a:gd name="T49" fmla="*/ 33 h 170"/>
                <a:gd name="T50" fmla="*/ 74 w 129"/>
                <a:gd name="T51" fmla="*/ 36 h 170"/>
                <a:gd name="T52" fmla="*/ 79 w 129"/>
                <a:gd name="T53" fmla="*/ 41 h 170"/>
                <a:gd name="T54" fmla="*/ 81 w 129"/>
                <a:gd name="T55" fmla="*/ 50 h 170"/>
                <a:gd name="T56" fmla="*/ 79 w 129"/>
                <a:gd name="T57" fmla="*/ 6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29" h="170">
                  <a:moveTo>
                    <a:pt x="82" y="96"/>
                  </a:moveTo>
                  <a:cubicBezTo>
                    <a:pt x="91" y="94"/>
                    <a:pt x="98" y="89"/>
                    <a:pt x="104" y="83"/>
                  </a:cubicBezTo>
                  <a:cubicBezTo>
                    <a:pt x="112" y="75"/>
                    <a:pt x="117" y="63"/>
                    <a:pt x="117" y="50"/>
                  </a:cubicBezTo>
                  <a:cubicBezTo>
                    <a:pt x="117" y="39"/>
                    <a:pt x="114" y="30"/>
                    <a:pt x="110" y="23"/>
                  </a:cubicBezTo>
                  <a:cubicBezTo>
                    <a:pt x="106" y="16"/>
                    <a:pt x="100" y="11"/>
                    <a:pt x="93" y="8"/>
                  </a:cubicBezTo>
                  <a:cubicBezTo>
                    <a:pt x="86" y="4"/>
                    <a:pt x="78" y="2"/>
                    <a:pt x="70" y="1"/>
                  </a:cubicBezTo>
                  <a:cubicBezTo>
                    <a:pt x="63" y="0"/>
                    <a:pt x="55" y="0"/>
                    <a:pt x="4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4" y="101"/>
                    <a:pt x="34" y="101"/>
                    <a:pt x="34" y="101"/>
                  </a:cubicBezTo>
                  <a:cubicBezTo>
                    <a:pt x="45" y="101"/>
                    <a:pt x="45" y="101"/>
                    <a:pt x="45" y="101"/>
                  </a:cubicBezTo>
                  <a:cubicBezTo>
                    <a:pt x="87" y="170"/>
                    <a:pt x="87" y="170"/>
                    <a:pt x="87" y="170"/>
                  </a:cubicBezTo>
                  <a:cubicBezTo>
                    <a:pt x="116" y="170"/>
                    <a:pt x="116" y="170"/>
                    <a:pt x="116" y="170"/>
                  </a:cubicBezTo>
                  <a:cubicBezTo>
                    <a:pt x="129" y="170"/>
                    <a:pt x="129" y="170"/>
                    <a:pt x="129" y="170"/>
                  </a:cubicBezTo>
                  <a:cubicBezTo>
                    <a:pt x="129" y="170"/>
                    <a:pt x="129" y="170"/>
                    <a:pt x="129" y="170"/>
                  </a:cubicBezTo>
                  <a:lnTo>
                    <a:pt x="82" y="96"/>
                  </a:lnTo>
                  <a:close/>
                  <a:moveTo>
                    <a:pt x="79" y="60"/>
                  </a:moveTo>
                  <a:cubicBezTo>
                    <a:pt x="77" y="62"/>
                    <a:pt x="74" y="64"/>
                    <a:pt x="71" y="65"/>
                  </a:cubicBezTo>
                  <a:cubicBezTo>
                    <a:pt x="67" y="67"/>
                    <a:pt x="62" y="67"/>
                    <a:pt x="58" y="68"/>
                  </a:cubicBezTo>
                  <a:cubicBezTo>
                    <a:pt x="52" y="68"/>
                    <a:pt x="47" y="68"/>
                    <a:pt x="42" y="68"/>
                  </a:cubicBezTo>
                  <a:cubicBezTo>
                    <a:pt x="34" y="68"/>
                    <a:pt x="34" y="68"/>
                    <a:pt x="34" y="68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52" y="32"/>
                    <a:pt x="52" y="32"/>
                    <a:pt x="52" y="32"/>
                  </a:cubicBezTo>
                  <a:cubicBezTo>
                    <a:pt x="56" y="32"/>
                    <a:pt x="60" y="33"/>
                    <a:pt x="64" y="33"/>
                  </a:cubicBezTo>
                  <a:cubicBezTo>
                    <a:pt x="68" y="34"/>
                    <a:pt x="71" y="35"/>
                    <a:pt x="74" y="36"/>
                  </a:cubicBezTo>
                  <a:cubicBezTo>
                    <a:pt x="76" y="37"/>
                    <a:pt x="78" y="39"/>
                    <a:pt x="79" y="41"/>
                  </a:cubicBezTo>
                  <a:cubicBezTo>
                    <a:pt x="81" y="43"/>
                    <a:pt x="81" y="46"/>
                    <a:pt x="81" y="50"/>
                  </a:cubicBezTo>
                  <a:cubicBezTo>
                    <a:pt x="81" y="55"/>
                    <a:pt x="81" y="58"/>
                    <a:pt x="79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0" name="Freeform 10"/>
            <p:cNvSpPr>
              <a:spLocks noEditPoints="1"/>
            </p:cNvSpPr>
            <p:nvPr userDrawn="1"/>
          </p:nvSpPr>
          <p:spPr bwMode="auto">
            <a:xfrm>
              <a:off x="8003615" y="2394682"/>
              <a:ext cx="347662" cy="376237"/>
            </a:xfrm>
            <a:custGeom>
              <a:avLst/>
              <a:gdLst>
                <a:gd name="T0" fmla="*/ 119 w 219"/>
                <a:gd name="T1" fmla="*/ 0 h 237"/>
                <a:gd name="T2" fmla="*/ 81 w 219"/>
                <a:gd name="T3" fmla="*/ 0 h 237"/>
                <a:gd name="T4" fmla="*/ 0 w 219"/>
                <a:gd name="T5" fmla="*/ 188 h 237"/>
                <a:gd name="T6" fmla="*/ 30 w 219"/>
                <a:gd name="T7" fmla="*/ 237 h 237"/>
                <a:gd name="T8" fmla="*/ 52 w 219"/>
                <a:gd name="T9" fmla="*/ 184 h 237"/>
                <a:gd name="T10" fmla="*/ 144 w 219"/>
                <a:gd name="T11" fmla="*/ 184 h 237"/>
                <a:gd name="T12" fmla="*/ 166 w 219"/>
                <a:gd name="T13" fmla="*/ 237 h 237"/>
                <a:gd name="T14" fmla="*/ 219 w 219"/>
                <a:gd name="T15" fmla="*/ 237 h 237"/>
                <a:gd name="T16" fmla="*/ 119 w 219"/>
                <a:gd name="T17" fmla="*/ 0 h 237"/>
                <a:gd name="T18" fmla="*/ 70 w 219"/>
                <a:gd name="T19" fmla="*/ 141 h 237"/>
                <a:gd name="T20" fmla="*/ 99 w 219"/>
                <a:gd name="T21" fmla="*/ 71 h 237"/>
                <a:gd name="T22" fmla="*/ 128 w 219"/>
                <a:gd name="T23" fmla="*/ 141 h 237"/>
                <a:gd name="T24" fmla="*/ 70 w 219"/>
                <a:gd name="T25" fmla="*/ 141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19" h="237">
                  <a:moveTo>
                    <a:pt x="119" y="0"/>
                  </a:moveTo>
                  <a:lnTo>
                    <a:pt x="81" y="0"/>
                  </a:lnTo>
                  <a:lnTo>
                    <a:pt x="0" y="188"/>
                  </a:lnTo>
                  <a:lnTo>
                    <a:pt x="30" y="237"/>
                  </a:lnTo>
                  <a:lnTo>
                    <a:pt x="52" y="184"/>
                  </a:lnTo>
                  <a:lnTo>
                    <a:pt x="144" y="184"/>
                  </a:lnTo>
                  <a:lnTo>
                    <a:pt x="166" y="237"/>
                  </a:lnTo>
                  <a:lnTo>
                    <a:pt x="219" y="237"/>
                  </a:lnTo>
                  <a:lnTo>
                    <a:pt x="119" y="0"/>
                  </a:lnTo>
                  <a:close/>
                  <a:moveTo>
                    <a:pt x="70" y="141"/>
                  </a:moveTo>
                  <a:lnTo>
                    <a:pt x="99" y="71"/>
                  </a:lnTo>
                  <a:lnTo>
                    <a:pt x="128" y="141"/>
                  </a:lnTo>
                  <a:lnTo>
                    <a:pt x="70" y="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1" name="Freeform 11"/>
            <p:cNvSpPr>
              <a:spLocks/>
            </p:cNvSpPr>
            <p:nvPr userDrawn="1"/>
          </p:nvSpPr>
          <p:spPr bwMode="auto">
            <a:xfrm>
              <a:off x="8340165" y="2394682"/>
              <a:ext cx="295275" cy="376237"/>
            </a:xfrm>
            <a:custGeom>
              <a:avLst/>
              <a:gdLst>
                <a:gd name="T0" fmla="*/ 118 w 135"/>
                <a:gd name="T1" fmla="*/ 129 h 170"/>
                <a:gd name="T2" fmla="*/ 118 w 135"/>
                <a:gd name="T3" fmla="*/ 127 h 170"/>
                <a:gd name="T4" fmla="*/ 116 w 135"/>
                <a:gd name="T5" fmla="*/ 129 h 170"/>
                <a:gd name="T6" fmla="*/ 115 w 135"/>
                <a:gd name="T7" fmla="*/ 129 h 170"/>
                <a:gd name="T8" fmla="*/ 106 w 135"/>
                <a:gd name="T9" fmla="*/ 134 h 170"/>
                <a:gd name="T10" fmla="*/ 87 w 135"/>
                <a:gd name="T11" fmla="*/ 138 h 170"/>
                <a:gd name="T12" fmla="*/ 50 w 135"/>
                <a:gd name="T13" fmla="*/ 123 h 170"/>
                <a:gd name="T14" fmla="*/ 34 w 135"/>
                <a:gd name="T15" fmla="*/ 85 h 170"/>
                <a:gd name="T16" fmla="*/ 50 w 135"/>
                <a:gd name="T17" fmla="*/ 47 h 170"/>
                <a:gd name="T18" fmla="*/ 87 w 135"/>
                <a:gd name="T19" fmla="*/ 32 h 170"/>
                <a:gd name="T20" fmla="*/ 116 w 135"/>
                <a:gd name="T21" fmla="*/ 41 h 170"/>
                <a:gd name="T22" fmla="*/ 117 w 135"/>
                <a:gd name="T23" fmla="*/ 42 h 170"/>
                <a:gd name="T24" fmla="*/ 134 w 135"/>
                <a:gd name="T25" fmla="*/ 15 h 170"/>
                <a:gd name="T26" fmla="*/ 135 w 135"/>
                <a:gd name="T27" fmla="*/ 13 h 170"/>
                <a:gd name="T28" fmla="*/ 132 w 135"/>
                <a:gd name="T29" fmla="*/ 12 h 170"/>
                <a:gd name="T30" fmla="*/ 88 w 135"/>
                <a:gd name="T31" fmla="*/ 0 h 170"/>
                <a:gd name="T32" fmla="*/ 21 w 135"/>
                <a:gd name="T33" fmla="*/ 30 h 170"/>
                <a:gd name="T34" fmla="*/ 0 w 135"/>
                <a:gd name="T35" fmla="*/ 86 h 170"/>
                <a:gd name="T36" fmla="*/ 25 w 135"/>
                <a:gd name="T37" fmla="*/ 145 h 170"/>
                <a:gd name="T38" fmla="*/ 86 w 135"/>
                <a:gd name="T39" fmla="*/ 170 h 170"/>
                <a:gd name="T40" fmla="*/ 132 w 135"/>
                <a:gd name="T41" fmla="*/ 158 h 170"/>
                <a:gd name="T42" fmla="*/ 135 w 135"/>
                <a:gd name="T43" fmla="*/ 156 h 170"/>
                <a:gd name="T44" fmla="*/ 118 w 135"/>
                <a:gd name="T45" fmla="*/ 129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35" h="170">
                  <a:moveTo>
                    <a:pt x="118" y="129"/>
                  </a:moveTo>
                  <a:cubicBezTo>
                    <a:pt x="118" y="127"/>
                    <a:pt x="118" y="127"/>
                    <a:pt x="118" y="127"/>
                  </a:cubicBezTo>
                  <a:cubicBezTo>
                    <a:pt x="116" y="129"/>
                    <a:pt x="116" y="129"/>
                    <a:pt x="116" y="129"/>
                  </a:cubicBezTo>
                  <a:cubicBezTo>
                    <a:pt x="115" y="129"/>
                    <a:pt x="115" y="129"/>
                    <a:pt x="115" y="129"/>
                  </a:cubicBezTo>
                  <a:cubicBezTo>
                    <a:pt x="112" y="131"/>
                    <a:pt x="109" y="133"/>
                    <a:pt x="106" y="134"/>
                  </a:cubicBezTo>
                  <a:cubicBezTo>
                    <a:pt x="101" y="137"/>
                    <a:pt x="94" y="138"/>
                    <a:pt x="87" y="138"/>
                  </a:cubicBezTo>
                  <a:cubicBezTo>
                    <a:pt x="72" y="138"/>
                    <a:pt x="60" y="133"/>
                    <a:pt x="50" y="123"/>
                  </a:cubicBezTo>
                  <a:cubicBezTo>
                    <a:pt x="39" y="112"/>
                    <a:pt x="34" y="100"/>
                    <a:pt x="34" y="85"/>
                  </a:cubicBezTo>
                  <a:cubicBezTo>
                    <a:pt x="34" y="70"/>
                    <a:pt x="39" y="58"/>
                    <a:pt x="50" y="47"/>
                  </a:cubicBezTo>
                  <a:cubicBezTo>
                    <a:pt x="60" y="37"/>
                    <a:pt x="72" y="32"/>
                    <a:pt x="87" y="32"/>
                  </a:cubicBezTo>
                  <a:cubicBezTo>
                    <a:pt x="96" y="32"/>
                    <a:pt x="106" y="35"/>
                    <a:pt x="116" y="41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34" y="15"/>
                    <a:pt x="134" y="15"/>
                    <a:pt x="134" y="15"/>
                  </a:cubicBezTo>
                  <a:cubicBezTo>
                    <a:pt x="135" y="13"/>
                    <a:pt x="135" y="13"/>
                    <a:pt x="135" y="13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18" y="4"/>
                    <a:pt x="103" y="0"/>
                    <a:pt x="88" y="0"/>
                  </a:cubicBezTo>
                  <a:cubicBezTo>
                    <a:pt x="61" y="0"/>
                    <a:pt x="38" y="10"/>
                    <a:pt x="21" y="30"/>
                  </a:cubicBezTo>
                  <a:cubicBezTo>
                    <a:pt x="7" y="46"/>
                    <a:pt x="0" y="65"/>
                    <a:pt x="0" y="86"/>
                  </a:cubicBezTo>
                  <a:cubicBezTo>
                    <a:pt x="0" y="109"/>
                    <a:pt x="9" y="129"/>
                    <a:pt x="25" y="145"/>
                  </a:cubicBezTo>
                  <a:cubicBezTo>
                    <a:pt x="42" y="161"/>
                    <a:pt x="63" y="170"/>
                    <a:pt x="86" y="170"/>
                  </a:cubicBezTo>
                  <a:cubicBezTo>
                    <a:pt x="102" y="170"/>
                    <a:pt x="117" y="166"/>
                    <a:pt x="132" y="158"/>
                  </a:cubicBezTo>
                  <a:cubicBezTo>
                    <a:pt x="135" y="156"/>
                    <a:pt x="135" y="156"/>
                    <a:pt x="135" y="156"/>
                  </a:cubicBezTo>
                  <a:lnTo>
                    <a:pt x="118" y="1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364168322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217">
          <p15:clr>
            <a:srgbClr val="FBAE40"/>
          </p15:clr>
        </p15:guide>
        <p15:guide id="2" pos="6023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내용 개체 틀 2"/>
          <p:cNvSpPr>
            <a:spLocks noGrp="1"/>
          </p:cNvSpPr>
          <p:nvPr>
            <p:ph idx="1" hasCustomPrompt="1"/>
          </p:nvPr>
        </p:nvSpPr>
        <p:spPr>
          <a:xfrm>
            <a:off x="3656856" y="1016733"/>
            <a:ext cx="5760640" cy="4525963"/>
          </a:xfrm>
          <a:prstGeom prst="rect">
            <a:avLst/>
          </a:prstGeom>
        </p:spPr>
        <p:txBody>
          <a:bodyPr>
            <a:normAutofit/>
          </a:bodyPr>
          <a:lstStyle>
            <a:lvl1pPr marL="449263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  <a:defRPr lang="en-US" altLang="ko-KR" sz="2000" b="1" kern="1200" spc="-2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  <a:lvl2pPr marL="631825" indent="-273050">
              <a:buFont typeface="+mj-lt"/>
              <a:buAutoNum type="arabicPeriod"/>
              <a:defRPr sz="1600" b="0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00" b="1">
                <a:solidFill>
                  <a:srgbClr val="00B0F0"/>
                </a:solidFill>
              </a:defRPr>
            </a:lvl3pPr>
            <a:lvl4pPr>
              <a:defRPr sz="1800" b="1">
                <a:solidFill>
                  <a:srgbClr val="00B0F0"/>
                </a:solidFill>
              </a:defRPr>
            </a:lvl4pPr>
            <a:lvl5pPr>
              <a:defRPr sz="1800" b="1">
                <a:solidFill>
                  <a:srgbClr val="00B0F0"/>
                </a:solidFill>
              </a:defRPr>
            </a:lvl5pPr>
          </a:lstStyle>
          <a:p>
            <a:pPr marL="449263" lvl="0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</a:pPr>
            <a:r>
              <a:rPr lang="ko-KR" altLang="en-US" dirty="0" smtClean="0"/>
              <a:t>본문의 대 제목 </a:t>
            </a:r>
            <a:r>
              <a:rPr lang="en-US" altLang="ko-KR" dirty="0" smtClean="0"/>
              <a:t>01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02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03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04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05</a:t>
            </a:r>
          </a:p>
          <a:p>
            <a:pPr lvl="0"/>
            <a:r>
              <a:rPr lang="ko-KR" altLang="en-US" dirty="0" smtClean="0"/>
              <a:t>별첨자료</a:t>
            </a:r>
          </a:p>
        </p:txBody>
      </p:sp>
      <p:grpSp>
        <p:nvGrpSpPr>
          <p:cNvPr id="3" name="그룹 2"/>
          <p:cNvGrpSpPr/>
          <p:nvPr userDrawn="1"/>
        </p:nvGrpSpPr>
        <p:grpSpPr>
          <a:xfrm>
            <a:off x="884548" y="908722"/>
            <a:ext cx="1944217" cy="1944215"/>
            <a:chOff x="884548" y="908722"/>
            <a:chExt cx="1944217" cy="1944215"/>
          </a:xfrm>
        </p:grpSpPr>
        <p:sp>
          <p:nvSpPr>
            <p:cNvPr id="11" name="직사각형 10"/>
            <p:cNvSpPr/>
            <p:nvPr/>
          </p:nvSpPr>
          <p:spPr>
            <a:xfrm rot="16200000">
              <a:off x="1802651" y="-9381"/>
              <a:ext cx="108012" cy="1944217"/>
            </a:xfrm>
            <a:prstGeom prst="rect">
              <a:avLst/>
            </a:prstGeom>
            <a:solidFill>
              <a:srgbClr val="005A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/>
            <p:cNvSpPr/>
            <p:nvPr/>
          </p:nvSpPr>
          <p:spPr>
            <a:xfrm rot="5400000">
              <a:off x="1802651" y="1826822"/>
              <a:ext cx="108012" cy="1944217"/>
            </a:xfrm>
            <a:prstGeom prst="rect">
              <a:avLst/>
            </a:prstGeom>
            <a:solidFill>
              <a:srgbClr val="005A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1021813" y="1618816"/>
            <a:ext cx="1669688" cy="54117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ko-KR"/>
            </a:defPPr>
            <a:lvl1pPr>
              <a:lnSpc>
                <a:spcPts val="3500"/>
              </a:lnSpc>
              <a:spcBef>
                <a:spcPts val="0"/>
              </a:spcBef>
              <a:defRPr sz="3200" spc="-2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164194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r>
              <a:rPr lang="en-US" altLang="ko-KR" b="1" dirty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Agenda</a:t>
            </a:r>
          </a:p>
        </p:txBody>
      </p:sp>
      <p:grpSp>
        <p:nvGrpSpPr>
          <p:cNvPr id="4" name="그룹 3"/>
          <p:cNvGrpSpPr/>
          <p:nvPr userDrawn="1"/>
        </p:nvGrpSpPr>
        <p:grpSpPr>
          <a:xfrm>
            <a:off x="884549" y="908721"/>
            <a:ext cx="1944217" cy="1944216"/>
            <a:chOff x="884549" y="908721"/>
            <a:chExt cx="1944217" cy="1944216"/>
          </a:xfrm>
          <a:solidFill>
            <a:schemeClr val="accent1"/>
          </a:solidFill>
        </p:grpSpPr>
        <p:grpSp>
          <p:nvGrpSpPr>
            <p:cNvPr id="10" name="그룹 9"/>
            <p:cNvGrpSpPr/>
            <p:nvPr/>
          </p:nvGrpSpPr>
          <p:grpSpPr>
            <a:xfrm>
              <a:off x="884549" y="908721"/>
              <a:ext cx="1944217" cy="216024"/>
              <a:chOff x="900000" y="998739"/>
              <a:chExt cx="3240000" cy="360000"/>
            </a:xfrm>
            <a:grpFill/>
          </p:grpSpPr>
          <p:sp>
            <p:nvSpPr>
              <p:cNvPr id="18" name="직사각형 17"/>
              <p:cNvSpPr/>
              <p:nvPr/>
            </p:nvSpPr>
            <p:spPr>
              <a:xfrm>
                <a:off x="396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9" name="직사각형 18"/>
              <p:cNvSpPr/>
              <p:nvPr/>
            </p:nvSpPr>
            <p:spPr>
              <a:xfrm>
                <a:off x="90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12" name="그룹 11"/>
            <p:cNvGrpSpPr/>
            <p:nvPr/>
          </p:nvGrpSpPr>
          <p:grpSpPr>
            <a:xfrm rot="10800000">
              <a:off x="884549" y="2636913"/>
              <a:ext cx="1944217" cy="216024"/>
              <a:chOff x="900000" y="998739"/>
              <a:chExt cx="3240000" cy="360000"/>
            </a:xfrm>
            <a:grpFill/>
          </p:grpSpPr>
          <p:sp>
            <p:nvSpPr>
              <p:cNvPr id="15" name="직사각형 14"/>
              <p:cNvSpPr/>
              <p:nvPr/>
            </p:nvSpPr>
            <p:spPr>
              <a:xfrm>
                <a:off x="396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6" name="직사각형 15"/>
              <p:cNvSpPr/>
              <p:nvPr/>
            </p:nvSpPr>
            <p:spPr>
              <a:xfrm>
                <a:off x="90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597611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3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>
          <a:xfrm>
            <a:off x="2751826" y="908721"/>
            <a:ext cx="6487065" cy="5466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내용 개체 틀 2"/>
          <p:cNvSpPr>
            <a:spLocks noGrp="1"/>
          </p:cNvSpPr>
          <p:nvPr>
            <p:ph idx="1" hasCustomPrompt="1"/>
          </p:nvPr>
        </p:nvSpPr>
        <p:spPr>
          <a:xfrm>
            <a:off x="3115038" y="1124745"/>
            <a:ext cx="5760640" cy="4525963"/>
          </a:xfrm>
          <a:prstGeom prst="rect">
            <a:avLst/>
          </a:prstGeom>
        </p:spPr>
        <p:txBody>
          <a:bodyPr>
            <a:normAutofit/>
          </a:bodyPr>
          <a:lstStyle>
            <a:lvl1pPr marL="449263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  <a:defRPr lang="ko-KR" altLang="en-US" sz="2000" b="1" kern="1200" spc="-2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  <a:lvl2pPr marL="631825" indent="-273050">
              <a:buFont typeface="+mj-lt"/>
              <a:buAutoNum type="arabicPeriod"/>
              <a:defRPr sz="1600" b="0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00" b="1">
                <a:solidFill>
                  <a:srgbClr val="00B0F0"/>
                </a:solidFill>
              </a:defRPr>
            </a:lvl3pPr>
            <a:lvl4pPr>
              <a:defRPr sz="1800" b="1">
                <a:solidFill>
                  <a:srgbClr val="00B0F0"/>
                </a:solidFill>
              </a:defRPr>
            </a:lvl4pPr>
            <a:lvl5pPr>
              <a:defRPr sz="1800" b="1">
                <a:solidFill>
                  <a:srgbClr val="00B0F0"/>
                </a:solidFill>
              </a:defRPr>
            </a:lvl5pPr>
          </a:lstStyle>
          <a:p>
            <a:pPr marL="449263" lvl="0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</a:pPr>
            <a:r>
              <a:rPr lang="ko-KR" altLang="en-US" dirty="0" smtClean="0"/>
              <a:t>본문의 대 제목 </a:t>
            </a:r>
            <a:r>
              <a:rPr lang="en-US" altLang="ko-KR" dirty="0" smtClean="0"/>
              <a:t>01</a:t>
            </a:r>
          </a:p>
          <a:p>
            <a:pPr marL="449263" lvl="0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</a:pPr>
            <a:r>
              <a:rPr lang="ko-KR" altLang="en-US" dirty="0" smtClean="0"/>
              <a:t>본문의 대 제목 </a:t>
            </a:r>
            <a:r>
              <a:rPr lang="en-US" altLang="ko-KR" dirty="0" smtClean="0"/>
              <a:t>02</a:t>
            </a:r>
          </a:p>
          <a:p>
            <a:pPr marL="449263" lvl="0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</a:pPr>
            <a:r>
              <a:rPr lang="ko-KR" altLang="en-US" dirty="0" smtClean="0"/>
              <a:t>본문의 대 제목 </a:t>
            </a:r>
            <a:r>
              <a:rPr lang="en-US" altLang="ko-KR" dirty="0" smtClean="0"/>
              <a:t>03</a:t>
            </a:r>
          </a:p>
          <a:p>
            <a:pPr marL="449263" lvl="0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</a:pPr>
            <a:r>
              <a:rPr lang="ko-KR" altLang="en-US" dirty="0" smtClean="0"/>
              <a:t>본문의 대 제목 </a:t>
            </a:r>
            <a:r>
              <a:rPr lang="en-US" altLang="ko-KR" dirty="0" smtClean="0"/>
              <a:t>04</a:t>
            </a:r>
          </a:p>
          <a:p>
            <a:pPr marL="449263" lvl="0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</a:pPr>
            <a:r>
              <a:rPr lang="ko-KR" altLang="en-US" dirty="0" smtClean="0"/>
              <a:t>본문의 대 제목 </a:t>
            </a:r>
            <a:r>
              <a:rPr lang="en-US" altLang="ko-KR" dirty="0" smtClean="0"/>
              <a:t>05</a:t>
            </a:r>
          </a:p>
          <a:p>
            <a:pPr marL="449263" lvl="0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</a:pPr>
            <a:r>
              <a:rPr lang="ko-KR" altLang="en-US" dirty="0" smtClean="0"/>
              <a:t>별첨자료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1037" y="1019970"/>
            <a:ext cx="1669688" cy="54117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ko-KR"/>
            </a:defPPr>
            <a:lvl1pPr>
              <a:lnSpc>
                <a:spcPts val="3500"/>
              </a:lnSpc>
              <a:spcBef>
                <a:spcPts val="0"/>
              </a:spcBef>
              <a:defRPr sz="3200" spc="-2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164194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r>
              <a:rPr lang="en-US" altLang="ko-KR" b="1" dirty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Agenda</a:t>
            </a:r>
          </a:p>
        </p:txBody>
      </p:sp>
      <p:cxnSp>
        <p:nvCxnSpPr>
          <p:cNvPr id="6" name="직선 연결선 5"/>
          <p:cNvCxnSpPr/>
          <p:nvPr userDrawn="1"/>
        </p:nvCxnSpPr>
        <p:spPr>
          <a:xfrm flipV="1">
            <a:off x="819509" y="1645444"/>
            <a:ext cx="1506972" cy="952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6283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오브젝트">
    <p:bg>
      <p:bgPr>
        <a:solidFill>
          <a:sysClr val="window" lastClr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380999" y="427042"/>
            <a:ext cx="914400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algn="l">
              <a:defRPr kumimoji="1" lang="en-US" sz="26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defTabSz="457200" fontAlgn="t" latinLnBrk="0"/>
            <a:r>
              <a:rPr lang="ko-KR" altLang="en-US" dirty="0" smtClean="0"/>
              <a:t>페이지 제목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Bold 26pt)</a:t>
            </a:r>
            <a:endParaRPr lang="en-US" dirty="0"/>
          </a:p>
        </p:txBody>
      </p:sp>
      <p:cxnSp>
        <p:nvCxnSpPr>
          <p:cNvPr id="31" name="직선 연결선 30"/>
          <p:cNvCxnSpPr/>
          <p:nvPr userDrawn="1"/>
        </p:nvCxnSpPr>
        <p:spPr>
          <a:xfrm>
            <a:off x="380999" y="286985"/>
            <a:ext cx="7418295" cy="0"/>
          </a:xfrm>
          <a:prstGeom prst="line">
            <a:avLst/>
          </a:prstGeom>
          <a:ln w="12700">
            <a:gradFill>
              <a:gsLst>
                <a:gs pos="24000">
                  <a:schemeClr val="accent1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슬라이드 번호 개체 틀 5"/>
          <p:cNvSpPr txBox="1">
            <a:spLocks/>
          </p:cNvSpPr>
          <p:nvPr userDrawn="1"/>
        </p:nvSpPr>
        <p:spPr>
          <a:xfrm>
            <a:off x="3838575" y="6460617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D84941F0-AFF0-444F-9320-08D07B73C7AD}" type="slidenum">
              <a:rPr lang="ko-KR" altLang="en-US" smtClean="0"/>
              <a:pPr lvl="0"/>
              <a:t>‹#›</a:t>
            </a:fld>
            <a:r>
              <a:rPr lang="en-US" altLang="ko-KR" dirty="0" smtClean="0"/>
              <a:t>/</a:t>
            </a:r>
            <a:r>
              <a:rPr lang="ko-KR" altLang="en-US" dirty="0" smtClean="0"/>
              <a:t>9</a:t>
            </a:r>
            <a:endParaRPr lang="ko-KR" altLang="en-US" dirty="0"/>
          </a:p>
        </p:txBody>
      </p:sp>
      <p:sp>
        <p:nvSpPr>
          <p:cNvPr id="30" name="텍스트 개체 틀 2"/>
          <p:cNvSpPr>
            <a:spLocks noGrp="1"/>
          </p:cNvSpPr>
          <p:nvPr userDrawn="1">
            <p:ph type="body" idx="10" hasCustomPrompt="1"/>
          </p:nvPr>
        </p:nvSpPr>
        <p:spPr>
          <a:xfrm>
            <a:off x="7938019" y="142944"/>
            <a:ext cx="1586981" cy="288082"/>
          </a:xfrm>
        </p:spPr>
        <p:txBody>
          <a:bodyPr wrap="square" lIns="0" tIns="0" rIns="0" bIns="0" anchor="ctr">
            <a:spAutoFit/>
          </a:bodyPr>
          <a:lstStyle>
            <a:lvl1pPr marL="0" indent="0" algn="r">
              <a:buNone/>
              <a:defRPr lang="ko-KR" altLang="en-US" sz="800" b="0" kern="1200" spc="-50" baseline="0" dirty="0" smtClean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 smtClean="0"/>
              <a:t>1. </a:t>
            </a:r>
            <a:r>
              <a:rPr lang="ko-KR" altLang="en-US" dirty="0" smtClean="0"/>
              <a:t>마스터 텍스트 스타일 편집</a:t>
            </a:r>
          </a:p>
        </p:txBody>
      </p:sp>
      <p:sp>
        <p:nvSpPr>
          <p:cNvPr id="6" name="텍스트 개체 틀 5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381000" y="899269"/>
            <a:ext cx="9144000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2pPr>
            <a:lvl3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3pPr>
            <a:lvl4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4pPr>
            <a:lvl5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5pPr>
          </a:lstStyle>
          <a:p>
            <a:pPr lvl="0"/>
            <a:r>
              <a:rPr lang="ko-KR" altLang="en-US" dirty="0" smtClean="0"/>
              <a:t>페이지 설명 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16pt)</a:t>
            </a:r>
          </a:p>
        </p:txBody>
      </p:sp>
      <p:grpSp>
        <p:nvGrpSpPr>
          <p:cNvPr id="10" name="그룹 9"/>
          <p:cNvGrpSpPr/>
          <p:nvPr userDrawn="1"/>
        </p:nvGrpSpPr>
        <p:grpSpPr>
          <a:xfrm>
            <a:off x="6922602" y="6587034"/>
            <a:ext cx="2602398" cy="126449"/>
            <a:chOff x="6922602" y="6587034"/>
            <a:chExt cx="2602398" cy="126449"/>
          </a:xfrm>
        </p:grpSpPr>
        <p:sp>
          <p:nvSpPr>
            <p:cNvPr id="29" name="Text Box 9"/>
            <p:cNvSpPr txBox="1">
              <a:spLocks noChangeArrowheads="1"/>
            </p:cNvSpPr>
            <p:nvPr userDrawn="1"/>
          </p:nvSpPr>
          <p:spPr bwMode="auto">
            <a:xfrm>
              <a:off x="6922602" y="6605761"/>
              <a:ext cx="1899751" cy="1077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0">
              <a:spAutoFit/>
            </a:bodyPr>
            <a:lstStyle/>
            <a:p>
              <a:pPr algn="r" defTabSz="95747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700" dirty="0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Copyright © </a:t>
              </a:r>
              <a:r>
                <a:rPr kumimoji="1" lang="en-US" altLang="ko-KR" sz="700" dirty="0" err="1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Miracom,Inc</a:t>
              </a:r>
              <a:r>
                <a:rPr kumimoji="1" lang="en-US" altLang="ko-KR" sz="700" dirty="0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. All rights reserved.</a:t>
              </a:r>
            </a:p>
          </p:txBody>
        </p:sp>
        <p:grpSp>
          <p:nvGrpSpPr>
            <p:cNvPr id="50" name="그룹 49"/>
            <p:cNvGrpSpPr/>
            <p:nvPr userDrawn="1"/>
          </p:nvGrpSpPr>
          <p:grpSpPr>
            <a:xfrm>
              <a:off x="8842727" y="6587034"/>
              <a:ext cx="682273" cy="112290"/>
              <a:chOff x="7132078" y="2394682"/>
              <a:chExt cx="2286000" cy="376237"/>
            </a:xfrm>
            <a:solidFill>
              <a:srgbClr val="005AB4"/>
            </a:solidFill>
          </p:grpSpPr>
          <p:sp>
            <p:nvSpPr>
              <p:cNvPr id="51" name="Freeform 5"/>
              <p:cNvSpPr>
                <a:spLocks/>
              </p:cNvSpPr>
              <p:nvPr userDrawn="1"/>
            </p:nvSpPr>
            <p:spPr bwMode="auto">
              <a:xfrm>
                <a:off x="9046603" y="2394682"/>
                <a:ext cx="371475" cy="376237"/>
              </a:xfrm>
              <a:custGeom>
                <a:avLst/>
                <a:gdLst>
                  <a:gd name="T0" fmla="*/ 117 w 234"/>
                  <a:gd name="T1" fmla="*/ 154 h 237"/>
                  <a:gd name="T2" fmla="*/ 54 w 234"/>
                  <a:gd name="T3" fmla="*/ 0 h 237"/>
                  <a:gd name="T4" fmla="*/ 0 w 234"/>
                  <a:gd name="T5" fmla="*/ 0 h 237"/>
                  <a:gd name="T6" fmla="*/ 0 w 234"/>
                  <a:gd name="T7" fmla="*/ 237 h 237"/>
                  <a:gd name="T8" fmla="*/ 44 w 234"/>
                  <a:gd name="T9" fmla="*/ 237 h 237"/>
                  <a:gd name="T10" fmla="*/ 44 w 234"/>
                  <a:gd name="T11" fmla="*/ 96 h 237"/>
                  <a:gd name="T12" fmla="*/ 102 w 234"/>
                  <a:gd name="T13" fmla="*/ 237 h 237"/>
                  <a:gd name="T14" fmla="*/ 131 w 234"/>
                  <a:gd name="T15" fmla="*/ 237 h 237"/>
                  <a:gd name="T16" fmla="*/ 189 w 234"/>
                  <a:gd name="T17" fmla="*/ 96 h 237"/>
                  <a:gd name="T18" fmla="*/ 189 w 234"/>
                  <a:gd name="T19" fmla="*/ 237 h 237"/>
                  <a:gd name="T20" fmla="*/ 234 w 234"/>
                  <a:gd name="T21" fmla="*/ 237 h 237"/>
                  <a:gd name="T22" fmla="*/ 234 w 234"/>
                  <a:gd name="T23" fmla="*/ 0 h 237"/>
                  <a:gd name="T24" fmla="*/ 181 w 234"/>
                  <a:gd name="T25" fmla="*/ 0 h 237"/>
                  <a:gd name="T26" fmla="*/ 117 w 234"/>
                  <a:gd name="T27" fmla="*/ 154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34" h="237">
                    <a:moveTo>
                      <a:pt x="117" y="154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37"/>
                    </a:lnTo>
                    <a:lnTo>
                      <a:pt x="44" y="237"/>
                    </a:lnTo>
                    <a:lnTo>
                      <a:pt x="44" y="96"/>
                    </a:lnTo>
                    <a:lnTo>
                      <a:pt x="102" y="237"/>
                    </a:lnTo>
                    <a:lnTo>
                      <a:pt x="131" y="237"/>
                    </a:lnTo>
                    <a:lnTo>
                      <a:pt x="189" y="96"/>
                    </a:lnTo>
                    <a:lnTo>
                      <a:pt x="189" y="237"/>
                    </a:lnTo>
                    <a:lnTo>
                      <a:pt x="234" y="237"/>
                    </a:lnTo>
                    <a:lnTo>
                      <a:pt x="234" y="0"/>
                    </a:lnTo>
                    <a:lnTo>
                      <a:pt x="181" y="0"/>
                    </a:lnTo>
                    <a:lnTo>
                      <a:pt x="117" y="1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2" name="Freeform 6"/>
              <p:cNvSpPr>
                <a:spLocks/>
              </p:cNvSpPr>
              <p:nvPr userDrawn="1"/>
            </p:nvSpPr>
            <p:spPr bwMode="auto">
              <a:xfrm>
                <a:off x="7132078" y="2394682"/>
                <a:ext cx="371475" cy="376237"/>
              </a:xfrm>
              <a:custGeom>
                <a:avLst/>
                <a:gdLst>
                  <a:gd name="T0" fmla="*/ 117 w 234"/>
                  <a:gd name="T1" fmla="*/ 154 h 237"/>
                  <a:gd name="T2" fmla="*/ 54 w 234"/>
                  <a:gd name="T3" fmla="*/ 0 h 237"/>
                  <a:gd name="T4" fmla="*/ 0 w 234"/>
                  <a:gd name="T5" fmla="*/ 0 h 237"/>
                  <a:gd name="T6" fmla="*/ 0 w 234"/>
                  <a:gd name="T7" fmla="*/ 237 h 237"/>
                  <a:gd name="T8" fmla="*/ 45 w 234"/>
                  <a:gd name="T9" fmla="*/ 237 h 237"/>
                  <a:gd name="T10" fmla="*/ 45 w 234"/>
                  <a:gd name="T11" fmla="*/ 96 h 237"/>
                  <a:gd name="T12" fmla="*/ 103 w 234"/>
                  <a:gd name="T13" fmla="*/ 237 h 237"/>
                  <a:gd name="T14" fmla="*/ 132 w 234"/>
                  <a:gd name="T15" fmla="*/ 237 h 237"/>
                  <a:gd name="T16" fmla="*/ 189 w 234"/>
                  <a:gd name="T17" fmla="*/ 96 h 237"/>
                  <a:gd name="T18" fmla="*/ 189 w 234"/>
                  <a:gd name="T19" fmla="*/ 237 h 237"/>
                  <a:gd name="T20" fmla="*/ 234 w 234"/>
                  <a:gd name="T21" fmla="*/ 237 h 237"/>
                  <a:gd name="T22" fmla="*/ 234 w 234"/>
                  <a:gd name="T23" fmla="*/ 0 h 237"/>
                  <a:gd name="T24" fmla="*/ 182 w 234"/>
                  <a:gd name="T25" fmla="*/ 0 h 237"/>
                  <a:gd name="T26" fmla="*/ 117 w 234"/>
                  <a:gd name="T27" fmla="*/ 154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34" h="237">
                    <a:moveTo>
                      <a:pt x="117" y="154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37"/>
                    </a:lnTo>
                    <a:lnTo>
                      <a:pt x="45" y="237"/>
                    </a:lnTo>
                    <a:lnTo>
                      <a:pt x="45" y="96"/>
                    </a:lnTo>
                    <a:lnTo>
                      <a:pt x="103" y="237"/>
                    </a:lnTo>
                    <a:lnTo>
                      <a:pt x="132" y="237"/>
                    </a:lnTo>
                    <a:lnTo>
                      <a:pt x="189" y="96"/>
                    </a:lnTo>
                    <a:lnTo>
                      <a:pt x="189" y="237"/>
                    </a:lnTo>
                    <a:lnTo>
                      <a:pt x="234" y="237"/>
                    </a:lnTo>
                    <a:lnTo>
                      <a:pt x="234" y="0"/>
                    </a:lnTo>
                    <a:lnTo>
                      <a:pt x="182" y="0"/>
                    </a:lnTo>
                    <a:lnTo>
                      <a:pt x="117" y="1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4" name="Rectangle 7"/>
              <p:cNvSpPr>
                <a:spLocks noChangeArrowheads="1"/>
              </p:cNvSpPr>
              <p:nvPr userDrawn="1"/>
            </p:nvSpPr>
            <p:spPr bwMode="auto">
              <a:xfrm>
                <a:off x="7571815" y="2394682"/>
                <a:ext cx="73025" cy="37623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6" name="Freeform 8"/>
              <p:cNvSpPr>
                <a:spLocks noEditPoints="1"/>
              </p:cNvSpPr>
              <p:nvPr userDrawn="1"/>
            </p:nvSpPr>
            <p:spPr bwMode="auto">
              <a:xfrm>
                <a:off x="8629090" y="2394682"/>
                <a:ext cx="369887" cy="376237"/>
              </a:xfrm>
              <a:custGeom>
                <a:avLst/>
                <a:gdLst>
                  <a:gd name="T0" fmla="*/ 163 w 169"/>
                  <a:gd name="T1" fmla="*/ 51 h 170"/>
                  <a:gd name="T2" fmla="*/ 145 w 169"/>
                  <a:gd name="T3" fmla="*/ 24 h 170"/>
                  <a:gd name="T4" fmla="*/ 119 w 169"/>
                  <a:gd name="T5" fmla="*/ 6 h 170"/>
                  <a:gd name="T6" fmla="*/ 85 w 169"/>
                  <a:gd name="T7" fmla="*/ 0 h 170"/>
                  <a:gd name="T8" fmla="*/ 51 w 169"/>
                  <a:gd name="T9" fmla="*/ 6 h 170"/>
                  <a:gd name="T10" fmla="*/ 24 w 169"/>
                  <a:gd name="T11" fmla="*/ 24 h 170"/>
                  <a:gd name="T12" fmla="*/ 6 w 169"/>
                  <a:gd name="T13" fmla="*/ 51 h 170"/>
                  <a:gd name="T14" fmla="*/ 0 w 169"/>
                  <a:gd name="T15" fmla="*/ 85 h 170"/>
                  <a:gd name="T16" fmla="*/ 6 w 169"/>
                  <a:gd name="T17" fmla="*/ 118 h 170"/>
                  <a:gd name="T18" fmla="*/ 24 w 169"/>
                  <a:gd name="T19" fmla="*/ 146 h 170"/>
                  <a:gd name="T20" fmla="*/ 51 w 169"/>
                  <a:gd name="T21" fmla="*/ 163 h 170"/>
                  <a:gd name="T22" fmla="*/ 85 w 169"/>
                  <a:gd name="T23" fmla="*/ 170 h 170"/>
                  <a:gd name="T24" fmla="*/ 119 w 169"/>
                  <a:gd name="T25" fmla="*/ 163 h 170"/>
                  <a:gd name="T26" fmla="*/ 145 w 169"/>
                  <a:gd name="T27" fmla="*/ 146 h 170"/>
                  <a:gd name="T28" fmla="*/ 163 w 169"/>
                  <a:gd name="T29" fmla="*/ 118 h 170"/>
                  <a:gd name="T30" fmla="*/ 169 w 169"/>
                  <a:gd name="T31" fmla="*/ 85 h 170"/>
                  <a:gd name="T32" fmla="*/ 163 w 169"/>
                  <a:gd name="T33" fmla="*/ 51 h 170"/>
                  <a:gd name="T34" fmla="*/ 132 w 169"/>
                  <a:gd name="T35" fmla="*/ 106 h 170"/>
                  <a:gd name="T36" fmla="*/ 121 w 169"/>
                  <a:gd name="T37" fmla="*/ 123 h 170"/>
                  <a:gd name="T38" fmla="*/ 105 w 169"/>
                  <a:gd name="T39" fmla="*/ 134 h 170"/>
                  <a:gd name="T40" fmla="*/ 64 w 169"/>
                  <a:gd name="T41" fmla="*/ 134 h 170"/>
                  <a:gd name="T42" fmla="*/ 48 w 169"/>
                  <a:gd name="T43" fmla="*/ 123 h 170"/>
                  <a:gd name="T44" fmla="*/ 38 w 169"/>
                  <a:gd name="T45" fmla="*/ 106 h 170"/>
                  <a:gd name="T46" fmla="*/ 34 w 169"/>
                  <a:gd name="T47" fmla="*/ 85 h 170"/>
                  <a:gd name="T48" fmla="*/ 38 w 169"/>
                  <a:gd name="T49" fmla="*/ 64 h 170"/>
                  <a:gd name="T50" fmla="*/ 48 w 169"/>
                  <a:gd name="T51" fmla="*/ 46 h 170"/>
                  <a:gd name="T52" fmla="*/ 64 w 169"/>
                  <a:gd name="T53" fmla="*/ 35 h 170"/>
                  <a:gd name="T54" fmla="*/ 85 w 169"/>
                  <a:gd name="T55" fmla="*/ 31 h 170"/>
                  <a:gd name="T56" fmla="*/ 105 w 169"/>
                  <a:gd name="T57" fmla="*/ 35 h 170"/>
                  <a:gd name="T58" fmla="*/ 121 w 169"/>
                  <a:gd name="T59" fmla="*/ 46 h 170"/>
                  <a:gd name="T60" fmla="*/ 132 w 169"/>
                  <a:gd name="T61" fmla="*/ 64 h 170"/>
                  <a:gd name="T62" fmla="*/ 136 w 169"/>
                  <a:gd name="T63" fmla="*/ 85 h 170"/>
                  <a:gd name="T64" fmla="*/ 132 w 169"/>
                  <a:gd name="T65" fmla="*/ 106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69" h="170">
                    <a:moveTo>
                      <a:pt x="163" y="51"/>
                    </a:moveTo>
                    <a:cubicBezTo>
                      <a:pt x="159" y="41"/>
                      <a:pt x="153" y="31"/>
                      <a:pt x="145" y="24"/>
                    </a:cubicBezTo>
                    <a:cubicBezTo>
                      <a:pt x="138" y="16"/>
                      <a:pt x="129" y="10"/>
                      <a:pt x="119" y="6"/>
                    </a:cubicBezTo>
                    <a:cubicBezTo>
                      <a:pt x="108" y="2"/>
                      <a:pt x="97" y="0"/>
                      <a:pt x="85" y="0"/>
                    </a:cubicBezTo>
                    <a:cubicBezTo>
                      <a:pt x="73" y="0"/>
                      <a:pt x="61" y="2"/>
                      <a:pt x="51" y="6"/>
                    </a:cubicBezTo>
                    <a:cubicBezTo>
                      <a:pt x="41" y="10"/>
                      <a:pt x="32" y="16"/>
                      <a:pt x="24" y="24"/>
                    </a:cubicBezTo>
                    <a:cubicBezTo>
                      <a:pt x="17" y="31"/>
                      <a:pt x="11" y="41"/>
                      <a:pt x="6" y="51"/>
                    </a:cubicBezTo>
                    <a:cubicBezTo>
                      <a:pt x="2" y="61"/>
                      <a:pt x="0" y="73"/>
                      <a:pt x="0" y="85"/>
                    </a:cubicBezTo>
                    <a:cubicBezTo>
                      <a:pt x="0" y="97"/>
                      <a:pt x="2" y="108"/>
                      <a:pt x="6" y="118"/>
                    </a:cubicBezTo>
                    <a:cubicBezTo>
                      <a:pt x="11" y="129"/>
                      <a:pt x="17" y="138"/>
                      <a:pt x="24" y="146"/>
                    </a:cubicBezTo>
                    <a:cubicBezTo>
                      <a:pt x="32" y="153"/>
                      <a:pt x="41" y="159"/>
                      <a:pt x="51" y="163"/>
                    </a:cubicBezTo>
                    <a:cubicBezTo>
                      <a:pt x="61" y="168"/>
                      <a:pt x="73" y="170"/>
                      <a:pt x="85" y="170"/>
                    </a:cubicBezTo>
                    <a:cubicBezTo>
                      <a:pt x="97" y="170"/>
                      <a:pt x="108" y="168"/>
                      <a:pt x="119" y="163"/>
                    </a:cubicBezTo>
                    <a:cubicBezTo>
                      <a:pt x="129" y="159"/>
                      <a:pt x="138" y="153"/>
                      <a:pt x="145" y="146"/>
                    </a:cubicBezTo>
                    <a:cubicBezTo>
                      <a:pt x="153" y="138"/>
                      <a:pt x="159" y="129"/>
                      <a:pt x="163" y="118"/>
                    </a:cubicBezTo>
                    <a:cubicBezTo>
                      <a:pt x="167" y="108"/>
                      <a:pt x="169" y="97"/>
                      <a:pt x="169" y="85"/>
                    </a:cubicBezTo>
                    <a:cubicBezTo>
                      <a:pt x="169" y="73"/>
                      <a:pt x="167" y="61"/>
                      <a:pt x="163" y="51"/>
                    </a:cubicBezTo>
                    <a:close/>
                    <a:moveTo>
                      <a:pt x="132" y="106"/>
                    </a:moveTo>
                    <a:cubicBezTo>
                      <a:pt x="129" y="112"/>
                      <a:pt x="126" y="118"/>
                      <a:pt x="121" y="123"/>
                    </a:cubicBezTo>
                    <a:cubicBezTo>
                      <a:pt x="117" y="128"/>
                      <a:pt x="112" y="132"/>
                      <a:pt x="105" y="134"/>
                    </a:cubicBezTo>
                    <a:cubicBezTo>
                      <a:pt x="93" y="140"/>
                      <a:pt x="76" y="140"/>
                      <a:pt x="64" y="134"/>
                    </a:cubicBezTo>
                    <a:cubicBezTo>
                      <a:pt x="58" y="132"/>
                      <a:pt x="52" y="128"/>
                      <a:pt x="48" y="123"/>
                    </a:cubicBezTo>
                    <a:cubicBezTo>
                      <a:pt x="44" y="118"/>
                      <a:pt x="40" y="112"/>
                      <a:pt x="38" y="106"/>
                    </a:cubicBezTo>
                    <a:cubicBezTo>
                      <a:pt x="35" y="99"/>
                      <a:pt x="34" y="92"/>
                      <a:pt x="34" y="85"/>
                    </a:cubicBezTo>
                    <a:cubicBezTo>
                      <a:pt x="34" y="77"/>
                      <a:pt x="35" y="70"/>
                      <a:pt x="38" y="64"/>
                    </a:cubicBezTo>
                    <a:cubicBezTo>
                      <a:pt x="40" y="57"/>
                      <a:pt x="44" y="51"/>
                      <a:pt x="48" y="46"/>
                    </a:cubicBezTo>
                    <a:cubicBezTo>
                      <a:pt x="52" y="42"/>
                      <a:pt x="58" y="38"/>
                      <a:pt x="64" y="35"/>
                    </a:cubicBezTo>
                    <a:cubicBezTo>
                      <a:pt x="70" y="32"/>
                      <a:pt x="77" y="31"/>
                      <a:pt x="85" y="31"/>
                    </a:cubicBezTo>
                    <a:cubicBezTo>
                      <a:pt x="92" y="31"/>
                      <a:pt x="99" y="32"/>
                      <a:pt x="105" y="35"/>
                    </a:cubicBezTo>
                    <a:cubicBezTo>
                      <a:pt x="112" y="38"/>
                      <a:pt x="117" y="42"/>
                      <a:pt x="121" y="46"/>
                    </a:cubicBezTo>
                    <a:cubicBezTo>
                      <a:pt x="126" y="51"/>
                      <a:pt x="129" y="57"/>
                      <a:pt x="132" y="64"/>
                    </a:cubicBezTo>
                    <a:cubicBezTo>
                      <a:pt x="134" y="70"/>
                      <a:pt x="136" y="77"/>
                      <a:pt x="136" y="85"/>
                    </a:cubicBezTo>
                    <a:cubicBezTo>
                      <a:pt x="136" y="92"/>
                      <a:pt x="134" y="99"/>
                      <a:pt x="132" y="10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7" name="Freeform 9"/>
              <p:cNvSpPr>
                <a:spLocks noEditPoints="1"/>
              </p:cNvSpPr>
              <p:nvPr userDrawn="1"/>
            </p:nvSpPr>
            <p:spPr bwMode="auto">
              <a:xfrm>
                <a:off x="7711515" y="2394682"/>
                <a:ext cx="282575" cy="376237"/>
              </a:xfrm>
              <a:custGeom>
                <a:avLst/>
                <a:gdLst>
                  <a:gd name="T0" fmla="*/ 82 w 129"/>
                  <a:gd name="T1" fmla="*/ 96 h 170"/>
                  <a:gd name="T2" fmla="*/ 104 w 129"/>
                  <a:gd name="T3" fmla="*/ 83 h 170"/>
                  <a:gd name="T4" fmla="*/ 117 w 129"/>
                  <a:gd name="T5" fmla="*/ 50 h 170"/>
                  <a:gd name="T6" fmla="*/ 110 w 129"/>
                  <a:gd name="T7" fmla="*/ 23 h 170"/>
                  <a:gd name="T8" fmla="*/ 93 w 129"/>
                  <a:gd name="T9" fmla="*/ 8 h 170"/>
                  <a:gd name="T10" fmla="*/ 70 w 129"/>
                  <a:gd name="T11" fmla="*/ 1 h 170"/>
                  <a:gd name="T12" fmla="*/ 47 w 129"/>
                  <a:gd name="T13" fmla="*/ 0 h 170"/>
                  <a:gd name="T14" fmla="*/ 0 w 129"/>
                  <a:gd name="T15" fmla="*/ 0 h 170"/>
                  <a:gd name="T16" fmla="*/ 0 w 129"/>
                  <a:gd name="T17" fmla="*/ 170 h 170"/>
                  <a:gd name="T18" fmla="*/ 34 w 129"/>
                  <a:gd name="T19" fmla="*/ 170 h 170"/>
                  <a:gd name="T20" fmla="*/ 34 w 129"/>
                  <a:gd name="T21" fmla="*/ 101 h 170"/>
                  <a:gd name="T22" fmla="*/ 45 w 129"/>
                  <a:gd name="T23" fmla="*/ 101 h 170"/>
                  <a:gd name="T24" fmla="*/ 87 w 129"/>
                  <a:gd name="T25" fmla="*/ 170 h 170"/>
                  <a:gd name="T26" fmla="*/ 116 w 129"/>
                  <a:gd name="T27" fmla="*/ 170 h 170"/>
                  <a:gd name="T28" fmla="*/ 129 w 129"/>
                  <a:gd name="T29" fmla="*/ 170 h 170"/>
                  <a:gd name="T30" fmla="*/ 129 w 129"/>
                  <a:gd name="T31" fmla="*/ 170 h 170"/>
                  <a:gd name="T32" fmla="*/ 82 w 129"/>
                  <a:gd name="T33" fmla="*/ 96 h 170"/>
                  <a:gd name="T34" fmla="*/ 79 w 129"/>
                  <a:gd name="T35" fmla="*/ 60 h 170"/>
                  <a:gd name="T36" fmla="*/ 71 w 129"/>
                  <a:gd name="T37" fmla="*/ 65 h 170"/>
                  <a:gd name="T38" fmla="*/ 58 w 129"/>
                  <a:gd name="T39" fmla="*/ 68 h 170"/>
                  <a:gd name="T40" fmla="*/ 42 w 129"/>
                  <a:gd name="T41" fmla="*/ 68 h 170"/>
                  <a:gd name="T42" fmla="*/ 34 w 129"/>
                  <a:gd name="T43" fmla="*/ 68 h 170"/>
                  <a:gd name="T44" fmla="*/ 34 w 129"/>
                  <a:gd name="T45" fmla="*/ 32 h 170"/>
                  <a:gd name="T46" fmla="*/ 52 w 129"/>
                  <a:gd name="T47" fmla="*/ 32 h 170"/>
                  <a:gd name="T48" fmla="*/ 64 w 129"/>
                  <a:gd name="T49" fmla="*/ 33 h 170"/>
                  <a:gd name="T50" fmla="*/ 74 w 129"/>
                  <a:gd name="T51" fmla="*/ 36 h 170"/>
                  <a:gd name="T52" fmla="*/ 79 w 129"/>
                  <a:gd name="T53" fmla="*/ 41 h 170"/>
                  <a:gd name="T54" fmla="*/ 81 w 129"/>
                  <a:gd name="T55" fmla="*/ 50 h 170"/>
                  <a:gd name="T56" fmla="*/ 79 w 129"/>
                  <a:gd name="T57" fmla="*/ 60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29" h="170">
                    <a:moveTo>
                      <a:pt x="82" y="96"/>
                    </a:moveTo>
                    <a:cubicBezTo>
                      <a:pt x="91" y="94"/>
                      <a:pt x="98" y="89"/>
                      <a:pt x="104" y="83"/>
                    </a:cubicBezTo>
                    <a:cubicBezTo>
                      <a:pt x="112" y="75"/>
                      <a:pt x="117" y="63"/>
                      <a:pt x="117" y="50"/>
                    </a:cubicBezTo>
                    <a:cubicBezTo>
                      <a:pt x="117" y="39"/>
                      <a:pt x="114" y="30"/>
                      <a:pt x="110" y="23"/>
                    </a:cubicBezTo>
                    <a:cubicBezTo>
                      <a:pt x="106" y="16"/>
                      <a:pt x="100" y="11"/>
                      <a:pt x="93" y="8"/>
                    </a:cubicBezTo>
                    <a:cubicBezTo>
                      <a:pt x="86" y="4"/>
                      <a:pt x="78" y="2"/>
                      <a:pt x="70" y="1"/>
                    </a:cubicBezTo>
                    <a:cubicBezTo>
                      <a:pt x="63" y="0"/>
                      <a:pt x="55" y="0"/>
                      <a:pt x="4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70"/>
                      <a:pt x="0" y="170"/>
                      <a:pt x="0" y="170"/>
                    </a:cubicBezTo>
                    <a:cubicBezTo>
                      <a:pt x="34" y="170"/>
                      <a:pt x="34" y="170"/>
                      <a:pt x="34" y="170"/>
                    </a:cubicBezTo>
                    <a:cubicBezTo>
                      <a:pt x="34" y="101"/>
                      <a:pt x="34" y="101"/>
                      <a:pt x="34" y="101"/>
                    </a:cubicBezTo>
                    <a:cubicBezTo>
                      <a:pt x="45" y="101"/>
                      <a:pt x="45" y="101"/>
                      <a:pt x="45" y="101"/>
                    </a:cubicBezTo>
                    <a:cubicBezTo>
                      <a:pt x="87" y="170"/>
                      <a:pt x="87" y="170"/>
                      <a:pt x="87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29" y="170"/>
                      <a:pt x="129" y="170"/>
                      <a:pt x="129" y="170"/>
                    </a:cubicBezTo>
                    <a:cubicBezTo>
                      <a:pt x="129" y="170"/>
                      <a:pt x="129" y="170"/>
                      <a:pt x="129" y="170"/>
                    </a:cubicBezTo>
                    <a:lnTo>
                      <a:pt x="82" y="96"/>
                    </a:lnTo>
                    <a:close/>
                    <a:moveTo>
                      <a:pt x="79" y="60"/>
                    </a:moveTo>
                    <a:cubicBezTo>
                      <a:pt x="77" y="62"/>
                      <a:pt x="74" y="64"/>
                      <a:pt x="71" y="65"/>
                    </a:cubicBezTo>
                    <a:cubicBezTo>
                      <a:pt x="67" y="67"/>
                      <a:pt x="62" y="67"/>
                      <a:pt x="58" y="68"/>
                    </a:cubicBezTo>
                    <a:cubicBezTo>
                      <a:pt x="52" y="68"/>
                      <a:pt x="47" y="68"/>
                      <a:pt x="42" y="68"/>
                    </a:cubicBezTo>
                    <a:cubicBezTo>
                      <a:pt x="34" y="68"/>
                      <a:pt x="34" y="68"/>
                      <a:pt x="34" y="68"/>
                    </a:cubicBezTo>
                    <a:cubicBezTo>
                      <a:pt x="34" y="32"/>
                      <a:pt x="34" y="32"/>
                      <a:pt x="34" y="32"/>
                    </a:cubicBezTo>
                    <a:cubicBezTo>
                      <a:pt x="52" y="32"/>
                      <a:pt x="52" y="32"/>
                      <a:pt x="52" y="32"/>
                    </a:cubicBezTo>
                    <a:cubicBezTo>
                      <a:pt x="56" y="32"/>
                      <a:pt x="60" y="33"/>
                      <a:pt x="64" y="33"/>
                    </a:cubicBezTo>
                    <a:cubicBezTo>
                      <a:pt x="68" y="34"/>
                      <a:pt x="71" y="35"/>
                      <a:pt x="74" y="36"/>
                    </a:cubicBezTo>
                    <a:cubicBezTo>
                      <a:pt x="76" y="37"/>
                      <a:pt x="78" y="39"/>
                      <a:pt x="79" y="41"/>
                    </a:cubicBezTo>
                    <a:cubicBezTo>
                      <a:pt x="81" y="43"/>
                      <a:pt x="81" y="46"/>
                      <a:pt x="81" y="50"/>
                    </a:cubicBezTo>
                    <a:cubicBezTo>
                      <a:pt x="81" y="55"/>
                      <a:pt x="81" y="58"/>
                      <a:pt x="79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8" name="Freeform 10"/>
              <p:cNvSpPr>
                <a:spLocks noEditPoints="1"/>
              </p:cNvSpPr>
              <p:nvPr userDrawn="1"/>
            </p:nvSpPr>
            <p:spPr bwMode="auto">
              <a:xfrm>
                <a:off x="8003615" y="2394682"/>
                <a:ext cx="347662" cy="376237"/>
              </a:xfrm>
              <a:custGeom>
                <a:avLst/>
                <a:gdLst>
                  <a:gd name="T0" fmla="*/ 119 w 219"/>
                  <a:gd name="T1" fmla="*/ 0 h 237"/>
                  <a:gd name="T2" fmla="*/ 81 w 219"/>
                  <a:gd name="T3" fmla="*/ 0 h 237"/>
                  <a:gd name="T4" fmla="*/ 0 w 219"/>
                  <a:gd name="T5" fmla="*/ 188 h 237"/>
                  <a:gd name="T6" fmla="*/ 30 w 219"/>
                  <a:gd name="T7" fmla="*/ 237 h 237"/>
                  <a:gd name="T8" fmla="*/ 52 w 219"/>
                  <a:gd name="T9" fmla="*/ 184 h 237"/>
                  <a:gd name="T10" fmla="*/ 144 w 219"/>
                  <a:gd name="T11" fmla="*/ 184 h 237"/>
                  <a:gd name="T12" fmla="*/ 166 w 219"/>
                  <a:gd name="T13" fmla="*/ 237 h 237"/>
                  <a:gd name="T14" fmla="*/ 219 w 219"/>
                  <a:gd name="T15" fmla="*/ 237 h 237"/>
                  <a:gd name="T16" fmla="*/ 119 w 219"/>
                  <a:gd name="T17" fmla="*/ 0 h 237"/>
                  <a:gd name="T18" fmla="*/ 70 w 219"/>
                  <a:gd name="T19" fmla="*/ 141 h 237"/>
                  <a:gd name="T20" fmla="*/ 99 w 219"/>
                  <a:gd name="T21" fmla="*/ 71 h 237"/>
                  <a:gd name="T22" fmla="*/ 128 w 219"/>
                  <a:gd name="T23" fmla="*/ 141 h 237"/>
                  <a:gd name="T24" fmla="*/ 70 w 219"/>
                  <a:gd name="T25" fmla="*/ 141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9" h="237">
                    <a:moveTo>
                      <a:pt x="119" y="0"/>
                    </a:moveTo>
                    <a:lnTo>
                      <a:pt x="81" y="0"/>
                    </a:lnTo>
                    <a:lnTo>
                      <a:pt x="0" y="188"/>
                    </a:lnTo>
                    <a:lnTo>
                      <a:pt x="30" y="237"/>
                    </a:lnTo>
                    <a:lnTo>
                      <a:pt x="52" y="184"/>
                    </a:lnTo>
                    <a:lnTo>
                      <a:pt x="144" y="184"/>
                    </a:lnTo>
                    <a:lnTo>
                      <a:pt x="166" y="237"/>
                    </a:lnTo>
                    <a:lnTo>
                      <a:pt x="219" y="237"/>
                    </a:lnTo>
                    <a:lnTo>
                      <a:pt x="119" y="0"/>
                    </a:lnTo>
                    <a:close/>
                    <a:moveTo>
                      <a:pt x="70" y="141"/>
                    </a:moveTo>
                    <a:lnTo>
                      <a:pt x="99" y="71"/>
                    </a:lnTo>
                    <a:lnTo>
                      <a:pt x="128" y="141"/>
                    </a:lnTo>
                    <a:lnTo>
                      <a:pt x="70" y="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9" name="Freeform 11"/>
              <p:cNvSpPr>
                <a:spLocks/>
              </p:cNvSpPr>
              <p:nvPr userDrawn="1"/>
            </p:nvSpPr>
            <p:spPr bwMode="auto">
              <a:xfrm>
                <a:off x="8340165" y="2394682"/>
                <a:ext cx="295275" cy="376237"/>
              </a:xfrm>
              <a:custGeom>
                <a:avLst/>
                <a:gdLst>
                  <a:gd name="T0" fmla="*/ 118 w 135"/>
                  <a:gd name="T1" fmla="*/ 129 h 170"/>
                  <a:gd name="T2" fmla="*/ 118 w 135"/>
                  <a:gd name="T3" fmla="*/ 127 h 170"/>
                  <a:gd name="T4" fmla="*/ 116 w 135"/>
                  <a:gd name="T5" fmla="*/ 129 h 170"/>
                  <a:gd name="T6" fmla="*/ 115 w 135"/>
                  <a:gd name="T7" fmla="*/ 129 h 170"/>
                  <a:gd name="T8" fmla="*/ 106 w 135"/>
                  <a:gd name="T9" fmla="*/ 134 h 170"/>
                  <a:gd name="T10" fmla="*/ 87 w 135"/>
                  <a:gd name="T11" fmla="*/ 138 h 170"/>
                  <a:gd name="T12" fmla="*/ 50 w 135"/>
                  <a:gd name="T13" fmla="*/ 123 h 170"/>
                  <a:gd name="T14" fmla="*/ 34 w 135"/>
                  <a:gd name="T15" fmla="*/ 85 h 170"/>
                  <a:gd name="T16" fmla="*/ 50 w 135"/>
                  <a:gd name="T17" fmla="*/ 47 h 170"/>
                  <a:gd name="T18" fmla="*/ 87 w 135"/>
                  <a:gd name="T19" fmla="*/ 32 h 170"/>
                  <a:gd name="T20" fmla="*/ 116 w 135"/>
                  <a:gd name="T21" fmla="*/ 41 h 170"/>
                  <a:gd name="T22" fmla="*/ 117 w 135"/>
                  <a:gd name="T23" fmla="*/ 42 h 170"/>
                  <a:gd name="T24" fmla="*/ 134 w 135"/>
                  <a:gd name="T25" fmla="*/ 15 h 170"/>
                  <a:gd name="T26" fmla="*/ 135 w 135"/>
                  <a:gd name="T27" fmla="*/ 13 h 170"/>
                  <a:gd name="T28" fmla="*/ 132 w 135"/>
                  <a:gd name="T29" fmla="*/ 12 h 170"/>
                  <a:gd name="T30" fmla="*/ 88 w 135"/>
                  <a:gd name="T31" fmla="*/ 0 h 170"/>
                  <a:gd name="T32" fmla="*/ 21 w 135"/>
                  <a:gd name="T33" fmla="*/ 30 h 170"/>
                  <a:gd name="T34" fmla="*/ 0 w 135"/>
                  <a:gd name="T35" fmla="*/ 86 h 170"/>
                  <a:gd name="T36" fmla="*/ 25 w 135"/>
                  <a:gd name="T37" fmla="*/ 145 h 170"/>
                  <a:gd name="T38" fmla="*/ 86 w 135"/>
                  <a:gd name="T39" fmla="*/ 170 h 170"/>
                  <a:gd name="T40" fmla="*/ 132 w 135"/>
                  <a:gd name="T41" fmla="*/ 158 h 170"/>
                  <a:gd name="T42" fmla="*/ 135 w 135"/>
                  <a:gd name="T43" fmla="*/ 156 h 170"/>
                  <a:gd name="T44" fmla="*/ 118 w 135"/>
                  <a:gd name="T45" fmla="*/ 129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35" h="170">
                    <a:moveTo>
                      <a:pt x="118" y="129"/>
                    </a:moveTo>
                    <a:cubicBezTo>
                      <a:pt x="118" y="127"/>
                      <a:pt x="118" y="127"/>
                      <a:pt x="118" y="127"/>
                    </a:cubicBezTo>
                    <a:cubicBezTo>
                      <a:pt x="116" y="129"/>
                      <a:pt x="116" y="129"/>
                      <a:pt x="116" y="129"/>
                    </a:cubicBezTo>
                    <a:cubicBezTo>
                      <a:pt x="115" y="129"/>
                      <a:pt x="115" y="129"/>
                      <a:pt x="115" y="129"/>
                    </a:cubicBezTo>
                    <a:cubicBezTo>
                      <a:pt x="112" y="131"/>
                      <a:pt x="109" y="133"/>
                      <a:pt x="106" y="134"/>
                    </a:cubicBezTo>
                    <a:cubicBezTo>
                      <a:pt x="101" y="137"/>
                      <a:pt x="94" y="138"/>
                      <a:pt x="87" y="138"/>
                    </a:cubicBezTo>
                    <a:cubicBezTo>
                      <a:pt x="72" y="138"/>
                      <a:pt x="60" y="133"/>
                      <a:pt x="50" y="123"/>
                    </a:cubicBezTo>
                    <a:cubicBezTo>
                      <a:pt x="39" y="112"/>
                      <a:pt x="34" y="100"/>
                      <a:pt x="34" y="85"/>
                    </a:cubicBezTo>
                    <a:cubicBezTo>
                      <a:pt x="34" y="70"/>
                      <a:pt x="39" y="58"/>
                      <a:pt x="50" y="47"/>
                    </a:cubicBezTo>
                    <a:cubicBezTo>
                      <a:pt x="60" y="37"/>
                      <a:pt x="72" y="32"/>
                      <a:pt x="87" y="32"/>
                    </a:cubicBezTo>
                    <a:cubicBezTo>
                      <a:pt x="96" y="32"/>
                      <a:pt x="106" y="35"/>
                      <a:pt x="116" y="41"/>
                    </a:cubicBezTo>
                    <a:cubicBezTo>
                      <a:pt x="117" y="42"/>
                      <a:pt x="117" y="42"/>
                      <a:pt x="117" y="42"/>
                    </a:cubicBezTo>
                    <a:cubicBezTo>
                      <a:pt x="134" y="15"/>
                      <a:pt x="134" y="15"/>
                      <a:pt x="134" y="15"/>
                    </a:cubicBezTo>
                    <a:cubicBezTo>
                      <a:pt x="135" y="13"/>
                      <a:pt x="135" y="13"/>
                      <a:pt x="135" y="13"/>
                    </a:cubicBezTo>
                    <a:cubicBezTo>
                      <a:pt x="132" y="12"/>
                      <a:pt x="132" y="12"/>
                      <a:pt x="132" y="12"/>
                    </a:cubicBezTo>
                    <a:cubicBezTo>
                      <a:pt x="118" y="4"/>
                      <a:pt x="103" y="0"/>
                      <a:pt x="88" y="0"/>
                    </a:cubicBezTo>
                    <a:cubicBezTo>
                      <a:pt x="61" y="0"/>
                      <a:pt x="38" y="10"/>
                      <a:pt x="21" y="30"/>
                    </a:cubicBezTo>
                    <a:cubicBezTo>
                      <a:pt x="7" y="46"/>
                      <a:pt x="0" y="65"/>
                      <a:pt x="0" y="86"/>
                    </a:cubicBezTo>
                    <a:cubicBezTo>
                      <a:pt x="0" y="109"/>
                      <a:pt x="9" y="129"/>
                      <a:pt x="25" y="145"/>
                    </a:cubicBezTo>
                    <a:cubicBezTo>
                      <a:pt x="42" y="161"/>
                      <a:pt x="63" y="170"/>
                      <a:pt x="86" y="170"/>
                    </a:cubicBezTo>
                    <a:cubicBezTo>
                      <a:pt x="102" y="170"/>
                      <a:pt x="117" y="166"/>
                      <a:pt x="132" y="158"/>
                    </a:cubicBezTo>
                    <a:cubicBezTo>
                      <a:pt x="135" y="156"/>
                      <a:pt x="135" y="156"/>
                      <a:pt x="135" y="156"/>
                    </a:cubicBezTo>
                    <a:lnTo>
                      <a:pt x="118" y="12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</p:grpSp>
      <p:graphicFrame>
        <p:nvGraphicFramePr>
          <p:cNvPr id="19" name="표 2">
            <a:extLst>
              <a:ext uri="{FF2B5EF4-FFF2-40B4-BE49-F238E27FC236}">
                <a16:creationId xmlns:a16="http://schemas.microsoft.com/office/drawing/2014/main" id="{F97B612E-35DE-560C-37CA-503D4EBDF32C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98004078"/>
              </p:ext>
            </p:extLst>
          </p:nvPr>
        </p:nvGraphicFramePr>
        <p:xfrm>
          <a:off x="417515" y="1563113"/>
          <a:ext cx="9072880" cy="488429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3644">
                  <a:extLst>
                    <a:ext uri="{9D8B030D-6E8A-4147-A177-3AD203B41FA5}">
                      <a16:colId xmlns:a16="http://schemas.microsoft.com/office/drawing/2014/main" val="3973807300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4200072876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2401747750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1192982872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1486225247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2032514863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2190697177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103039018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713891701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405964802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4198886670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466906517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958314837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868525859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1682346307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1151942863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1787990906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2265398982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3022057505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3398815053"/>
                    </a:ext>
                  </a:extLst>
                </a:gridCol>
              </a:tblGrid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6433756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3857652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67125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5975704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0863577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6800532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3349172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4911529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108744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6410953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583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215003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958">
          <p15:clr>
            <a:srgbClr val="FBAE40"/>
          </p15:clr>
        </p15:guide>
        <p15:guide id="2" orient="horz" pos="4088">
          <p15:clr>
            <a:srgbClr val="FBAE40"/>
          </p15:clr>
        </p15:guide>
        <p15:guide id="3" pos="240">
          <p15:clr>
            <a:srgbClr val="FBAE40"/>
          </p15:clr>
        </p15:guide>
        <p15:guide id="4" pos="600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뒷표지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4090907" y="3432561"/>
            <a:ext cx="1722138" cy="246221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/>
            </a:defPPr>
            <a:lvl1pPr indent="0" algn="ctr" defTabSz="914400">
              <a:spcBef>
                <a:spcPts val="0"/>
              </a:spcBef>
              <a:buFont typeface="Arial" pitchFamily="34" charset="0"/>
              <a:buNone/>
              <a:defRPr sz="1200" b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 marL="742950" indent="-285750" defTabSz="91440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 defTabSz="9144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 defTabSz="9144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 defTabSz="9144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 algn="ctr"/>
            <a:r>
              <a:rPr lang="en-US" altLang="ko-KR" sz="1600" b="1" dirty="0" smtClean="0">
                <a:solidFill>
                  <a:schemeClr val="tx2">
                    <a:lumMod val="20000"/>
                    <a:lumOff val="8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Create your value</a:t>
            </a:r>
            <a:endParaRPr lang="ko-KR" altLang="en-US" sz="1600" b="1" dirty="0">
              <a:solidFill>
                <a:schemeClr val="tx2">
                  <a:lumMod val="20000"/>
                  <a:lumOff val="8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4151537" y="3103569"/>
            <a:ext cx="1600879" cy="263476"/>
            <a:chOff x="7132078" y="2394682"/>
            <a:chExt cx="2286000" cy="376237"/>
          </a:xfrm>
          <a:solidFill>
            <a:schemeClr val="bg1"/>
          </a:solidFill>
        </p:grpSpPr>
        <p:sp>
          <p:nvSpPr>
            <p:cNvPr id="14" name="Freeform 5"/>
            <p:cNvSpPr>
              <a:spLocks/>
            </p:cNvSpPr>
            <p:nvPr userDrawn="1"/>
          </p:nvSpPr>
          <p:spPr bwMode="auto">
            <a:xfrm>
              <a:off x="9046603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4 w 234"/>
                <a:gd name="T9" fmla="*/ 237 h 237"/>
                <a:gd name="T10" fmla="*/ 44 w 234"/>
                <a:gd name="T11" fmla="*/ 96 h 237"/>
                <a:gd name="T12" fmla="*/ 102 w 234"/>
                <a:gd name="T13" fmla="*/ 237 h 237"/>
                <a:gd name="T14" fmla="*/ 131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1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4" y="237"/>
                  </a:lnTo>
                  <a:lnTo>
                    <a:pt x="44" y="96"/>
                  </a:lnTo>
                  <a:lnTo>
                    <a:pt x="102" y="237"/>
                  </a:lnTo>
                  <a:lnTo>
                    <a:pt x="131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1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" name="Freeform 6"/>
            <p:cNvSpPr>
              <a:spLocks/>
            </p:cNvSpPr>
            <p:nvPr userDrawn="1"/>
          </p:nvSpPr>
          <p:spPr bwMode="auto">
            <a:xfrm>
              <a:off x="7132078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5 w 234"/>
                <a:gd name="T9" fmla="*/ 237 h 237"/>
                <a:gd name="T10" fmla="*/ 45 w 234"/>
                <a:gd name="T11" fmla="*/ 96 h 237"/>
                <a:gd name="T12" fmla="*/ 103 w 234"/>
                <a:gd name="T13" fmla="*/ 237 h 237"/>
                <a:gd name="T14" fmla="*/ 132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2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5" y="237"/>
                  </a:lnTo>
                  <a:lnTo>
                    <a:pt x="45" y="96"/>
                  </a:lnTo>
                  <a:lnTo>
                    <a:pt x="103" y="237"/>
                  </a:lnTo>
                  <a:lnTo>
                    <a:pt x="132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2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" name="Rectangle 7"/>
            <p:cNvSpPr>
              <a:spLocks noChangeArrowheads="1"/>
            </p:cNvSpPr>
            <p:nvPr userDrawn="1"/>
          </p:nvSpPr>
          <p:spPr bwMode="auto">
            <a:xfrm>
              <a:off x="7571815" y="2394682"/>
              <a:ext cx="73025" cy="37623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" name="Freeform 8"/>
            <p:cNvSpPr>
              <a:spLocks noEditPoints="1"/>
            </p:cNvSpPr>
            <p:nvPr userDrawn="1"/>
          </p:nvSpPr>
          <p:spPr bwMode="auto">
            <a:xfrm>
              <a:off x="8629090" y="2394682"/>
              <a:ext cx="369887" cy="376237"/>
            </a:xfrm>
            <a:custGeom>
              <a:avLst/>
              <a:gdLst>
                <a:gd name="T0" fmla="*/ 163 w 169"/>
                <a:gd name="T1" fmla="*/ 51 h 170"/>
                <a:gd name="T2" fmla="*/ 145 w 169"/>
                <a:gd name="T3" fmla="*/ 24 h 170"/>
                <a:gd name="T4" fmla="*/ 119 w 169"/>
                <a:gd name="T5" fmla="*/ 6 h 170"/>
                <a:gd name="T6" fmla="*/ 85 w 169"/>
                <a:gd name="T7" fmla="*/ 0 h 170"/>
                <a:gd name="T8" fmla="*/ 51 w 169"/>
                <a:gd name="T9" fmla="*/ 6 h 170"/>
                <a:gd name="T10" fmla="*/ 24 w 169"/>
                <a:gd name="T11" fmla="*/ 24 h 170"/>
                <a:gd name="T12" fmla="*/ 6 w 169"/>
                <a:gd name="T13" fmla="*/ 51 h 170"/>
                <a:gd name="T14" fmla="*/ 0 w 169"/>
                <a:gd name="T15" fmla="*/ 85 h 170"/>
                <a:gd name="T16" fmla="*/ 6 w 169"/>
                <a:gd name="T17" fmla="*/ 118 h 170"/>
                <a:gd name="T18" fmla="*/ 24 w 169"/>
                <a:gd name="T19" fmla="*/ 146 h 170"/>
                <a:gd name="T20" fmla="*/ 51 w 169"/>
                <a:gd name="T21" fmla="*/ 163 h 170"/>
                <a:gd name="T22" fmla="*/ 85 w 169"/>
                <a:gd name="T23" fmla="*/ 170 h 170"/>
                <a:gd name="T24" fmla="*/ 119 w 169"/>
                <a:gd name="T25" fmla="*/ 163 h 170"/>
                <a:gd name="T26" fmla="*/ 145 w 169"/>
                <a:gd name="T27" fmla="*/ 146 h 170"/>
                <a:gd name="T28" fmla="*/ 163 w 169"/>
                <a:gd name="T29" fmla="*/ 118 h 170"/>
                <a:gd name="T30" fmla="*/ 169 w 169"/>
                <a:gd name="T31" fmla="*/ 85 h 170"/>
                <a:gd name="T32" fmla="*/ 163 w 169"/>
                <a:gd name="T33" fmla="*/ 51 h 170"/>
                <a:gd name="T34" fmla="*/ 132 w 169"/>
                <a:gd name="T35" fmla="*/ 106 h 170"/>
                <a:gd name="T36" fmla="*/ 121 w 169"/>
                <a:gd name="T37" fmla="*/ 123 h 170"/>
                <a:gd name="T38" fmla="*/ 105 w 169"/>
                <a:gd name="T39" fmla="*/ 134 h 170"/>
                <a:gd name="T40" fmla="*/ 64 w 169"/>
                <a:gd name="T41" fmla="*/ 134 h 170"/>
                <a:gd name="T42" fmla="*/ 48 w 169"/>
                <a:gd name="T43" fmla="*/ 123 h 170"/>
                <a:gd name="T44" fmla="*/ 38 w 169"/>
                <a:gd name="T45" fmla="*/ 106 h 170"/>
                <a:gd name="T46" fmla="*/ 34 w 169"/>
                <a:gd name="T47" fmla="*/ 85 h 170"/>
                <a:gd name="T48" fmla="*/ 38 w 169"/>
                <a:gd name="T49" fmla="*/ 64 h 170"/>
                <a:gd name="T50" fmla="*/ 48 w 169"/>
                <a:gd name="T51" fmla="*/ 46 h 170"/>
                <a:gd name="T52" fmla="*/ 64 w 169"/>
                <a:gd name="T53" fmla="*/ 35 h 170"/>
                <a:gd name="T54" fmla="*/ 85 w 169"/>
                <a:gd name="T55" fmla="*/ 31 h 170"/>
                <a:gd name="T56" fmla="*/ 105 w 169"/>
                <a:gd name="T57" fmla="*/ 35 h 170"/>
                <a:gd name="T58" fmla="*/ 121 w 169"/>
                <a:gd name="T59" fmla="*/ 46 h 170"/>
                <a:gd name="T60" fmla="*/ 132 w 169"/>
                <a:gd name="T61" fmla="*/ 64 h 170"/>
                <a:gd name="T62" fmla="*/ 136 w 169"/>
                <a:gd name="T63" fmla="*/ 85 h 170"/>
                <a:gd name="T64" fmla="*/ 132 w 169"/>
                <a:gd name="T65" fmla="*/ 106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69" h="170">
                  <a:moveTo>
                    <a:pt x="163" y="51"/>
                  </a:moveTo>
                  <a:cubicBezTo>
                    <a:pt x="159" y="41"/>
                    <a:pt x="153" y="31"/>
                    <a:pt x="145" y="24"/>
                  </a:cubicBezTo>
                  <a:cubicBezTo>
                    <a:pt x="138" y="16"/>
                    <a:pt x="129" y="10"/>
                    <a:pt x="119" y="6"/>
                  </a:cubicBezTo>
                  <a:cubicBezTo>
                    <a:pt x="108" y="2"/>
                    <a:pt x="97" y="0"/>
                    <a:pt x="85" y="0"/>
                  </a:cubicBezTo>
                  <a:cubicBezTo>
                    <a:pt x="73" y="0"/>
                    <a:pt x="61" y="2"/>
                    <a:pt x="51" y="6"/>
                  </a:cubicBezTo>
                  <a:cubicBezTo>
                    <a:pt x="41" y="10"/>
                    <a:pt x="32" y="16"/>
                    <a:pt x="24" y="24"/>
                  </a:cubicBezTo>
                  <a:cubicBezTo>
                    <a:pt x="17" y="31"/>
                    <a:pt x="11" y="41"/>
                    <a:pt x="6" y="51"/>
                  </a:cubicBezTo>
                  <a:cubicBezTo>
                    <a:pt x="2" y="61"/>
                    <a:pt x="0" y="73"/>
                    <a:pt x="0" y="85"/>
                  </a:cubicBezTo>
                  <a:cubicBezTo>
                    <a:pt x="0" y="97"/>
                    <a:pt x="2" y="108"/>
                    <a:pt x="6" y="118"/>
                  </a:cubicBezTo>
                  <a:cubicBezTo>
                    <a:pt x="11" y="129"/>
                    <a:pt x="17" y="138"/>
                    <a:pt x="24" y="146"/>
                  </a:cubicBezTo>
                  <a:cubicBezTo>
                    <a:pt x="32" y="153"/>
                    <a:pt x="41" y="159"/>
                    <a:pt x="51" y="163"/>
                  </a:cubicBezTo>
                  <a:cubicBezTo>
                    <a:pt x="61" y="168"/>
                    <a:pt x="73" y="170"/>
                    <a:pt x="85" y="170"/>
                  </a:cubicBezTo>
                  <a:cubicBezTo>
                    <a:pt x="97" y="170"/>
                    <a:pt x="108" y="168"/>
                    <a:pt x="119" y="163"/>
                  </a:cubicBezTo>
                  <a:cubicBezTo>
                    <a:pt x="129" y="159"/>
                    <a:pt x="138" y="153"/>
                    <a:pt x="145" y="146"/>
                  </a:cubicBezTo>
                  <a:cubicBezTo>
                    <a:pt x="153" y="138"/>
                    <a:pt x="159" y="129"/>
                    <a:pt x="163" y="118"/>
                  </a:cubicBezTo>
                  <a:cubicBezTo>
                    <a:pt x="167" y="108"/>
                    <a:pt x="169" y="97"/>
                    <a:pt x="169" y="85"/>
                  </a:cubicBezTo>
                  <a:cubicBezTo>
                    <a:pt x="169" y="73"/>
                    <a:pt x="167" y="61"/>
                    <a:pt x="163" y="51"/>
                  </a:cubicBezTo>
                  <a:close/>
                  <a:moveTo>
                    <a:pt x="132" y="106"/>
                  </a:moveTo>
                  <a:cubicBezTo>
                    <a:pt x="129" y="112"/>
                    <a:pt x="126" y="118"/>
                    <a:pt x="121" y="123"/>
                  </a:cubicBezTo>
                  <a:cubicBezTo>
                    <a:pt x="117" y="128"/>
                    <a:pt x="112" y="132"/>
                    <a:pt x="105" y="134"/>
                  </a:cubicBezTo>
                  <a:cubicBezTo>
                    <a:pt x="93" y="140"/>
                    <a:pt x="76" y="140"/>
                    <a:pt x="64" y="134"/>
                  </a:cubicBezTo>
                  <a:cubicBezTo>
                    <a:pt x="58" y="132"/>
                    <a:pt x="52" y="128"/>
                    <a:pt x="48" y="123"/>
                  </a:cubicBezTo>
                  <a:cubicBezTo>
                    <a:pt x="44" y="118"/>
                    <a:pt x="40" y="112"/>
                    <a:pt x="38" y="106"/>
                  </a:cubicBezTo>
                  <a:cubicBezTo>
                    <a:pt x="35" y="99"/>
                    <a:pt x="34" y="92"/>
                    <a:pt x="34" y="85"/>
                  </a:cubicBezTo>
                  <a:cubicBezTo>
                    <a:pt x="34" y="77"/>
                    <a:pt x="35" y="70"/>
                    <a:pt x="38" y="64"/>
                  </a:cubicBezTo>
                  <a:cubicBezTo>
                    <a:pt x="40" y="57"/>
                    <a:pt x="44" y="51"/>
                    <a:pt x="48" y="46"/>
                  </a:cubicBezTo>
                  <a:cubicBezTo>
                    <a:pt x="52" y="42"/>
                    <a:pt x="58" y="38"/>
                    <a:pt x="64" y="35"/>
                  </a:cubicBezTo>
                  <a:cubicBezTo>
                    <a:pt x="70" y="32"/>
                    <a:pt x="77" y="31"/>
                    <a:pt x="85" y="31"/>
                  </a:cubicBezTo>
                  <a:cubicBezTo>
                    <a:pt x="92" y="31"/>
                    <a:pt x="99" y="32"/>
                    <a:pt x="105" y="35"/>
                  </a:cubicBezTo>
                  <a:cubicBezTo>
                    <a:pt x="112" y="38"/>
                    <a:pt x="117" y="42"/>
                    <a:pt x="121" y="46"/>
                  </a:cubicBezTo>
                  <a:cubicBezTo>
                    <a:pt x="126" y="51"/>
                    <a:pt x="129" y="57"/>
                    <a:pt x="132" y="64"/>
                  </a:cubicBezTo>
                  <a:cubicBezTo>
                    <a:pt x="134" y="70"/>
                    <a:pt x="136" y="77"/>
                    <a:pt x="136" y="85"/>
                  </a:cubicBezTo>
                  <a:cubicBezTo>
                    <a:pt x="136" y="92"/>
                    <a:pt x="134" y="99"/>
                    <a:pt x="13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" name="Freeform 9"/>
            <p:cNvSpPr>
              <a:spLocks noEditPoints="1"/>
            </p:cNvSpPr>
            <p:nvPr userDrawn="1"/>
          </p:nvSpPr>
          <p:spPr bwMode="auto">
            <a:xfrm>
              <a:off x="7711515" y="2394682"/>
              <a:ext cx="282575" cy="376237"/>
            </a:xfrm>
            <a:custGeom>
              <a:avLst/>
              <a:gdLst>
                <a:gd name="T0" fmla="*/ 82 w 129"/>
                <a:gd name="T1" fmla="*/ 96 h 170"/>
                <a:gd name="T2" fmla="*/ 104 w 129"/>
                <a:gd name="T3" fmla="*/ 83 h 170"/>
                <a:gd name="T4" fmla="*/ 117 w 129"/>
                <a:gd name="T5" fmla="*/ 50 h 170"/>
                <a:gd name="T6" fmla="*/ 110 w 129"/>
                <a:gd name="T7" fmla="*/ 23 h 170"/>
                <a:gd name="T8" fmla="*/ 93 w 129"/>
                <a:gd name="T9" fmla="*/ 8 h 170"/>
                <a:gd name="T10" fmla="*/ 70 w 129"/>
                <a:gd name="T11" fmla="*/ 1 h 170"/>
                <a:gd name="T12" fmla="*/ 47 w 129"/>
                <a:gd name="T13" fmla="*/ 0 h 170"/>
                <a:gd name="T14" fmla="*/ 0 w 129"/>
                <a:gd name="T15" fmla="*/ 0 h 170"/>
                <a:gd name="T16" fmla="*/ 0 w 129"/>
                <a:gd name="T17" fmla="*/ 170 h 170"/>
                <a:gd name="T18" fmla="*/ 34 w 129"/>
                <a:gd name="T19" fmla="*/ 170 h 170"/>
                <a:gd name="T20" fmla="*/ 34 w 129"/>
                <a:gd name="T21" fmla="*/ 101 h 170"/>
                <a:gd name="T22" fmla="*/ 45 w 129"/>
                <a:gd name="T23" fmla="*/ 101 h 170"/>
                <a:gd name="T24" fmla="*/ 87 w 129"/>
                <a:gd name="T25" fmla="*/ 170 h 170"/>
                <a:gd name="T26" fmla="*/ 116 w 129"/>
                <a:gd name="T27" fmla="*/ 170 h 170"/>
                <a:gd name="T28" fmla="*/ 129 w 129"/>
                <a:gd name="T29" fmla="*/ 170 h 170"/>
                <a:gd name="T30" fmla="*/ 129 w 129"/>
                <a:gd name="T31" fmla="*/ 170 h 170"/>
                <a:gd name="T32" fmla="*/ 82 w 129"/>
                <a:gd name="T33" fmla="*/ 96 h 170"/>
                <a:gd name="T34" fmla="*/ 79 w 129"/>
                <a:gd name="T35" fmla="*/ 60 h 170"/>
                <a:gd name="T36" fmla="*/ 71 w 129"/>
                <a:gd name="T37" fmla="*/ 65 h 170"/>
                <a:gd name="T38" fmla="*/ 58 w 129"/>
                <a:gd name="T39" fmla="*/ 68 h 170"/>
                <a:gd name="T40" fmla="*/ 42 w 129"/>
                <a:gd name="T41" fmla="*/ 68 h 170"/>
                <a:gd name="T42" fmla="*/ 34 w 129"/>
                <a:gd name="T43" fmla="*/ 68 h 170"/>
                <a:gd name="T44" fmla="*/ 34 w 129"/>
                <a:gd name="T45" fmla="*/ 32 h 170"/>
                <a:gd name="T46" fmla="*/ 52 w 129"/>
                <a:gd name="T47" fmla="*/ 32 h 170"/>
                <a:gd name="T48" fmla="*/ 64 w 129"/>
                <a:gd name="T49" fmla="*/ 33 h 170"/>
                <a:gd name="T50" fmla="*/ 74 w 129"/>
                <a:gd name="T51" fmla="*/ 36 h 170"/>
                <a:gd name="T52" fmla="*/ 79 w 129"/>
                <a:gd name="T53" fmla="*/ 41 h 170"/>
                <a:gd name="T54" fmla="*/ 81 w 129"/>
                <a:gd name="T55" fmla="*/ 50 h 170"/>
                <a:gd name="T56" fmla="*/ 79 w 129"/>
                <a:gd name="T57" fmla="*/ 6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29" h="170">
                  <a:moveTo>
                    <a:pt x="82" y="96"/>
                  </a:moveTo>
                  <a:cubicBezTo>
                    <a:pt x="91" y="94"/>
                    <a:pt x="98" y="89"/>
                    <a:pt x="104" y="83"/>
                  </a:cubicBezTo>
                  <a:cubicBezTo>
                    <a:pt x="112" y="75"/>
                    <a:pt x="117" y="63"/>
                    <a:pt x="117" y="50"/>
                  </a:cubicBezTo>
                  <a:cubicBezTo>
                    <a:pt x="117" y="39"/>
                    <a:pt x="114" y="30"/>
                    <a:pt x="110" y="23"/>
                  </a:cubicBezTo>
                  <a:cubicBezTo>
                    <a:pt x="106" y="16"/>
                    <a:pt x="100" y="11"/>
                    <a:pt x="93" y="8"/>
                  </a:cubicBezTo>
                  <a:cubicBezTo>
                    <a:pt x="86" y="4"/>
                    <a:pt x="78" y="2"/>
                    <a:pt x="70" y="1"/>
                  </a:cubicBezTo>
                  <a:cubicBezTo>
                    <a:pt x="63" y="0"/>
                    <a:pt x="55" y="0"/>
                    <a:pt x="4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4" y="101"/>
                    <a:pt x="34" y="101"/>
                    <a:pt x="34" y="101"/>
                  </a:cubicBezTo>
                  <a:cubicBezTo>
                    <a:pt x="45" y="101"/>
                    <a:pt x="45" y="101"/>
                    <a:pt x="45" y="101"/>
                  </a:cubicBezTo>
                  <a:cubicBezTo>
                    <a:pt x="87" y="170"/>
                    <a:pt x="87" y="170"/>
                    <a:pt x="87" y="170"/>
                  </a:cubicBezTo>
                  <a:cubicBezTo>
                    <a:pt x="116" y="170"/>
                    <a:pt x="116" y="170"/>
                    <a:pt x="116" y="170"/>
                  </a:cubicBezTo>
                  <a:cubicBezTo>
                    <a:pt x="129" y="170"/>
                    <a:pt x="129" y="170"/>
                    <a:pt x="129" y="170"/>
                  </a:cubicBezTo>
                  <a:cubicBezTo>
                    <a:pt x="129" y="170"/>
                    <a:pt x="129" y="170"/>
                    <a:pt x="129" y="170"/>
                  </a:cubicBezTo>
                  <a:lnTo>
                    <a:pt x="82" y="96"/>
                  </a:lnTo>
                  <a:close/>
                  <a:moveTo>
                    <a:pt x="79" y="60"/>
                  </a:moveTo>
                  <a:cubicBezTo>
                    <a:pt x="77" y="62"/>
                    <a:pt x="74" y="64"/>
                    <a:pt x="71" y="65"/>
                  </a:cubicBezTo>
                  <a:cubicBezTo>
                    <a:pt x="67" y="67"/>
                    <a:pt x="62" y="67"/>
                    <a:pt x="58" y="68"/>
                  </a:cubicBezTo>
                  <a:cubicBezTo>
                    <a:pt x="52" y="68"/>
                    <a:pt x="47" y="68"/>
                    <a:pt x="42" y="68"/>
                  </a:cubicBezTo>
                  <a:cubicBezTo>
                    <a:pt x="34" y="68"/>
                    <a:pt x="34" y="68"/>
                    <a:pt x="34" y="68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52" y="32"/>
                    <a:pt x="52" y="32"/>
                    <a:pt x="52" y="32"/>
                  </a:cubicBezTo>
                  <a:cubicBezTo>
                    <a:pt x="56" y="32"/>
                    <a:pt x="60" y="33"/>
                    <a:pt x="64" y="33"/>
                  </a:cubicBezTo>
                  <a:cubicBezTo>
                    <a:pt x="68" y="34"/>
                    <a:pt x="71" y="35"/>
                    <a:pt x="74" y="36"/>
                  </a:cubicBezTo>
                  <a:cubicBezTo>
                    <a:pt x="76" y="37"/>
                    <a:pt x="78" y="39"/>
                    <a:pt x="79" y="41"/>
                  </a:cubicBezTo>
                  <a:cubicBezTo>
                    <a:pt x="81" y="43"/>
                    <a:pt x="81" y="46"/>
                    <a:pt x="81" y="50"/>
                  </a:cubicBezTo>
                  <a:cubicBezTo>
                    <a:pt x="81" y="55"/>
                    <a:pt x="81" y="58"/>
                    <a:pt x="79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" name="Freeform 10"/>
            <p:cNvSpPr>
              <a:spLocks noEditPoints="1"/>
            </p:cNvSpPr>
            <p:nvPr userDrawn="1"/>
          </p:nvSpPr>
          <p:spPr bwMode="auto">
            <a:xfrm>
              <a:off x="8003615" y="2394682"/>
              <a:ext cx="347662" cy="376237"/>
            </a:xfrm>
            <a:custGeom>
              <a:avLst/>
              <a:gdLst>
                <a:gd name="T0" fmla="*/ 119 w 219"/>
                <a:gd name="T1" fmla="*/ 0 h 237"/>
                <a:gd name="T2" fmla="*/ 81 w 219"/>
                <a:gd name="T3" fmla="*/ 0 h 237"/>
                <a:gd name="T4" fmla="*/ 0 w 219"/>
                <a:gd name="T5" fmla="*/ 188 h 237"/>
                <a:gd name="T6" fmla="*/ 30 w 219"/>
                <a:gd name="T7" fmla="*/ 237 h 237"/>
                <a:gd name="T8" fmla="*/ 52 w 219"/>
                <a:gd name="T9" fmla="*/ 184 h 237"/>
                <a:gd name="T10" fmla="*/ 144 w 219"/>
                <a:gd name="T11" fmla="*/ 184 h 237"/>
                <a:gd name="T12" fmla="*/ 166 w 219"/>
                <a:gd name="T13" fmla="*/ 237 h 237"/>
                <a:gd name="T14" fmla="*/ 219 w 219"/>
                <a:gd name="T15" fmla="*/ 237 h 237"/>
                <a:gd name="T16" fmla="*/ 119 w 219"/>
                <a:gd name="T17" fmla="*/ 0 h 237"/>
                <a:gd name="T18" fmla="*/ 70 w 219"/>
                <a:gd name="T19" fmla="*/ 141 h 237"/>
                <a:gd name="T20" fmla="*/ 99 w 219"/>
                <a:gd name="T21" fmla="*/ 71 h 237"/>
                <a:gd name="T22" fmla="*/ 128 w 219"/>
                <a:gd name="T23" fmla="*/ 141 h 237"/>
                <a:gd name="T24" fmla="*/ 70 w 219"/>
                <a:gd name="T25" fmla="*/ 141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19" h="237">
                  <a:moveTo>
                    <a:pt x="119" y="0"/>
                  </a:moveTo>
                  <a:lnTo>
                    <a:pt x="81" y="0"/>
                  </a:lnTo>
                  <a:lnTo>
                    <a:pt x="0" y="188"/>
                  </a:lnTo>
                  <a:lnTo>
                    <a:pt x="30" y="237"/>
                  </a:lnTo>
                  <a:lnTo>
                    <a:pt x="52" y="184"/>
                  </a:lnTo>
                  <a:lnTo>
                    <a:pt x="144" y="184"/>
                  </a:lnTo>
                  <a:lnTo>
                    <a:pt x="166" y="237"/>
                  </a:lnTo>
                  <a:lnTo>
                    <a:pt x="219" y="237"/>
                  </a:lnTo>
                  <a:lnTo>
                    <a:pt x="119" y="0"/>
                  </a:lnTo>
                  <a:close/>
                  <a:moveTo>
                    <a:pt x="70" y="141"/>
                  </a:moveTo>
                  <a:lnTo>
                    <a:pt x="99" y="71"/>
                  </a:lnTo>
                  <a:lnTo>
                    <a:pt x="128" y="141"/>
                  </a:lnTo>
                  <a:lnTo>
                    <a:pt x="70" y="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" name="Freeform 11"/>
            <p:cNvSpPr>
              <a:spLocks/>
            </p:cNvSpPr>
            <p:nvPr userDrawn="1"/>
          </p:nvSpPr>
          <p:spPr bwMode="auto">
            <a:xfrm>
              <a:off x="8340165" y="2394682"/>
              <a:ext cx="295275" cy="376237"/>
            </a:xfrm>
            <a:custGeom>
              <a:avLst/>
              <a:gdLst>
                <a:gd name="T0" fmla="*/ 118 w 135"/>
                <a:gd name="T1" fmla="*/ 129 h 170"/>
                <a:gd name="T2" fmla="*/ 118 w 135"/>
                <a:gd name="T3" fmla="*/ 127 h 170"/>
                <a:gd name="T4" fmla="*/ 116 w 135"/>
                <a:gd name="T5" fmla="*/ 129 h 170"/>
                <a:gd name="T6" fmla="*/ 115 w 135"/>
                <a:gd name="T7" fmla="*/ 129 h 170"/>
                <a:gd name="T8" fmla="*/ 106 w 135"/>
                <a:gd name="T9" fmla="*/ 134 h 170"/>
                <a:gd name="T10" fmla="*/ 87 w 135"/>
                <a:gd name="T11" fmla="*/ 138 h 170"/>
                <a:gd name="T12" fmla="*/ 50 w 135"/>
                <a:gd name="T13" fmla="*/ 123 h 170"/>
                <a:gd name="T14" fmla="*/ 34 w 135"/>
                <a:gd name="T15" fmla="*/ 85 h 170"/>
                <a:gd name="T16" fmla="*/ 50 w 135"/>
                <a:gd name="T17" fmla="*/ 47 h 170"/>
                <a:gd name="T18" fmla="*/ 87 w 135"/>
                <a:gd name="T19" fmla="*/ 32 h 170"/>
                <a:gd name="T20" fmla="*/ 116 w 135"/>
                <a:gd name="T21" fmla="*/ 41 h 170"/>
                <a:gd name="T22" fmla="*/ 117 w 135"/>
                <a:gd name="T23" fmla="*/ 42 h 170"/>
                <a:gd name="T24" fmla="*/ 134 w 135"/>
                <a:gd name="T25" fmla="*/ 15 h 170"/>
                <a:gd name="T26" fmla="*/ 135 w 135"/>
                <a:gd name="T27" fmla="*/ 13 h 170"/>
                <a:gd name="T28" fmla="*/ 132 w 135"/>
                <a:gd name="T29" fmla="*/ 12 h 170"/>
                <a:gd name="T30" fmla="*/ 88 w 135"/>
                <a:gd name="T31" fmla="*/ 0 h 170"/>
                <a:gd name="T32" fmla="*/ 21 w 135"/>
                <a:gd name="T33" fmla="*/ 30 h 170"/>
                <a:gd name="T34" fmla="*/ 0 w 135"/>
                <a:gd name="T35" fmla="*/ 86 h 170"/>
                <a:gd name="T36" fmla="*/ 25 w 135"/>
                <a:gd name="T37" fmla="*/ 145 h 170"/>
                <a:gd name="T38" fmla="*/ 86 w 135"/>
                <a:gd name="T39" fmla="*/ 170 h 170"/>
                <a:gd name="T40" fmla="*/ 132 w 135"/>
                <a:gd name="T41" fmla="*/ 158 h 170"/>
                <a:gd name="T42" fmla="*/ 135 w 135"/>
                <a:gd name="T43" fmla="*/ 156 h 170"/>
                <a:gd name="T44" fmla="*/ 118 w 135"/>
                <a:gd name="T45" fmla="*/ 129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35" h="170">
                  <a:moveTo>
                    <a:pt x="118" y="129"/>
                  </a:moveTo>
                  <a:cubicBezTo>
                    <a:pt x="118" y="127"/>
                    <a:pt x="118" y="127"/>
                    <a:pt x="118" y="127"/>
                  </a:cubicBezTo>
                  <a:cubicBezTo>
                    <a:pt x="116" y="129"/>
                    <a:pt x="116" y="129"/>
                    <a:pt x="116" y="129"/>
                  </a:cubicBezTo>
                  <a:cubicBezTo>
                    <a:pt x="115" y="129"/>
                    <a:pt x="115" y="129"/>
                    <a:pt x="115" y="129"/>
                  </a:cubicBezTo>
                  <a:cubicBezTo>
                    <a:pt x="112" y="131"/>
                    <a:pt x="109" y="133"/>
                    <a:pt x="106" y="134"/>
                  </a:cubicBezTo>
                  <a:cubicBezTo>
                    <a:pt x="101" y="137"/>
                    <a:pt x="94" y="138"/>
                    <a:pt x="87" y="138"/>
                  </a:cubicBezTo>
                  <a:cubicBezTo>
                    <a:pt x="72" y="138"/>
                    <a:pt x="60" y="133"/>
                    <a:pt x="50" y="123"/>
                  </a:cubicBezTo>
                  <a:cubicBezTo>
                    <a:pt x="39" y="112"/>
                    <a:pt x="34" y="100"/>
                    <a:pt x="34" y="85"/>
                  </a:cubicBezTo>
                  <a:cubicBezTo>
                    <a:pt x="34" y="70"/>
                    <a:pt x="39" y="58"/>
                    <a:pt x="50" y="47"/>
                  </a:cubicBezTo>
                  <a:cubicBezTo>
                    <a:pt x="60" y="37"/>
                    <a:pt x="72" y="32"/>
                    <a:pt x="87" y="32"/>
                  </a:cubicBezTo>
                  <a:cubicBezTo>
                    <a:pt x="96" y="32"/>
                    <a:pt x="106" y="35"/>
                    <a:pt x="116" y="41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34" y="15"/>
                    <a:pt x="134" y="15"/>
                    <a:pt x="134" y="15"/>
                  </a:cubicBezTo>
                  <a:cubicBezTo>
                    <a:pt x="135" y="13"/>
                    <a:pt x="135" y="13"/>
                    <a:pt x="135" y="13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18" y="4"/>
                    <a:pt x="103" y="0"/>
                    <a:pt x="88" y="0"/>
                  </a:cubicBezTo>
                  <a:cubicBezTo>
                    <a:pt x="61" y="0"/>
                    <a:pt x="38" y="10"/>
                    <a:pt x="21" y="30"/>
                  </a:cubicBezTo>
                  <a:cubicBezTo>
                    <a:pt x="7" y="46"/>
                    <a:pt x="0" y="65"/>
                    <a:pt x="0" y="86"/>
                  </a:cubicBezTo>
                  <a:cubicBezTo>
                    <a:pt x="0" y="109"/>
                    <a:pt x="9" y="129"/>
                    <a:pt x="25" y="145"/>
                  </a:cubicBezTo>
                  <a:cubicBezTo>
                    <a:pt x="42" y="161"/>
                    <a:pt x="63" y="170"/>
                    <a:pt x="86" y="170"/>
                  </a:cubicBezTo>
                  <a:cubicBezTo>
                    <a:pt x="102" y="170"/>
                    <a:pt x="117" y="166"/>
                    <a:pt x="132" y="158"/>
                  </a:cubicBezTo>
                  <a:cubicBezTo>
                    <a:pt x="135" y="156"/>
                    <a:pt x="135" y="156"/>
                    <a:pt x="135" y="156"/>
                  </a:cubicBezTo>
                  <a:lnTo>
                    <a:pt x="118" y="1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6613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5428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6" r:id="rId1"/>
    <p:sldLayoutId id="2147484027" r:id="rId2"/>
    <p:sldLayoutId id="2147483958" r:id="rId3"/>
    <p:sldLayoutId id="2147484030" r:id="rId4"/>
    <p:sldLayoutId id="2147484097" r:id="rId5"/>
    <p:sldLayoutId id="2147484096" r:id="rId6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296" rtl="0" eaLnBrk="1" latinLnBrk="1" hangingPunct="1">
        <a:spcBef>
          <a:spcPct val="0"/>
        </a:spcBef>
        <a:buNone/>
        <a:defRPr sz="4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61" indent="-342861" algn="l" defTabSz="914296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66" indent="-285717" algn="l" defTabSz="914296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70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17" indent="-228574" algn="l" defTabSz="914296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66" indent="-228574" algn="l" defTabSz="914296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14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62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10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758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8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96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45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92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40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88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36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84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atinLnBrk="0"/>
            <a:r>
              <a:rPr lang="ko-KR" altLang="en-US" dirty="0" smtClean="0"/>
              <a:t>'26.10</a:t>
            </a:r>
            <a:r>
              <a:rPr lang="en-US" altLang="ko-KR" smtClean="0"/>
              <a:t>.29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4"/>
          </p:nvPr>
        </p:nvSpPr>
        <p:spPr>
          <a:prstGeom prst="rect">
            <a:avLst/>
          </a:prstGeom>
        </p:spPr>
        <p:txBody>
          <a:bodyPr/>
          <a:lstStyle/>
          <a:p>
            <a:pPr latinLnBrk="0"/>
            <a:r>
              <a:rPr lang="ko-KR" altLang="en-US" dirty="0" smtClean="0"/>
              <a:t>Defect / </a:t>
            </a:r>
            <a:r>
              <a:rPr lang="ko-KR" altLang="en-US" dirty="0" err="1" smtClean="0"/>
              <a:t>E-Test</a:t>
            </a:r>
            <a:r>
              <a:rPr lang="ko-KR" altLang="en-US" dirty="0" smtClean="0"/>
              <a:t> 연관 분석</a:t>
            </a:r>
            <a:endParaRPr lang="ko-KR" altLang="en-US" dirty="0"/>
          </a:p>
          <a:p>
            <a:pPr latinLnBrk="0"/>
            <a:r>
              <a:rPr lang="ko-KR" altLang="en-US" dirty="0" smtClean="0"/>
              <a:t>시스템 구축 POC 완료보고</a:t>
            </a:r>
            <a:endParaRPr lang="ko-KR" altLang="en-US" dirty="0"/>
          </a:p>
        </p:txBody>
      </p:sp>
      <p:pic>
        <p:nvPicPr>
          <p:cNvPr id="4" name="고객사 CI" descr="sck_c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600" y="6214202"/>
            <a:ext cx="1375200" cy="290997"/>
          </a:xfrm>
          <a:prstGeom prst="rect">
            <a:avLst/>
          </a:prstGeom>
        </p:spPr>
      </p:pic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9765065"/>
              </p:ext>
            </p:extLst>
          </p:nvPr>
        </p:nvGraphicFramePr>
        <p:xfrm>
          <a:off x="4322617" y="73959"/>
          <a:ext cx="5461824" cy="1165501"/>
        </p:xfrm>
        <a:graphic>
          <a:graphicData uri="http://schemas.openxmlformats.org/drawingml/2006/table">
            <a:tbl>
              <a:tblPr firstRow="1" firstCol="1" bandRow="1"/>
              <a:tblGrid>
                <a:gridCol w="129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91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9112">
                  <a:extLst>
                    <a:ext uri="{9D8B030D-6E8A-4147-A177-3AD203B41FA5}">
                      <a16:colId xmlns:a16="http://schemas.microsoft.com/office/drawing/2014/main" val="1128034180"/>
                    </a:ext>
                  </a:extLst>
                </a:gridCol>
              </a:tblGrid>
              <a:tr h="275665">
                <a:tc>
                  <a:txBody>
                    <a:bodyPr/>
                    <a:lstStyle/>
                    <a:p>
                      <a:pPr algn="ctr">
                        <a:lnSpc>
                          <a:spcPct val="160000"/>
                        </a:lnSpc>
                        <a:spcBef>
                          <a:spcPts val="75"/>
                        </a:spcBef>
                        <a:spcAft>
                          <a:spcPts val="75"/>
                        </a:spcAft>
                      </a:pPr>
                      <a:r>
                        <a:rPr lang="en-US" sz="1000" dirty="0" smtClean="0">
                          <a:effectLst/>
                          <a:latin typeface="+mj-ea"/>
                          <a:ea typeface="+mj-ea"/>
                          <a:cs typeface="굴림" panose="020B0600000101010101" pitchFamily="50" charset="-127"/>
                        </a:rPr>
                        <a:t>Miracom</a:t>
                      </a:r>
                      <a:r>
                        <a:rPr lang="en-US" sz="1000" baseline="0" dirty="0" smtClean="0">
                          <a:effectLst/>
                          <a:latin typeface="+mj-ea"/>
                          <a:ea typeface="+mj-ea"/>
                          <a:cs typeface="굴림" panose="020B0600000101010101" pitchFamily="50" charset="-127"/>
                        </a:rPr>
                        <a:t> Inc.</a:t>
                      </a:r>
                      <a:r>
                        <a:rPr lang="en-US" sz="1000" dirty="0" smtClean="0">
                          <a:effectLst/>
                          <a:latin typeface="+mj-ea"/>
                          <a:ea typeface="+mj-ea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en-US" sz="1000" dirty="0">
                          <a:effectLst/>
                          <a:latin typeface="+mj-ea"/>
                          <a:ea typeface="+mj-ea"/>
                          <a:cs typeface="굴림" panose="020B0600000101010101" pitchFamily="50" charset="-127"/>
                        </a:rPr>
                        <a:t>/ </a:t>
                      </a:r>
                      <a:r>
                        <a:rPr lang="en-US" sz="1000" dirty="0" smtClean="0">
                          <a:effectLst/>
                          <a:latin typeface="+mj-ea"/>
                          <a:ea typeface="+mj-ea"/>
                          <a:cs typeface="굴림" panose="020B0600000101010101" pitchFamily="50" charset="-127"/>
                        </a:rPr>
                        <a:t>PM</a:t>
                      </a:r>
                      <a:endParaRPr lang="ko-KR" sz="1000" dirty="0">
                        <a:effectLst/>
                        <a:latin typeface="+mj-ea"/>
                        <a:ea typeface="+mj-ea"/>
                        <a:cs typeface="굴림" panose="020B0600000101010101" pitchFamily="50" charset="-127"/>
                      </a:endParaRPr>
                    </a:p>
                  </a:txBody>
                  <a:tcPr marL="26377" marR="26377" marT="28575" marB="2857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60000"/>
                        </a:lnSpc>
                        <a:spcBef>
                          <a:spcPts val="75"/>
                        </a:spcBef>
                        <a:spcAft>
                          <a:spcPts val="75"/>
                        </a:spcAft>
                      </a:pPr>
                      <a:r>
                        <a:rPr lang="en-US" altLang="ko-KR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STATSChipPAC</a:t>
                      </a:r>
                      <a:r>
                        <a:rPr lang="en-US" altLang="ko-KR" sz="10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굴림" panose="020B0600000101010101" pitchFamily="50" charset="-127"/>
                        </a:rPr>
                        <a:t>/ PM</a:t>
                      </a:r>
                      <a:endParaRPr lang="ko-KR" altLang="ko-KR" sz="1000" kern="1200" dirty="0">
                        <a:solidFill>
                          <a:schemeClr val="tx1"/>
                        </a:solidFill>
                        <a:effectLst/>
                        <a:latin typeface="+mj-ea"/>
                        <a:ea typeface="+mn-ea"/>
                        <a:cs typeface="굴림" panose="020B0600000101010101" pitchFamily="50" charset="-127"/>
                      </a:endParaRPr>
                    </a:p>
                  </a:txBody>
                  <a:tcPr marL="26377" marR="26377" marT="28575" marB="2857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60000"/>
                        </a:lnSpc>
                        <a:spcBef>
                          <a:spcPts val="75"/>
                        </a:spcBef>
                        <a:spcAft>
                          <a:spcPts val="75"/>
                        </a:spcAft>
                      </a:pPr>
                      <a:r>
                        <a:rPr lang="en-US" altLang="ko-KR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STATSChipPAC</a:t>
                      </a:r>
                      <a:endParaRPr lang="ko-KR" altLang="ko-KR" sz="1000" kern="1200" dirty="0">
                        <a:solidFill>
                          <a:schemeClr val="tx1"/>
                        </a:solidFill>
                        <a:effectLst/>
                        <a:latin typeface="+mj-ea"/>
                        <a:ea typeface="+mn-ea"/>
                        <a:cs typeface="굴림" panose="020B0600000101010101" pitchFamily="50" charset="-127"/>
                      </a:endParaRPr>
                    </a:p>
                  </a:txBody>
                  <a:tcPr marL="26377" marR="26377" marT="28575" marB="2857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60000"/>
                        </a:lnSpc>
                        <a:spcBef>
                          <a:spcPts val="75"/>
                        </a:spcBef>
                        <a:spcAft>
                          <a:spcPts val="75"/>
                        </a:spcAft>
                      </a:pPr>
                      <a:r>
                        <a:rPr lang="en-US" altLang="ko-KR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STATSChipPAC</a:t>
                      </a:r>
                      <a:endParaRPr lang="ko-KR" altLang="ko-KR" sz="1000" kern="1200" dirty="0">
                        <a:solidFill>
                          <a:schemeClr val="tx1"/>
                        </a:solidFill>
                        <a:effectLst/>
                        <a:latin typeface="+mj-ea"/>
                        <a:ea typeface="+mn-ea"/>
                        <a:cs typeface="굴림" panose="020B0600000101010101" pitchFamily="50" charset="-127"/>
                      </a:endParaRPr>
                    </a:p>
                  </a:txBody>
                  <a:tcPr marL="26377" marR="26377" marT="28575" marB="2857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1329">
                <a:tc>
                  <a:txBody>
                    <a:bodyPr/>
                    <a:lstStyle/>
                    <a:p>
                      <a:pPr>
                        <a:lnSpc>
                          <a:spcPct val="160000"/>
                        </a:lnSpc>
                        <a:spcBef>
                          <a:spcPts val="75"/>
                        </a:spcBef>
                        <a:spcAft>
                          <a:spcPts val="75"/>
                        </a:spcAft>
                      </a:pPr>
                      <a:r>
                        <a:rPr lang="en-US" sz="1000" dirty="0">
                          <a:effectLst/>
                          <a:latin typeface="+mj-ea"/>
                          <a:ea typeface="+mj-ea"/>
                          <a:cs typeface="굴림" panose="020B0600000101010101" pitchFamily="50" charset="-127"/>
                        </a:rPr>
                        <a:t> </a:t>
                      </a:r>
                      <a:endParaRPr lang="ko-KR" sz="1000" dirty="0">
                        <a:effectLst/>
                        <a:latin typeface="+mj-ea"/>
                        <a:ea typeface="+mj-ea"/>
                        <a:cs typeface="굴림" panose="020B0600000101010101" pitchFamily="50" charset="-127"/>
                      </a:endParaRPr>
                    </a:p>
                  </a:txBody>
                  <a:tcPr marL="26377" marR="26377" marT="28575" marB="2857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60000"/>
                        </a:lnSpc>
                        <a:spcBef>
                          <a:spcPts val="75"/>
                        </a:spcBef>
                        <a:spcAft>
                          <a:spcPts val="75"/>
                        </a:spcAft>
                      </a:pPr>
                      <a:r>
                        <a:rPr lang="en-US" sz="1000" dirty="0">
                          <a:effectLst/>
                          <a:latin typeface="+mj-ea"/>
                          <a:ea typeface="+mj-ea"/>
                          <a:cs typeface="굴림" panose="020B0600000101010101" pitchFamily="50" charset="-127"/>
                        </a:rPr>
                        <a:t> </a:t>
                      </a:r>
                      <a:endParaRPr lang="ko-KR" sz="1000" dirty="0">
                        <a:effectLst/>
                        <a:latin typeface="+mj-ea"/>
                        <a:ea typeface="+mj-ea"/>
                        <a:cs typeface="굴림" panose="020B0600000101010101" pitchFamily="50" charset="-127"/>
                      </a:endParaRPr>
                    </a:p>
                  </a:txBody>
                  <a:tcPr marL="26377" marR="26377" marT="28575" marB="2857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60000"/>
                        </a:lnSpc>
                        <a:spcBef>
                          <a:spcPts val="75"/>
                        </a:spcBef>
                        <a:spcAft>
                          <a:spcPts val="75"/>
                        </a:spcAft>
                      </a:pPr>
                      <a:r>
                        <a:rPr lang="en-US" sz="1000" dirty="0">
                          <a:effectLst/>
                          <a:latin typeface="+mj-ea"/>
                          <a:ea typeface="+mj-ea"/>
                          <a:cs typeface="굴림" panose="020B0600000101010101" pitchFamily="50" charset="-127"/>
                        </a:rPr>
                        <a:t> </a:t>
                      </a:r>
                      <a:endParaRPr lang="ko-KR" sz="1000" dirty="0">
                        <a:effectLst/>
                        <a:latin typeface="+mj-ea"/>
                        <a:ea typeface="+mj-ea"/>
                        <a:cs typeface="굴림" panose="020B0600000101010101" pitchFamily="50" charset="-127"/>
                      </a:endParaRPr>
                    </a:p>
                  </a:txBody>
                  <a:tcPr marL="26377" marR="26377" marT="28575" marB="2857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60000"/>
                        </a:lnSpc>
                        <a:spcBef>
                          <a:spcPts val="75"/>
                        </a:spcBef>
                        <a:spcAft>
                          <a:spcPts val="75"/>
                        </a:spcAft>
                      </a:pPr>
                      <a:endParaRPr lang="ko-KR" sz="1000" dirty="0">
                        <a:effectLst/>
                        <a:latin typeface="+mj-ea"/>
                        <a:ea typeface="+mj-ea"/>
                        <a:cs typeface="굴림" panose="020B0600000101010101" pitchFamily="50" charset="-127"/>
                      </a:endParaRPr>
                    </a:p>
                  </a:txBody>
                  <a:tcPr marL="26377" marR="26377" marT="28575" marB="2857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672">
                <a:tc>
                  <a:txBody>
                    <a:bodyPr/>
                    <a:lstStyle/>
                    <a:p>
                      <a:pPr algn="ctr">
                        <a:lnSpc>
                          <a:spcPct val="160000"/>
                        </a:lnSpc>
                        <a:spcBef>
                          <a:spcPts val="75"/>
                        </a:spcBef>
                        <a:spcAft>
                          <a:spcPts val="75"/>
                        </a:spcAft>
                      </a:pPr>
                      <a:r>
                        <a:rPr lang="ko-KR" altLang="en-US" sz="1050" dirty="0" smtClean="0">
                          <a:effectLst/>
                          <a:latin typeface="+mj-ea"/>
                          <a:ea typeface="+mj-ea"/>
                          <a:cs typeface="굴림" panose="020B0600000101010101" pitchFamily="50" charset="-127"/>
                        </a:rPr>
                        <a:t>정병주 프로</a:t>
                      </a:r>
                      <a:r>
                        <a:rPr lang="en-US" sz="1050" dirty="0" smtClean="0">
                          <a:effectLst/>
                          <a:latin typeface="+mj-ea"/>
                          <a:ea typeface="+mj-ea"/>
                          <a:cs typeface="굴림" panose="020B0600000101010101" pitchFamily="50" charset="-127"/>
                        </a:rPr>
                        <a:t> </a:t>
                      </a:r>
                      <a:endParaRPr lang="ko-KR" sz="1050" dirty="0">
                        <a:effectLst/>
                        <a:latin typeface="+mj-ea"/>
                        <a:ea typeface="+mj-ea"/>
                        <a:cs typeface="굴림" panose="020B0600000101010101" pitchFamily="50" charset="-127"/>
                      </a:endParaRPr>
                    </a:p>
                  </a:txBody>
                  <a:tcPr marL="26377" marR="26377" marT="28575" marB="2857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60000"/>
                        </a:lnSpc>
                        <a:spcBef>
                          <a:spcPts val="75"/>
                        </a:spcBef>
                        <a:spcAft>
                          <a:spcPts val="75"/>
                        </a:spcAft>
                      </a:pPr>
                      <a:r>
                        <a:rPr lang="ko-KR" altLang="en-US" sz="1050" kern="1200" dirty="0" smtClean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굴림" panose="020B0600000101010101" pitchFamily="50" charset="-127"/>
                        </a:rPr>
                        <a:t>서승환 책임 </a:t>
                      </a:r>
                      <a:endParaRPr lang="ko-KR" altLang="ko-KR" sz="1050" kern="1200" dirty="0">
                        <a:solidFill>
                          <a:schemeClr val="tx1"/>
                        </a:solidFill>
                        <a:effectLst/>
                        <a:latin typeface="+mj-ea"/>
                        <a:ea typeface="+mn-ea"/>
                        <a:cs typeface="굴림" panose="020B0600000101010101" pitchFamily="50" charset="-127"/>
                      </a:endParaRPr>
                    </a:p>
                  </a:txBody>
                  <a:tcPr marL="26377" marR="26377" marT="28575" marB="2857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60000"/>
                        </a:lnSpc>
                        <a:spcBef>
                          <a:spcPts val="75"/>
                        </a:spcBef>
                        <a:spcAft>
                          <a:spcPts val="75"/>
                        </a:spcAft>
                      </a:pPr>
                      <a:r>
                        <a:rPr lang="ko-KR" altLang="en-US" sz="1050" dirty="0" err="1" smtClean="0">
                          <a:effectLst/>
                          <a:latin typeface="+mj-ea"/>
                          <a:ea typeface="+mj-ea"/>
                          <a:cs typeface="굴림" panose="020B0600000101010101" pitchFamily="50" charset="-127"/>
                        </a:rPr>
                        <a:t>구재훈</a:t>
                      </a:r>
                      <a:r>
                        <a:rPr lang="en-US" altLang="ko-KR" sz="1050" dirty="0" smtClean="0">
                          <a:effectLst/>
                          <a:latin typeface="+mj-ea"/>
                          <a:ea typeface="+mj-ea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altLang="en-US" sz="1050" dirty="0" smtClean="0">
                          <a:effectLst/>
                          <a:latin typeface="+mj-ea"/>
                          <a:ea typeface="+mj-ea"/>
                          <a:cs typeface="굴림" panose="020B0600000101010101" pitchFamily="50" charset="-127"/>
                        </a:rPr>
                        <a:t>상무</a:t>
                      </a:r>
                      <a:endParaRPr lang="ko-KR" sz="1050" dirty="0">
                        <a:effectLst/>
                        <a:latin typeface="+mj-ea"/>
                        <a:ea typeface="+mj-ea"/>
                        <a:cs typeface="굴림" panose="020B0600000101010101" pitchFamily="50" charset="-127"/>
                      </a:endParaRPr>
                    </a:p>
                  </a:txBody>
                  <a:tcPr marL="26377" marR="26377" marT="28575" marB="2857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60000"/>
                        </a:lnSpc>
                        <a:spcBef>
                          <a:spcPts val="75"/>
                        </a:spcBef>
                        <a:spcAft>
                          <a:spcPts val="75"/>
                        </a:spcAft>
                      </a:pPr>
                      <a:r>
                        <a:rPr lang="ko-KR" altLang="en-US" sz="1050" dirty="0" smtClean="0">
                          <a:effectLst/>
                          <a:latin typeface="+mj-ea"/>
                          <a:ea typeface="+mj-ea"/>
                          <a:cs typeface="굴림" panose="020B0600000101010101" pitchFamily="50" charset="-127"/>
                        </a:rPr>
                        <a:t>장정환 상무</a:t>
                      </a:r>
                      <a:endParaRPr lang="ko-KR" sz="1050" dirty="0">
                        <a:effectLst/>
                        <a:latin typeface="+mj-ea"/>
                        <a:ea typeface="+mj-ea"/>
                        <a:cs typeface="굴림" panose="020B0600000101010101" pitchFamily="50" charset="-127"/>
                      </a:endParaRPr>
                    </a:p>
                  </a:txBody>
                  <a:tcPr marL="26377" marR="26377" marT="28575" marB="2857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2282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문서템플릿">
  <a:themeElements>
    <a:clrScheme name="표준템플릿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5AB4"/>
      </a:accent1>
      <a:accent2>
        <a:srgbClr val="00A7ED"/>
      </a:accent2>
      <a:accent3>
        <a:srgbClr val="0071BB"/>
      </a:accent3>
      <a:accent4>
        <a:srgbClr val="222D5B"/>
      </a:accent4>
      <a:accent5>
        <a:srgbClr val="33CCCC"/>
      </a:accent5>
      <a:accent6>
        <a:srgbClr val="FF0066"/>
      </a:accent6>
      <a:hlink>
        <a:srgbClr val="954F72"/>
      </a:hlink>
      <a:folHlink>
        <a:srgbClr val="954F72"/>
      </a:folHlink>
    </a:clrScheme>
    <a:fontScheme name="사용자 지정 4">
      <a:majorFont>
        <a:latin typeface="맑은 고딕"/>
        <a:ea typeface="맑은 고딕"/>
        <a:cs typeface=""/>
      </a:majorFont>
      <a:minorFont>
        <a:latin typeface="맑은 고딕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3F0D996D5B674C4386830A6AB0E50984" ma:contentTypeVersion="0" ma:contentTypeDescription="새 문서를 만듭니다." ma:contentTypeScope="" ma:versionID="a166825e3373d96581aa46038a4cd79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dd8f6c9257034a6ffde9c3b3e5e5b89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92C52DB-E9E3-46CD-811C-803D077AD9CA}">
  <ds:schemaRefs>
    <ds:schemaRef ds:uri="http://schemas.microsoft.com/office/infopath/2007/PartnerControls"/>
    <ds:schemaRef ds:uri="http://purl.org/dc/terms/"/>
    <ds:schemaRef ds:uri="http://schemas.microsoft.com/office/2006/metadata/properties"/>
    <ds:schemaRef ds:uri="http://purl.org/dc/elements/1.1/"/>
    <ds:schemaRef ds:uri="http://www.w3.org/XML/1998/namespace"/>
    <ds:schemaRef ds:uri="http://schemas.openxmlformats.org/package/2006/metadata/core-properties"/>
    <ds:schemaRef ds:uri="http://schemas.microsoft.com/office/2006/documentManagement/typ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96225471-7C69-49CC-95EB-8C94F25B432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FE156550-B094-4ABA-846C-47B3875BCFB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28966</TotalTime>
  <Words>33</Words>
  <Application>Microsoft Office PowerPoint</Application>
  <PresentationFormat>A4 용지(210x297mm)</PresentationFormat>
  <Paragraphs>15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굴림</vt:lpstr>
      <vt:lpstr>맑은 고딕</vt:lpstr>
      <vt:lpstr>Arial</vt:lpstr>
      <vt:lpstr>Segoe UI</vt:lpstr>
      <vt:lpstr>문서템플릿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Defect / E-Test 자동 분석 시스템 구축 POC 완료보고</dc:title>
  <dc:creator>정병주</dc:creator>
  <cp:lastModifiedBy>BJ</cp:lastModifiedBy>
  <cp:revision>147</cp:revision>
  <cp:lastPrinted>2026-10-28T23:37:46Z</cp:lastPrinted>
  <dcterms:created xsi:type="dcterms:W3CDTF">2013-11-13T01:08:07Z</dcterms:created>
  <dcterms:modified xsi:type="dcterms:W3CDTF">2026-10-29T05:29:35Z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0x0101003F0D996D5B674C4386830A6AB0E50984</vt:lpwstr>
  </property>
  <property fmtid="{5C58129F-E5B8-477A-9B38-B3E54BFA04C8}" pid="2">
    <vt:lpwstr>A2265D46B23E86417CDAB57A7F05BAAEADCBBC752B73D54DA3E9536622969EE5</vt:lpwstr>
  </property>
</Properties>
</file>