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912" r:id="rId4"/>
  </p:sldMasterIdLst>
  <p:notesMasterIdLst>
    <p:notesMasterId r:id="rId16"/>
  </p:notesMasterIdLst>
  <p:handoutMasterIdLst>
    <p:handoutMasterId r:id="rId17"/>
  </p:handoutMasterIdLst>
  <p:sldIdLst>
    <p:sldId id="257" r:id="rId5"/>
    <p:sldId id="259" r:id="rId6"/>
    <p:sldId id="261" r:id="rId7"/>
    <p:sldId id="262" r:id="rId8"/>
    <p:sldId id="278" r:id="rId9"/>
    <p:sldId id="280" r:id="rId10"/>
    <p:sldId id="279" r:id="rId11"/>
    <p:sldId id="277" r:id="rId12"/>
    <p:sldId id="270" r:id="rId13"/>
    <p:sldId id="271" r:id="rId14"/>
    <p:sldId id="276" r:id="rId15"/>
  </p:sldIdLst>
  <p:sldSz cx="9906000" cy="6858000" type="A4"/>
  <p:notesSz cx="6807200" cy="9939338"/>
  <p:defaultTextStyle>
    <a:defPPr>
      <a:defRPr lang="ko-KR"/>
    </a:defPPr>
    <a:lvl1pPr marL="0" algn="l" defTabSz="914296" rtl="0" eaLnBrk="1" latinLnBrk="1" hangingPunct="1">
      <a:defRPr sz="1800" kern="1200">
        <a:solidFill>
          <a:schemeClr val="tx1"/>
        </a:solidFill>
        <a:latin typeface="+mn-lt"/>
        <a:ea typeface="+mn-ea"/>
        <a:cs typeface="+mn-cs"/>
      </a:defRPr>
    </a:lvl1pPr>
    <a:lvl2pPr marL="457148" algn="l" defTabSz="914296" rtl="0" eaLnBrk="1" latinLnBrk="1" hangingPunct="1">
      <a:defRPr sz="1800" kern="1200">
        <a:solidFill>
          <a:schemeClr val="tx1"/>
        </a:solidFill>
        <a:latin typeface="+mn-lt"/>
        <a:ea typeface="+mn-ea"/>
        <a:cs typeface="+mn-cs"/>
      </a:defRPr>
    </a:lvl2pPr>
    <a:lvl3pPr marL="914296" algn="l" defTabSz="914296" rtl="0" eaLnBrk="1" latinLnBrk="1" hangingPunct="1">
      <a:defRPr sz="1800" kern="1200">
        <a:solidFill>
          <a:schemeClr val="tx1"/>
        </a:solidFill>
        <a:latin typeface="+mn-lt"/>
        <a:ea typeface="+mn-ea"/>
        <a:cs typeface="+mn-cs"/>
      </a:defRPr>
    </a:lvl3pPr>
    <a:lvl4pPr marL="1371445" algn="l" defTabSz="914296" rtl="0" eaLnBrk="1" latinLnBrk="1" hangingPunct="1">
      <a:defRPr sz="1800" kern="1200">
        <a:solidFill>
          <a:schemeClr val="tx1"/>
        </a:solidFill>
        <a:latin typeface="+mn-lt"/>
        <a:ea typeface="+mn-ea"/>
        <a:cs typeface="+mn-cs"/>
      </a:defRPr>
    </a:lvl4pPr>
    <a:lvl5pPr marL="1828592" algn="l" defTabSz="914296" rtl="0" eaLnBrk="1" latinLnBrk="1" hangingPunct="1">
      <a:defRPr sz="1800" kern="1200">
        <a:solidFill>
          <a:schemeClr val="tx1"/>
        </a:solidFill>
        <a:latin typeface="+mn-lt"/>
        <a:ea typeface="+mn-ea"/>
        <a:cs typeface="+mn-cs"/>
      </a:defRPr>
    </a:lvl5pPr>
    <a:lvl6pPr marL="2285740" algn="l" defTabSz="914296" rtl="0" eaLnBrk="1" latinLnBrk="1" hangingPunct="1">
      <a:defRPr sz="1800" kern="1200">
        <a:solidFill>
          <a:schemeClr val="tx1"/>
        </a:solidFill>
        <a:latin typeface="+mn-lt"/>
        <a:ea typeface="+mn-ea"/>
        <a:cs typeface="+mn-cs"/>
      </a:defRPr>
    </a:lvl6pPr>
    <a:lvl7pPr marL="2742888" algn="l" defTabSz="914296" rtl="0" eaLnBrk="1" latinLnBrk="1" hangingPunct="1">
      <a:defRPr sz="1800" kern="1200">
        <a:solidFill>
          <a:schemeClr val="tx1"/>
        </a:solidFill>
        <a:latin typeface="+mn-lt"/>
        <a:ea typeface="+mn-ea"/>
        <a:cs typeface="+mn-cs"/>
      </a:defRPr>
    </a:lvl7pPr>
    <a:lvl8pPr marL="3200036" algn="l" defTabSz="914296" rtl="0" eaLnBrk="1" latinLnBrk="1" hangingPunct="1">
      <a:defRPr sz="1800" kern="1200">
        <a:solidFill>
          <a:schemeClr val="tx1"/>
        </a:solidFill>
        <a:latin typeface="+mn-lt"/>
        <a:ea typeface="+mn-ea"/>
        <a:cs typeface="+mn-cs"/>
      </a:defRPr>
    </a:lvl8pPr>
    <a:lvl9pPr marL="3657184" algn="l" defTabSz="914296"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9" userDrawn="1">
          <p15:clr>
            <a:srgbClr val="A4A3A4"/>
          </p15:clr>
        </p15:guide>
        <p15:guide id="2" pos="2145" userDrawn="1">
          <p15:clr>
            <a:srgbClr val="A4A3A4"/>
          </p15:clr>
        </p15:guide>
        <p15:guide id="3" orient="horz" pos="3132" userDrawn="1">
          <p15:clr>
            <a:srgbClr val="A4A3A4"/>
          </p15:clr>
        </p15:guide>
        <p15:guide id="4"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AB4"/>
    <a:srgbClr val="FF0066"/>
    <a:srgbClr val="33CCCC"/>
    <a:srgbClr val="144EA0"/>
    <a:srgbClr val="0050BE"/>
    <a:srgbClr val="2E75B6"/>
    <a:srgbClr val="466597"/>
    <a:srgbClr val="A9CCFF"/>
    <a:srgbClr val="00A7ED"/>
    <a:srgbClr val="E109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EC20E35-A176-4012-BC5E-935CFFF8708E}" styleName="보통 스타일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69" autoAdjust="0"/>
    <p:restoredTop sz="92832" autoAdjust="0"/>
  </p:normalViewPr>
  <p:slideViewPr>
    <p:cSldViewPr snapToGrid="0">
      <p:cViewPr varScale="1">
        <p:scale>
          <a:sx n="85" d="100"/>
          <a:sy n="85" d="100"/>
        </p:scale>
        <p:origin x="1508" y="68"/>
      </p:cViewPr>
      <p:guideLst/>
    </p:cSldViewPr>
  </p:slideViewPr>
  <p:outlineViewPr>
    <p:cViewPr>
      <p:scale>
        <a:sx n="33" d="100"/>
        <a:sy n="33" d="100"/>
      </p:scale>
      <p:origin x="0" y="-20179"/>
    </p:cViewPr>
  </p:outlineViewPr>
  <p:notesTextViewPr>
    <p:cViewPr>
      <p:scale>
        <a:sx n="3" d="2"/>
        <a:sy n="3" d="2"/>
      </p:scale>
      <p:origin x="0" y="0"/>
    </p:cViewPr>
  </p:notesTextViewPr>
  <p:sorterViewPr>
    <p:cViewPr>
      <p:scale>
        <a:sx n="200" d="100"/>
        <a:sy n="200" d="100"/>
      </p:scale>
      <p:origin x="0" y="-11020"/>
    </p:cViewPr>
  </p:sorterViewPr>
  <p:notesViewPr>
    <p:cSldViewPr snapToGrid="0" showGuides="1">
      <p:cViewPr>
        <p:scale>
          <a:sx n="50" d="100"/>
          <a:sy n="50" d="100"/>
        </p:scale>
        <p:origin x="9198" y="2094"/>
      </p:cViewPr>
      <p:guideLst>
        <p:guide orient="horz" pos="3129"/>
        <p:guide pos="2145"/>
        <p:guide orient="horz" pos="3132"/>
        <p:guide pos="2144"/>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50212" cy="496967"/>
          </a:xfrm>
          <a:prstGeom prst="rect">
            <a:avLst/>
          </a:prstGeom>
        </p:spPr>
        <p:txBody>
          <a:bodyPr vert="horz" lIns="91815" tIns="45908" rIns="91815" bIns="45908" rtlCol="0"/>
          <a:lstStyle>
            <a:lvl1pPr algn="l">
              <a:defRPr sz="1200"/>
            </a:lvl1pPr>
          </a:lstStyle>
          <a:p>
            <a:endParaRPr lang="ko-KR" altLang="en-US"/>
          </a:p>
        </p:txBody>
      </p:sp>
      <p:sp>
        <p:nvSpPr>
          <p:cNvPr id="3" name="날짜 개체 틀 2"/>
          <p:cNvSpPr>
            <a:spLocks noGrp="1"/>
          </p:cNvSpPr>
          <p:nvPr>
            <p:ph type="dt" sz="quarter" idx="1"/>
          </p:nvPr>
        </p:nvSpPr>
        <p:spPr>
          <a:xfrm>
            <a:off x="3855392" y="0"/>
            <a:ext cx="2950212" cy="496967"/>
          </a:xfrm>
          <a:prstGeom prst="rect">
            <a:avLst/>
          </a:prstGeom>
        </p:spPr>
        <p:txBody>
          <a:bodyPr vert="horz" lIns="91815" tIns="45908" rIns="91815" bIns="45908" rtlCol="0"/>
          <a:lstStyle>
            <a:lvl1pPr algn="r">
              <a:defRPr sz="1200"/>
            </a:lvl1pPr>
          </a:lstStyle>
          <a:p>
            <a:fld id="{BBE509C9-7006-4EEF-AE0A-F60A68CFABC4}" type="datetimeFigureOut">
              <a:rPr lang="ko-KR" altLang="en-US" smtClean="0"/>
              <a:pPr/>
              <a:t>2026-10-29</a:t>
            </a:fld>
            <a:endParaRPr lang="ko-KR" altLang="en-US"/>
          </a:p>
        </p:txBody>
      </p:sp>
      <p:sp>
        <p:nvSpPr>
          <p:cNvPr id="4" name="바닥글 개체 틀 3"/>
          <p:cNvSpPr>
            <a:spLocks noGrp="1"/>
          </p:cNvSpPr>
          <p:nvPr>
            <p:ph type="ftr" sz="quarter" idx="2"/>
          </p:nvPr>
        </p:nvSpPr>
        <p:spPr>
          <a:xfrm>
            <a:off x="0" y="9440779"/>
            <a:ext cx="2950212" cy="496967"/>
          </a:xfrm>
          <a:prstGeom prst="rect">
            <a:avLst/>
          </a:prstGeom>
        </p:spPr>
        <p:txBody>
          <a:bodyPr vert="horz" lIns="91815" tIns="45908" rIns="91815" bIns="45908"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5392" y="9440779"/>
            <a:ext cx="2950212" cy="496967"/>
          </a:xfrm>
          <a:prstGeom prst="rect">
            <a:avLst/>
          </a:prstGeom>
        </p:spPr>
        <p:txBody>
          <a:bodyPr vert="horz" lIns="91815" tIns="45908" rIns="91815" bIns="45908" rtlCol="0" anchor="b"/>
          <a:lstStyle>
            <a:lvl1pPr algn="r">
              <a:defRPr sz="1200"/>
            </a:lvl1pPr>
          </a:lstStyle>
          <a:p>
            <a:fld id="{FB5D320A-A8AF-4B3E-BD67-EE5ADA87D3BF}" type="slidenum">
              <a:rPr lang="ko-KR" altLang="en-US" smtClean="0"/>
              <a:pPr/>
              <a:t>‹#›</a:t>
            </a:fld>
            <a:endParaRPr lang="ko-KR" altLang="en-US"/>
          </a:p>
        </p:txBody>
      </p:sp>
    </p:spTree>
    <p:extLst>
      <p:ext uri="{BB962C8B-B14F-4D97-AF65-F5344CB8AC3E}">
        <p14:creationId xmlns:p14="http://schemas.microsoft.com/office/powerpoint/2010/main" val="9908642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50212" cy="496967"/>
          </a:xfrm>
          <a:prstGeom prst="rect">
            <a:avLst/>
          </a:prstGeom>
        </p:spPr>
        <p:txBody>
          <a:bodyPr vert="horz" lIns="91815" tIns="45908" rIns="91815" bIns="45908" rtlCol="0"/>
          <a:lstStyle>
            <a:lvl1pPr algn="l">
              <a:defRPr sz="1200"/>
            </a:lvl1pPr>
          </a:lstStyle>
          <a:p>
            <a:endParaRPr lang="ko-KR" altLang="en-US"/>
          </a:p>
        </p:txBody>
      </p:sp>
      <p:sp>
        <p:nvSpPr>
          <p:cNvPr id="3" name="날짜 개체 틀 2"/>
          <p:cNvSpPr>
            <a:spLocks noGrp="1"/>
          </p:cNvSpPr>
          <p:nvPr>
            <p:ph type="dt" idx="1"/>
          </p:nvPr>
        </p:nvSpPr>
        <p:spPr>
          <a:xfrm>
            <a:off x="3855392" y="0"/>
            <a:ext cx="2950212" cy="496967"/>
          </a:xfrm>
          <a:prstGeom prst="rect">
            <a:avLst/>
          </a:prstGeom>
        </p:spPr>
        <p:txBody>
          <a:bodyPr vert="horz" lIns="91815" tIns="45908" rIns="91815" bIns="45908" rtlCol="0"/>
          <a:lstStyle>
            <a:lvl1pPr algn="r">
              <a:defRPr sz="1200"/>
            </a:lvl1pPr>
          </a:lstStyle>
          <a:p>
            <a:fld id="{10D8B3E8-78D5-42AF-92B2-138AC5B36093}" type="datetimeFigureOut">
              <a:rPr lang="ko-KR" altLang="en-US" smtClean="0"/>
              <a:pPr/>
              <a:t>2026-10-29</a:t>
            </a:fld>
            <a:endParaRPr lang="ko-KR" altLang="en-US"/>
          </a:p>
        </p:txBody>
      </p:sp>
      <p:sp>
        <p:nvSpPr>
          <p:cNvPr id="4" name="슬라이드 이미지 개체 틀 3"/>
          <p:cNvSpPr>
            <a:spLocks noGrp="1" noRot="1" noChangeAspect="1"/>
          </p:cNvSpPr>
          <p:nvPr>
            <p:ph type="sldImg" idx="2"/>
          </p:nvPr>
        </p:nvSpPr>
        <p:spPr>
          <a:xfrm>
            <a:off x="711200" y="744538"/>
            <a:ext cx="5384800" cy="3727450"/>
          </a:xfrm>
          <a:prstGeom prst="rect">
            <a:avLst/>
          </a:prstGeom>
          <a:noFill/>
          <a:ln w="12700">
            <a:solidFill>
              <a:prstClr val="black"/>
            </a:solidFill>
          </a:ln>
        </p:spPr>
        <p:txBody>
          <a:bodyPr vert="horz" lIns="91815" tIns="45908" rIns="91815" bIns="45908" rtlCol="0" anchor="ctr"/>
          <a:lstStyle/>
          <a:p>
            <a:endParaRPr lang="ko-KR" altLang="en-US"/>
          </a:p>
        </p:txBody>
      </p:sp>
      <p:sp>
        <p:nvSpPr>
          <p:cNvPr id="5" name="슬라이드 노트 개체 틀 4"/>
          <p:cNvSpPr>
            <a:spLocks noGrp="1"/>
          </p:cNvSpPr>
          <p:nvPr>
            <p:ph type="body" sz="quarter" idx="3"/>
          </p:nvPr>
        </p:nvSpPr>
        <p:spPr>
          <a:xfrm>
            <a:off x="680082" y="4721186"/>
            <a:ext cx="5447036" cy="4472702"/>
          </a:xfrm>
          <a:prstGeom prst="rect">
            <a:avLst/>
          </a:prstGeom>
        </p:spPr>
        <p:txBody>
          <a:bodyPr vert="horz" lIns="91815" tIns="45908" rIns="91815" bIns="45908" rtlCol="0"/>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9440779"/>
            <a:ext cx="2950212" cy="496967"/>
          </a:xfrm>
          <a:prstGeom prst="rect">
            <a:avLst/>
          </a:prstGeom>
        </p:spPr>
        <p:txBody>
          <a:bodyPr vert="horz" lIns="91815" tIns="45908" rIns="91815" bIns="45908"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5392" y="9440779"/>
            <a:ext cx="2950212" cy="496967"/>
          </a:xfrm>
          <a:prstGeom prst="rect">
            <a:avLst/>
          </a:prstGeom>
        </p:spPr>
        <p:txBody>
          <a:bodyPr vert="horz" lIns="91815" tIns="45908" rIns="91815" bIns="45908" rtlCol="0" anchor="b"/>
          <a:lstStyle>
            <a:lvl1pPr algn="r">
              <a:defRPr sz="1200"/>
            </a:lvl1pPr>
          </a:lstStyle>
          <a:p>
            <a:fld id="{EFB921B9-838A-44D3-89D5-5DB0505CE71D}" type="slidenum">
              <a:rPr lang="ko-KR" altLang="en-US" smtClean="0"/>
              <a:pPr/>
              <a:t>‹#›</a:t>
            </a:fld>
            <a:endParaRPr lang="ko-KR" altLang="en-US"/>
          </a:p>
        </p:txBody>
      </p:sp>
    </p:spTree>
    <p:extLst>
      <p:ext uri="{BB962C8B-B14F-4D97-AF65-F5344CB8AC3E}">
        <p14:creationId xmlns:p14="http://schemas.microsoft.com/office/powerpoint/2010/main" val="3745052705"/>
      </p:ext>
    </p:extLst>
  </p:cSld>
  <p:clrMap bg1="lt1" tx1="dk1" bg2="lt2" tx2="dk2" accent1="accent1" accent2="accent2" accent3="accent3" accent4="accent4" accent5="accent5" accent6="accent6" hlink="hlink" folHlink="folHlink"/>
  <p:hf hdr="0" ftr="0" dt="0"/>
  <p:notesStyle>
    <a:lvl1pPr marL="0" algn="l" defTabSz="914296" rtl="0" eaLnBrk="1" latinLnBrk="1" hangingPunct="1">
      <a:defRPr sz="1200" kern="1200">
        <a:solidFill>
          <a:schemeClr val="tx1"/>
        </a:solidFill>
        <a:latin typeface="+mn-lt"/>
        <a:ea typeface="+mn-ea"/>
        <a:cs typeface="+mn-cs"/>
      </a:defRPr>
    </a:lvl1pPr>
    <a:lvl2pPr marL="457148" algn="l" defTabSz="914296" rtl="0" eaLnBrk="1" latinLnBrk="1" hangingPunct="1">
      <a:defRPr sz="1200" kern="1200">
        <a:solidFill>
          <a:schemeClr val="tx1"/>
        </a:solidFill>
        <a:latin typeface="+mn-lt"/>
        <a:ea typeface="+mn-ea"/>
        <a:cs typeface="+mn-cs"/>
      </a:defRPr>
    </a:lvl2pPr>
    <a:lvl3pPr marL="914296" algn="l" defTabSz="914296" rtl="0" eaLnBrk="1" latinLnBrk="1" hangingPunct="1">
      <a:defRPr sz="1200" kern="1200">
        <a:solidFill>
          <a:schemeClr val="tx1"/>
        </a:solidFill>
        <a:latin typeface="+mn-lt"/>
        <a:ea typeface="+mn-ea"/>
        <a:cs typeface="+mn-cs"/>
      </a:defRPr>
    </a:lvl3pPr>
    <a:lvl4pPr marL="1371445" algn="l" defTabSz="914296" rtl="0" eaLnBrk="1" latinLnBrk="1" hangingPunct="1">
      <a:defRPr sz="1200" kern="1200">
        <a:solidFill>
          <a:schemeClr val="tx1"/>
        </a:solidFill>
        <a:latin typeface="+mn-lt"/>
        <a:ea typeface="+mn-ea"/>
        <a:cs typeface="+mn-cs"/>
      </a:defRPr>
    </a:lvl4pPr>
    <a:lvl5pPr marL="1828592" algn="l" defTabSz="914296" rtl="0" eaLnBrk="1" latinLnBrk="1" hangingPunct="1">
      <a:defRPr sz="1200" kern="1200">
        <a:solidFill>
          <a:schemeClr val="tx1"/>
        </a:solidFill>
        <a:latin typeface="+mn-lt"/>
        <a:ea typeface="+mn-ea"/>
        <a:cs typeface="+mn-cs"/>
      </a:defRPr>
    </a:lvl5pPr>
    <a:lvl6pPr marL="2285740" algn="l" defTabSz="914296" rtl="0" eaLnBrk="1" latinLnBrk="1" hangingPunct="1">
      <a:defRPr sz="1200" kern="1200">
        <a:solidFill>
          <a:schemeClr val="tx1"/>
        </a:solidFill>
        <a:latin typeface="+mn-lt"/>
        <a:ea typeface="+mn-ea"/>
        <a:cs typeface="+mn-cs"/>
      </a:defRPr>
    </a:lvl6pPr>
    <a:lvl7pPr marL="2742888" algn="l" defTabSz="914296" rtl="0" eaLnBrk="1" latinLnBrk="1" hangingPunct="1">
      <a:defRPr sz="1200" kern="1200">
        <a:solidFill>
          <a:schemeClr val="tx1"/>
        </a:solidFill>
        <a:latin typeface="+mn-lt"/>
        <a:ea typeface="+mn-ea"/>
        <a:cs typeface="+mn-cs"/>
      </a:defRPr>
    </a:lvl7pPr>
    <a:lvl8pPr marL="3200036" algn="l" defTabSz="914296" rtl="0" eaLnBrk="1" latinLnBrk="1" hangingPunct="1">
      <a:defRPr sz="1200" kern="1200">
        <a:solidFill>
          <a:schemeClr val="tx1"/>
        </a:solidFill>
        <a:latin typeface="+mn-lt"/>
        <a:ea typeface="+mn-ea"/>
        <a:cs typeface="+mn-cs"/>
      </a:defRPr>
    </a:lvl8pPr>
    <a:lvl9pPr marL="3657184" algn="l" defTabSz="914296"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a:t>Good afternoon. I am Byungju Jung from Miracom.</a:t>
            </a:r>
          </a:p>
          <a:p>
            <a:r>
              <a:rPr lang="en-US" altLang="ko-KR"/>
              <a:t>I will now present the completion report for the STATS ChipPAC Defect / E-Test Correlation Analysis System POC.</a:t>
            </a:r>
          </a:p>
        </p:txBody>
      </p:sp>
      <p:sp>
        <p:nvSpPr>
          <p:cNvPr id="4" name="슬라이드 번호 개체 틀 3"/>
          <p:cNvSpPr>
            <a:spLocks noGrp="1"/>
          </p:cNvSpPr>
          <p:nvPr>
            <p:ph type="sldNum" sz="quarter" idx="10"/>
          </p:nvPr>
        </p:nvSpPr>
        <p:spPr/>
        <p:txBody>
          <a:bodyPr/>
          <a:lstStyle/>
          <a:p>
            <a:fld id="{EFB921B9-838A-44D3-89D5-5DB0505CE71D}" type="slidenum">
              <a:rPr lang="ko-KR" altLang="en-US" smtClean="0"/>
              <a:pPr/>
              <a:t>0</a:t>
            </a:fld>
            <a:endParaRPr lang="ko-KR" altLang="en-US"/>
          </a:p>
        </p:txBody>
      </p:sp>
    </p:spTree>
    <p:extLst>
      <p:ext uri="{BB962C8B-B14F-4D97-AF65-F5344CB8AC3E}">
        <p14:creationId xmlns:p14="http://schemas.microsoft.com/office/powerpoint/2010/main" val="730938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I will cover the POC overview, key POC functions and results, and the post-POC operation plan, in that order.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This slide covers the POC background and objectives.</a:t>
            </a:r>
          </a:p>
          <a:p>
            <a:r>
              <a:rPr lang="en-US" altLang="ko-KR"/>
              <a:t>As shown on the left, AOI inspection and E-Test are performed after the packaging process.</a:t>
            </a:r>
          </a:p>
          <a:p>
            <a:r>
              <a:rPr lang="en-US" altLang="ko-KR"/>
              <a:t>The goal of this POC is for the system to provide evidence, based on the defect data from each step, of whether visual defects affect electrical fails.</a:t>
            </a:r>
          </a:p>
          <a:p>
            <a:endParaRPr lang="en-US" altLang="ko-KR"/>
          </a:p>
          <a:p>
            <a:r>
              <a:rPr lang="en-US" altLang="ko-KR"/>
              <a:t>As shown under Current State, the three data sets are separate today and engineers have to check them manually one by one, which is difficult. This POC links the data on one screen so the system provides the evidence for each defect.</a:t>
            </a:r>
          </a:p>
          <a:p>
            <a:endParaRPr lang="en-US" altLang="ko-KR"/>
          </a:p>
          <a:p>
            <a:r>
              <a:rPr lang="en-US" altLang="ko-KR"/>
              <a:t>This POC was carried out and verified on the U9 and U8 devices.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All 25 POC functions in our initial proposal have been implemented as screens.</a:t>
            </a:r>
          </a:p>
          <a:p>
            <a:r>
              <a:rPr lang="en-US" altLang="ko-KR"/>
              <a:t>Existing solution functions were used as they are, and new development focused on GDS, chains, correlation analysis and file upload.</a:t>
            </a:r>
          </a:p>
          <a:p>
            <a:r>
              <a:rPr lang="en-US" altLang="ko-KR"/>
              <a:t>Below is the division of roles. Miracom handled design, development, verification and handover.</a:t>
            </a:r>
          </a:p>
          <a:p>
            <a:r>
              <a:rPr lang="en-US" altLang="ko-KR"/>
              <a:t>The R&amp;D Center provided requirements and sample data and verified the results, and the IT Team supported the server and DB.</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This POC was not built from scratch; it used Miracom's existing solutions.</a:t>
            </a:r>
          </a:p>
          <a:p>
            <a:r>
              <a:rPr lang="en-US" altLang="ko-KR"/>
              <a:t>On the left, DMS is the existing function for analyzing visual defect data, and in the middle, YMS analyzes electrical test data.</a:t>
            </a:r>
          </a:p>
          <a:p>
            <a:r>
              <a:rPr lang="en-US" altLang="ko-KR"/>
              <a:t>Only GDS and Chain on the right were newly developed to link the three data sets.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Next is ease of setup.</a:t>
            </a:r>
          </a:p>
          <a:p>
            <a:r>
              <a:rPr lang="en-US" altLang="ko-KR"/>
              <a:t>On the left, for GDS chains, you only pick one start shape; the system automatically traces the connected wiring to create the chain and names it from the nearby label.</a:t>
            </a:r>
          </a:p>
          <a:p>
            <a:r>
              <a:rPr lang="en-US" altLang="ko-KR"/>
              <a:t>For U9, 19 chains were registered this way.</a:t>
            </a:r>
          </a:p>
          <a:p>
            <a:r>
              <a:rPr lang="en-US" altLang="ko-KR"/>
              <a:t>On the right, wafer maps and E-Test parameters are registered directly from files. A wafer map is created from a KLARF file, and 2,755 E-Test result file headers were registered as parameters at once.</a:t>
            </a:r>
          </a:p>
          <a:p>
            <a:r>
              <a:rPr lang="en-US" altLang="ko-KR"/>
              <a:t>So when a new device comes in, the R&amp;D Center can set up the master data directly.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Data is not integrated with the MES or QMS used at ChipPAC; KLARF files and E-Test result files are uploaded directly.</a:t>
            </a:r>
          </a:p>
          <a:p>
            <a:r>
              <a:rPr lang="en-US" altLang="ko-KR"/>
              <a:t>Master data is created from the lot, wafer and device information in the files, and the data is linked by die coordinates and chain names.</a:t>
            </a:r>
          </a:p>
          <a:p>
            <a:r>
              <a:rPr lang="en-US" altLang="ko-KR"/>
              <a:t>Automatic collection and MES integration are in scope for the main project.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This is the final result screen of this POC.</a:t>
            </a:r>
          </a:p>
          <a:p>
            <a:r>
              <a:rPr lang="en-US" altLang="ko-KR"/>
              <a:t>Number 1 is a summary of the defects and fail chains of the selected die, and number 2 is a map that overlays visual defect positions on the layout.</a:t>
            </a:r>
          </a:p>
          <a:p>
            <a:r>
              <a:rPr lang="en-US" altLang="ko-KR"/>
              <a:t>In number 3, you check by chain whether each defect is inside or outside the wiring.</a:t>
            </a:r>
          </a:p>
          <a:p>
            <a:r>
              <a:rPr lang="en-US" altLang="ko-KR"/>
              <a:t>In number 4, you see the electrical test values and specs of that chain together.</a:t>
            </a:r>
          </a:p>
          <a:p>
            <a:r>
              <a:rPr lang="en-US" altLang="ko-KR"/>
              <a:t>The key point is that defect positions and electrical fails are compared on one screen to give engineers the evidence for their judgment.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In conclusion, we confirmed that layout-based defect correlation analysis is feasible.</a:t>
            </a:r>
          </a:p>
          <a:p>
            <a:r>
              <a:rPr lang="en-US" altLang="ko-KR"/>
              <a:t>The three data sets are linked on one screen, and because chains are created automatically and linked by naming rules, this can be extended to other devices.</a:t>
            </a:r>
          </a:p>
          <a:p>
            <a:r>
              <a:rPr lang="en-US" altLang="ko-KR"/>
              <a:t>Two issues remain. Data standards such as wafer names and coordinate origins, and the naming rules for files and chains, need to be fixed together with the R&amp;D Center.</a:t>
            </a:r>
          </a:p>
          <a:p>
            <a:r>
              <a:rPr lang="en-US" altLang="ko-KR"/>
              <a:t>Below are the functions to pursue in the main project.</a:t>
            </a:r>
          </a:p>
          <a:p>
            <a:r>
              <a:rPr lang="en-US" altLang="ko-KR"/>
              <a:t>Automatic file collection and MES integration will remove manual upload, and managing defect specs will prevent quality incidents by holding equipment or sending mail when limits are exceeded.</a:t>
            </a:r>
          </a:p>
          <a:p>
            <a:r>
              <a:rPr lang="en-US" altLang="ko-KR"/>
              <a:t>We will also build BS / FS master data by revision and operation method, and extend automatic chain creation to new GDS formats.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Even after Miracom leaves the site, the R&amp;D Center can use the POC system directly until January 31 next year.</a:t>
            </a:r>
          </a:p>
          <a:p>
            <a:r>
              <a:rPr lang="en-US" altLang="ko-KR"/>
              <a:t>After that, the system is view-only, and registered data is kept.</a:t>
            </a:r>
          </a:p>
          <a:p>
            <a:r>
              <a:rPr lang="en-US" altLang="ko-KR"/>
              <a:t>For operation, the R&amp;D Center handles upload and analysis, and the IT Team handles service management and updates.</a:t>
            </a:r>
          </a:p>
          <a:p>
            <a:r>
              <a:rPr lang="en-US" altLang="ko-KR"/>
              <a:t>If a problem occurs, Miracom will provide update files.</a:t>
            </a:r>
          </a:p>
          <a:p>
            <a:r>
              <a:rPr lang="en-US" altLang="ko-KR"/>
              <a:t>As handover materials, we provide the IT Maintenance Guide and the User Manual. For a new device, please set up the GDS map and wafer map first.</a:t>
            </a:r>
          </a:p>
          <a:p>
            <a:r>
              <a:rPr lang="en-US" altLang="ko-KR"/>
              <a:t>Please review the usage results to decide on expanding to the main project.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a:t>This concludes the POC completion report. Thank you.</a:t>
            </a:r>
          </a:p>
          <a:p>
            <a:r>
              <a:rPr lang="en-US" altLang="ko-KR"/>
              <a:t>Please let me know if you have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_밝은배경">
    <p:bg>
      <p:bgPr>
        <a:solidFill>
          <a:schemeClr val="bg1"/>
        </a:solidFill>
        <a:effectLst/>
      </p:bgPr>
    </p:bg>
    <p:spTree>
      <p:nvGrpSpPr>
        <p:cNvPr id="1" name=""/>
        <p:cNvGrpSpPr/>
        <p:nvPr/>
      </p:nvGrpSpPr>
      <p:grpSpPr>
        <a:xfrm>
          <a:off x="0" y="0"/>
          <a:ext cx="0" cy="0"/>
          <a:chOff x="0" y="0"/>
          <a:chExt cx="0" cy="0"/>
        </a:xfrm>
      </p:grpSpPr>
      <p:sp>
        <p:nvSpPr>
          <p:cNvPr id="16" name="부제목 2"/>
          <p:cNvSpPr>
            <a:spLocks noGrp="1"/>
          </p:cNvSpPr>
          <p:nvPr>
            <p:ph type="subTitle" idx="1" hasCustomPrompt="1"/>
          </p:nvPr>
        </p:nvSpPr>
        <p:spPr>
          <a:xfrm>
            <a:off x="900000" y="4941168"/>
            <a:ext cx="3240000" cy="346959"/>
          </a:xfrm>
          <a:prstGeom prst="rect">
            <a:avLst/>
          </a:prstGeom>
        </p:spPr>
        <p:txBody>
          <a:bodyPr lIns="0" tIns="0" rIns="0" bIns="0">
            <a:normAutofit/>
          </a:bodyPr>
          <a:lstStyle>
            <a:lvl1pPr marL="0" indent="0" algn="l">
              <a:buNone/>
              <a:defRPr lang="ko-KR" altLang="en-US" sz="1600" b="0" kern="1200" dirty="0">
                <a:solidFill>
                  <a:schemeClr val="tx1">
                    <a:lumMod val="85000"/>
                    <a:lumOff val="15000"/>
                  </a:schemeClr>
                </a:solidFill>
                <a:latin typeface="+mn-ea"/>
                <a:ea typeface="+mn-ea"/>
                <a:cs typeface="Segoe UI"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smtClean="0"/>
              <a:t>일자</a:t>
            </a:r>
            <a:endParaRPr lang="en-US" altLang="ko-KR" dirty="0" smtClean="0"/>
          </a:p>
        </p:txBody>
      </p:sp>
      <p:sp>
        <p:nvSpPr>
          <p:cNvPr id="19" name="내용 개체 틀 25"/>
          <p:cNvSpPr>
            <a:spLocks noGrp="1"/>
          </p:cNvSpPr>
          <p:nvPr>
            <p:ph sz="quarter" idx="16" hasCustomPrompt="1"/>
          </p:nvPr>
        </p:nvSpPr>
        <p:spPr>
          <a:xfrm>
            <a:off x="900000" y="5301208"/>
            <a:ext cx="3240000" cy="889496"/>
          </a:xfrm>
          <a:prstGeom prst="rect">
            <a:avLst/>
          </a:prstGeom>
        </p:spPr>
        <p:txBody>
          <a:bodyPr lIns="0"/>
          <a:lstStyle>
            <a:lvl1pPr marL="0" indent="0">
              <a:buNone/>
              <a:defRPr sz="1500" b="0" baseline="0">
                <a:solidFill>
                  <a:schemeClr val="tx1">
                    <a:lumMod val="85000"/>
                    <a:lumOff val="15000"/>
                  </a:schemeClr>
                </a:solidFill>
                <a:latin typeface="+mn-ea"/>
                <a:ea typeface="+mn-ea"/>
                <a:cs typeface="Segoe UI" panose="020B0502040204020203" pitchFamily="34" charset="0"/>
              </a:defRPr>
            </a:lvl1pPr>
            <a:lvl2pPr>
              <a:defRPr>
                <a:solidFill>
                  <a:srgbClr val="7F7F7F"/>
                </a:solidFill>
              </a:defRPr>
            </a:lvl2pPr>
            <a:lvl3pPr>
              <a:defRPr>
                <a:solidFill>
                  <a:srgbClr val="7F7F7F"/>
                </a:solidFill>
              </a:defRPr>
            </a:lvl3pPr>
            <a:lvl4pPr>
              <a:defRPr>
                <a:solidFill>
                  <a:srgbClr val="7F7F7F"/>
                </a:solidFill>
              </a:defRPr>
            </a:lvl4pPr>
            <a:lvl5pPr>
              <a:defRPr>
                <a:solidFill>
                  <a:srgbClr val="7F7F7F"/>
                </a:solidFill>
              </a:defRPr>
            </a:lvl5pPr>
          </a:lstStyle>
          <a:p>
            <a:pPr lvl="0"/>
            <a:r>
              <a:rPr lang="ko-KR" altLang="en-US" dirty="0" smtClean="0"/>
              <a:t>부서명</a:t>
            </a:r>
          </a:p>
        </p:txBody>
      </p:sp>
      <p:sp>
        <p:nvSpPr>
          <p:cNvPr id="23" name="TextBox 22"/>
          <p:cNvSpPr txBox="1"/>
          <p:nvPr/>
        </p:nvSpPr>
        <p:spPr>
          <a:xfrm>
            <a:off x="334584" y="321809"/>
            <a:ext cx="1794274" cy="246221"/>
          </a:xfrm>
          <a:prstGeom prst="rect">
            <a:avLst/>
          </a:prstGeom>
        </p:spPr>
        <p:txBody>
          <a:bodyPr wrap="none" lIns="0" tIns="0" rIns="0" bIns="0" anchor="t">
            <a:spAutoFit/>
          </a:bodyPr>
          <a:lstStyle>
            <a:defPPr>
              <a:defRPr lang="ko-KR"/>
            </a:defPPr>
            <a:lvl1pPr indent="0" algn="ctr" defTabSz="914400">
              <a:spcBef>
                <a:spcPts val="0"/>
              </a:spcBef>
              <a:buFont typeface="Arial" pitchFamily="34" charset="0"/>
              <a:buNone/>
              <a:defRPr sz="1200" b="0">
                <a:ln>
                  <a:solidFill>
                    <a:schemeClr val="accent1">
                      <a:shade val="50000"/>
                      <a:alpha val="0"/>
                    </a:schemeClr>
                  </a:solidFill>
                </a:ln>
                <a:latin typeface="Segoe UI" panose="020B0502040204020203" pitchFamily="34" charset="0"/>
                <a:ea typeface="Segoe UI" panose="020B0502040204020203" pitchFamily="34" charset="0"/>
                <a:cs typeface="Segoe UI" panose="020B0502040204020203" pitchFamily="34" charset="0"/>
              </a:defRPr>
            </a:lvl1pPr>
            <a:lvl2pPr marL="742950" indent="-285750" defTabSz="914400">
              <a:spcBef>
                <a:spcPct val="20000"/>
              </a:spcBef>
              <a:buFont typeface="Arial" pitchFamily="34" charset="0"/>
              <a:buChar char="–"/>
              <a:defRPr sz="2800"/>
            </a:lvl2pPr>
            <a:lvl3pPr marL="1143000" indent="-228600" defTabSz="914400">
              <a:spcBef>
                <a:spcPct val="20000"/>
              </a:spcBef>
              <a:buFont typeface="Arial" pitchFamily="34" charset="0"/>
              <a:buChar char="•"/>
              <a:defRPr sz="2400"/>
            </a:lvl3pPr>
            <a:lvl4pPr marL="1600200" indent="-228600" defTabSz="914400">
              <a:spcBef>
                <a:spcPct val="20000"/>
              </a:spcBef>
              <a:buFont typeface="Arial" pitchFamily="34" charset="0"/>
              <a:buChar char="–"/>
              <a:defRPr sz="2000"/>
            </a:lvl4pPr>
            <a:lvl5pPr marL="2057400" indent="-228600" defTabSz="914400">
              <a:spcBef>
                <a:spcPct val="20000"/>
              </a:spcBef>
              <a:buFont typeface="Arial" pitchFamily="34" charset="0"/>
              <a:buChar char="»"/>
              <a:defRPr sz="2000"/>
            </a:lvl5pPr>
            <a:lvl6pPr marL="2514600" indent="-228600" defTabSz="914400">
              <a:spcBef>
                <a:spcPct val="20000"/>
              </a:spcBef>
              <a:buFont typeface="Arial" pitchFamily="34" charset="0"/>
              <a:buChar char="•"/>
              <a:defRPr sz="2000"/>
            </a:lvl6pPr>
            <a:lvl7pPr marL="2971800" indent="-228600" defTabSz="914400">
              <a:spcBef>
                <a:spcPct val="20000"/>
              </a:spcBef>
              <a:buFont typeface="Arial" pitchFamily="34" charset="0"/>
              <a:buChar char="•"/>
              <a:defRPr sz="2000"/>
            </a:lvl7pPr>
            <a:lvl8pPr marL="3429000" indent="-228600" defTabSz="914400">
              <a:spcBef>
                <a:spcPct val="20000"/>
              </a:spcBef>
              <a:buFont typeface="Arial" pitchFamily="34" charset="0"/>
              <a:buChar char="•"/>
              <a:defRPr sz="2000"/>
            </a:lvl8pPr>
            <a:lvl9pPr marL="3886200" indent="-228600" defTabSz="914400">
              <a:spcBef>
                <a:spcPct val="20000"/>
              </a:spcBef>
              <a:buFont typeface="Arial" pitchFamily="34" charset="0"/>
              <a:buChar char="•"/>
              <a:defRPr sz="2000"/>
            </a:lvl9pPr>
          </a:lstStyle>
          <a:p>
            <a:pPr lvl="0"/>
            <a:r>
              <a:rPr lang="en-US" altLang="ko-KR" sz="1600" b="1" dirty="0" smtClean="0">
                <a:latin typeface="맑은 고딕" panose="020B0503020000020004" pitchFamily="50" charset="-127"/>
                <a:ea typeface="맑은 고딕" panose="020B0503020000020004" pitchFamily="50" charset="-127"/>
              </a:rPr>
              <a:t>Create your value </a:t>
            </a:r>
            <a:endParaRPr lang="ko-KR" altLang="en-US" sz="1600" b="1" dirty="0">
              <a:latin typeface="맑은 고딕" panose="020B0503020000020004" pitchFamily="50" charset="-127"/>
              <a:ea typeface="맑은 고딕" panose="020B0503020000020004" pitchFamily="50" charset="-127"/>
            </a:endParaRPr>
          </a:p>
        </p:txBody>
      </p:sp>
      <p:sp>
        <p:nvSpPr>
          <p:cNvPr id="26" name="내용 개체 틀 27"/>
          <p:cNvSpPr>
            <a:spLocks noGrp="1"/>
          </p:cNvSpPr>
          <p:nvPr>
            <p:ph sz="quarter" idx="14" hasCustomPrompt="1"/>
          </p:nvPr>
        </p:nvSpPr>
        <p:spPr>
          <a:xfrm>
            <a:off x="1080000" y="1952625"/>
            <a:ext cx="5133140" cy="1260351"/>
          </a:xfrm>
          <a:prstGeom prst="rect">
            <a:avLst/>
          </a:prstGeom>
        </p:spPr>
        <p:txBody>
          <a:bodyPr lIns="0" anchor="ctr">
            <a:noAutofit/>
          </a:bodyPr>
          <a:lstStyle>
            <a:lvl1pPr marL="0" indent="0">
              <a:spcBef>
                <a:spcPts val="0"/>
              </a:spcBef>
              <a:buNone/>
              <a:defRPr sz="3200" b="1" baseline="0">
                <a:solidFill>
                  <a:schemeClr val="tx1"/>
                </a:solidFill>
                <a:latin typeface="+mn-ea"/>
                <a:ea typeface="+mn-ea"/>
                <a:cs typeface="Segoe UI" panose="020B0502040204020203" pitchFamily="34" charset="0"/>
              </a:defRPr>
            </a:lvl1pPr>
          </a:lstStyle>
          <a:p>
            <a:pPr lvl="0"/>
            <a:r>
              <a:rPr lang="en-US" altLang="ko-KR" dirty="0" smtClean="0"/>
              <a:t>Miracom </a:t>
            </a:r>
            <a:r>
              <a:rPr lang="ko-KR" altLang="en-US" dirty="0" err="1" smtClean="0"/>
              <a:t>표준문서</a:t>
            </a:r>
            <a:endParaRPr lang="ko-KR" altLang="en-US" dirty="0" smtClean="0"/>
          </a:p>
        </p:txBody>
      </p:sp>
      <p:grpSp>
        <p:nvGrpSpPr>
          <p:cNvPr id="49" name="그룹 48"/>
          <p:cNvGrpSpPr/>
          <p:nvPr userDrawn="1"/>
        </p:nvGrpSpPr>
        <p:grpSpPr>
          <a:xfrm>
            <a:off x="900000" y="1513268"/>
            <a:ext cx="5513500" cy="3239999"/>
            <a:chOff x="900000" y="1513268"/>
            <a:chExt cx="5513500" cy="3239999"/>
          </a:xfrm>
          <a:solidFill>
            <a:schemeClr val="accent1"/>
          </a:solidFill>
        </p:grpSpPr>
        <p:grpSp>
          <p:nvGrpSpPr>
            <p:cNvPr id="50" name="그룹 49"/>
            <p:cNvGrpSpPr/>
            <p:nvPr userDrawn="1"/>
          </p:nvGrpSpPr>
          <p:grpSpPr>
            <a:xfrm>
              <a:off x="900000" y="1513268"/>
              <a:ext cx="180000" cy="3239999"/>
              <a:chOff x="900000" y="1513268"/>
              <a:chExt cx="180000" cy="3239999"/>
            </a:xfrm>
            <a:grpFill/>
          </p:grpSpPr>
          <p:sp>
            <p:nvSpPr>
              <p:cNvPr id="57" name="직사각형 56"/>
              <p:cNvSpPr/>
              <p:nvPr userDrawn="1"/>
            </p:nvSpPr>
            <p:spPr>
              <a:xfrm>
                <a:off x="900000" y="1513268"/>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8" name="직사각형 57"/>
              <p:cNvSpPr/>
              <p:nvPr userDrawn="1"/>
            </p:nvSpPr>
            <p:spPr>
              <a:xfrm rot="10800000">
                <a:off x="900000" y="4393267"/>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51" name="그룹 50"/>
            <p:cNvGrpSpPr/>
            <p:nvPr userDrawn="1"/>
          </p:nvGrpSpPr>
          <p:grpSpPr>
            <a:xfrm>
              <a:off x="900000" y="1513268"/>
              <a:ext cx="5513500" cy="3239999"/>
              <a:chOff x="900000" y="1513268"/>
              <a:chExt cx="5513500" cy="3239999"/>
            </a:xfrm>
            <a:grpFill/>
          </p:grpSpPr>
          <p:sp>
            <p:nvSpPr>
              <p:cNvPr id="52" name="직사각형 51"/>
              <p:cNvSpPr/>
              <p:nvPr userDrawn="1"/>
            </p:nvSpPr>
            <p:spPr>
              <a:xfrm>
                <a:off x="6233500" y="1513268"/>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005AB4"/>
                  </a:solidFill>
                </a:endParaRPr>
              </a:p>
            </p:txBody>
          </p:sp>
          <p:grpSp>
            <p:nvGrpSpPr>
              <p:cNvPr id="53" name="그룹 52"/>
              <p:cNvGrpSpPr/>
              <p:nvPr userDrawn="1"/>
            </p:nvGrpSpPr>
            <p:grpSpPr>
              <a:xfrm>
                <a:off x="900000" y="1513269"/>
                <a:ext cx="5513500" cy="3239997"/>
                <a:chOff x="900000" y="1513269"/>
                <a:chExt cx="3240000" cy="3239997"/>
              </a:xfrm>
              <a:grpFill/>
            </p:grpSpPr>
            <p:sp>
              <p:nvSpPr>
                <p:cNvPr id="55" name="직사각형 54"/>
                <p:cNvSpPr/>
                <p:nvPr userDrawn="1"/>
              </p:nvSpPr>
              <p:spPr>
                <a:xfrm rot="16200000">
                  <a:off x="2430000" y="-16731"/>
                  <a:ext cx="180000" cy="32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6" name="직사각형 55"/>
                <p:cNvSpPr/>
                <p:nvPr userDrawn="1"/>
              </p:nvSpPr>
              <p:spPr>
                <a:xfrm rot="5400000">
                  <a:off x="2430000" y="3043266"/>
                  <a:ext cx="180000" cy="32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54" name="직사각형 53"/>
              <p:cNvSpPr/>
              <p:nvPr userDrawn="1"/>
            </p:nvSpPr>
            <p:spPr>
              <a:xfrm rot="10800000">
                <a:off x="6233500" y="4393267"/>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21" name="내용 개체 틀 27"/>
          <p:cNvSpPr>
            <a:spLocks noGrp="1"/>
          </p:cNvSpPr>
          <p:nvPr>
            <p:ph sz="quarter" idx="17"/>
          </p:nvPr>
        </p:nvSpPr>
        <p:spPr>
          <a:xfrm>
            <a:off x="1080000" y="3356991"/>
            <a:ext cx="5133140" cy="720081"/>
          </a:xfrm>
          <a:prstGeom prst="rect">
            <a:avLst/>
          </a:prstGeom>
        </p:spPr>
        <p:txBody>
          <a:bodyPr lIns="0" anchor="ctr">
            <a:noAutofit/>
          </a:bodyPr>
          <a:lstStyle>
            <a:lvl1pPr marL="0" indent="0">
              <a:spcBef>
                <a:spcPts val="0"/>
              </a:spcBef>
              <a:buNone/>
              <a:defRPr sz="2000" b="1" baseline="0">
                <a:solidFill>
                  <a:schemeClr val="tx1">
                    <a:lumMod val="50000"/>
                    <a:lumOff val="50000"/>
                  </a:schemeClr>
                </a:solidFill>
                <a:latin typeface="+mn-ea"/>
                <a:ea typeface="+mn-ea"/>
                <a:cs typeface="Segoe UI" panose="020B0502040204020203" pitchFamily="34" charset="0"/>
              </a:defRPr>
            </a:lvl1pPr>
          </a:lstStyle>
          <a:p>
            <a:pPr lvl="0"/>
            <a:endParaRPr lang="ko-KR" altLang="en-US" dirty="0" smtClean="0"/>
          </a:p>
        </p:txBody>
      </p:sp>
      <p:sp>
        <p:nvSpPr>
          <p:cNvPr id="22" name="Text Box 9"/>
          <p:cNvSpPr txBox="1">
            <a:spLocks noChangeArrowheads="1"/>
          </p:cNvSpPr>
          <p:nvPr userDrawn="1"/>
        </p:nvSpPr>
        <p:spPr bwMode="auto">
          <a:xfrm>
            <a:off x="8035119" y="6551183"/>
            <a:ext cx="1524455" cy="92333"/>
          </a:xfrm>
          <a:prstGeom prst="rect">
            <a:avLst/>
          </a:prstGeom>
          <a:noFill/>
          <a:ln w="9525">
            <a:noFill/>
            <a:miter lim="800000"/>
            <a:headEnd/>
            <a:tailEnd/>
          </a:ln>
        </p:spPr>
        <p:txBody>
          <a:bodyPr wrap="none" lIns="0" tIns="0" rIns="0" bIns="0">
            <a:spAutoFit/>
          </a:bodyPr>
          <a:lstStyle/>
          <a:p>
            <a:pPr lvl="0" algn="r" eaLnBrk="0" hangingPunct="0"/>
            <a:r>
              <a:rPr lang="en-US" altLang="ko-KR" sz="600" kern="1200" dirty="0" smtClean="0">
                <a:solidFill>
                  <a:schemeClr val="tx1">
                    <a:lumMod val="50000"/>
                    <a:lumOff val="50000"/>
                  </a:schemeClr>
                </a:solidFill>
                <a:latin typeface="Segoe UI" panose="020B0502040204020203" pitchFamily="34" charset="0"/>
                <a:ea typeface="Segoe UI" panose="020B0502040204020203" pitchFamily="34" charset="0"/>
                <a:cs typeface="Segoe UI" panose="020B0502040204020203" pitchFamily="34" charset="0"/>
              </a:rPr>
              <a:t>Copyright © </a:t>
            </a:r>
            <a:r>
              <a:rPr lang="en-US" altLang="ko-KR" sz="600" kern="1200" dirty="0" err="1" smtClean="0">
                <a:solidFill>
                  <a:schemeClr val="tx1">
                    <a:lumMod val="50000"/>
                    <a:lumOff val="50000"/>
                  </a:schemeClr>
                </a:solidFill>
                <a:latin typeface="Segoe UI" panose="020B0502040204020203" pitchFamily="34" charset="0"/>
                <a:ea typeface="Segoe UI" panose="020B0502040204020203" pitchFamily="34" charset="0"/>
                <a:cs typeface="Segoe UI" panose="020B0502040204020203" pitchFamily="34" charset="0"/>
              </a:rPr>
              <a:t>Miracom,Inc</a:t>
            </a:r>
            <a:r>
              <a:rPr lang="en-US" altLang="ko-KR" sz="600" kern="1200" dirty="0" smtClean="0">
                <a:solidFill>
                  <a:schemeClr val="tx1">
                    <a:lumMod val="50000"/>
                    <a:lumOff val="50000"/>
                  </a:schemeClr>
                </a:solidFill>
                <a:latin typeface="Segoe UI" panose="020B0502040204020203" pitchFamily="34" charset="0"/>
                <a:ea typeface="Segoe UI" panose="020B0502040204020203" pitchFamily="34" charset="0"/>
                <a:cs typeface="Segoe UI" panose="020B0502040204020203" pitchFamily="34" charset="0"/>
              </a:rPr>
              <a:t>. All rights reserved.</a:t>
            </a:r>
          </a:p>
        </p:txBody>
      </p:sp>
      <p:grpSp>
        <p:nvGrpSpPr>
          <p:cNvPr id="30" name="그룹 29"/>
          <p:cNvGrpSpPr/>
          <p:nvPr userDrawn="1"/>
        </p:nvGrpSpPr>
        <p:grpSpPr>
          <a:xfrm>
            <a:off x="8185656" y="6278567"/>
            <a:ext cx="1373917" cy="226124"/>
            <a:chOff x="7132078" y="2394682"/>
            <a:chExt cx="2286000" cy="376237"/>
          </a:xfrm>
          <a:solidFill>
            <a:srgbClr val="005AB4"/>
          </a:solidFill>
        </p:grpSpPr>
        <p:sp>
          <p:nvSpPr>
            <p:cNvPr id="31" name="Freeform 5"/>
            <p:cNvSpPr>
              <a:spLocks/>
            </p:cNvSpPr>
            <p:nvPr userDrawn="1"/>
          </p:nvSpPr>
          <p:spPr bwMode="auto">
            <a:xfrm>
              <a:off x="9046603" y="2394682"/>
              <a:ext cx="371475" cy="376237"/>
            </a:xfrm>
            <a:custGeom>
              <a:avLst/>
              <a:gdLst>
                <a:gd name="T0" fmla="*/ 117 w 234"/>
                <a:gd name="T1" fmla="*/ 154 h 237"/>
                <a:gd name="T2" fmla="*/ 54 w 234"/>
                <a:gd name="T3" fmla="*/ 0 h 237"/>
                <a:gd name="T4" fmla="*/ 0 w 234"/>
                <a:gd name="T5" fmla="*/ 0 h 237"/>
                <a:gd name="T6" fmla="*/ 0 w 234"/>
                <a:gd name="T7" fmla="*/ 237 h 237"/>
                <a:gd name="T8" fmla="*/ 44 w 234"/>
                <a:gd name="T9" fmla="*/ 237 h 237"/>
                <a:gd name="T10" fmla="*/ 44 w 234"/>
                <a:gd name="T11" fmla="*/ 96 h 237"/>
                <a:gd name="T12" fmla="*/ 102 w 234"/>
                <a:gd name="T13" fmla="*/ 237 h 237"/>
                <a:gd name="T14" fmla="*/ 131 w 234"/>
                <a:gd name="T15" fmla="*/ 237 h 237"/>
                <a:gd name="T16" fmla="*/ 189 w 234"/>
                <a:gd name="T17" fmla="*/ 96 h 237"/>
                <a:gd name="T18" fmla="*/ 189 w 234"/>
                <a:gd name="T19" fmla="*/ 237 h 237"/>
                <a:gd name="T20" fmla="*/ 234 w 234"/>
                <a:gd name="T21" fmla="*/ 237 h 237"/>
                <a:gd name="T22" fmla="*/ 234 w 234"/>
                <a:gd name="T23" fmla="*/ 0 h 237"/>
                <a:gd name="T24" fmla="*/ 181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4" y="237"/>
                  </a:lnTo>
                  <a:lnTo>
                    <a:pt x="44" y="96"/>
                  </a:lnTo>
                  <a:lnTo>
                    <a:pt x="102" y="237"/>
                  </a:lnTo>
                  <a:lnTo>
                    <a:pt x="131" y="237"/>
                  </a:lnTo>
                  <a:lnTo>
                    <a:pt x="189" y="96"/>
                  </a:lnTo>
                  <a:lnTo>
                    <a:pt x="189" y="237"/>
                  </a:lnTo>
                  <a:lnTo>
                    <a:pt x="234" y="237"/>
                  </a:lnTo>
                  <a:lnTo>
                    <a:pt x="234" y="0"/>
                  </a:lnTo>
                  <a:lnTo>
                    <a:pt x="181"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2" name="Freeform 6"/>
            <p:cNvSpPr>
              <a:spLocks/>
            </p:cNvSpPr>
            <p:nvPr userDrawn="1"/>
          </p:nvSpPr>
          <p:spPr bwMode="auto">
            <a:xfrm>
              <a:off x="7132078" y="2394682"/>
              <a:ext cx="371475" cy="376237"/>
            </a:xfrm>
            <a:custGeom>
              <a:avLst/>
              <a:gdLst>
                <a:gd name="T0" fmla="*/ 117 w 234"/>
                <a:gd name="T1" fmla="*/ 154 h 237"/>
                <a:gd name="T2" fmla="*/ 54 w 234"/>
                <a:gd name="T3" fmla="*/ 0 h 237"/>
                <a:gd name="T4" fmla="*/ 0 w 234"/>
                <a:gd name="T5" fmla="*/ 0 h 237"/>
                <a:gd name="T6" fmla="*/ 0 w 234"/>
                <a:gd name="T7" fmla="*/ 237 h 237"/>
                <a:gd name="T8" fmla="*/ 45 w 234"/>
                <a:gd name="T9" fmla="*/ 237 h 237"/>
                <a:gd name="T10" fmla="*/ 45 w 234"/>
                <a:gd name="T11" fmla="*/ 96 h 237"/>
                <a:gd name="T12" fmla="*/ 103 w 234"/>
                <a:gd name="T13" fmla="*/ 237 h 237"/>
                <a:gd name="T14" fmla="*/ 132 w 234"/>
                <a:gd name="T15" fmla="*/ 237 h 237"/>
                <a:gd name="T16" fmla="*/ 189 w 234"/>
                <a:gd name="T17" fmla="*/ 96 h 237"/>
                <a:gd name="T18" fmla="*/ 189 w 234"/>
                <a:gd name="T19" fmla="*/ 237 h 237"/>
                <a:gd name="T20" fmla="*/ 234 w 234"/>
                <a:gd name="T21" fmla="*/ 237 h 237"/>
                <a:gd name="T22" fmla="*/ 234 w 234"/>
                <a:gd name="T23" fmla="*/ 0 h 237"/>
                <a:gd name="T24" fmla="*/ 182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5" y="237"/>
                  </a:lnTo>
                  <a:lnTo>
                    <a:pt x="45" y="96"/>
                  </a:lnTo>
                  <a:lnTo>
                    <a:pt x="103" y="237"/>
                  </a:lnTo>
                  <a:lnTo>
                    <a:pt x="132" y="237"/>
                  </a:lnTo>
                  <a:lnTo>
                    <a:pt x="189" y="96"/>
                  </a:lnTo>
                  <a:lnTo>
                    <a:pt x="189" y="237"/>
                  </a:lnTo>
                  <a:lnTo>
                    <a:pt x="234" y="237"/>
                  </a:lnTo>
                  <a:lnTo>
                    <a:pt x="234" y="0"/>
                  </a:lnTo>
                  <a:lnTo>
                    <a:pt x="182"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3" name="Rectangle 7"/>
            <p:cNvSpPr>
              <a:spLocks noChangeArrowheads="1"/>
            </p:cNvSpPr>
            <p:nvPr userDrawn="1"/>
          </p:nvSpPr>
          <p:spPr bwMode="auto">
            <a:xfrm>
              <a:off x="7571815" y="2394682"/>
              <a:ext cx="73025" cy="3762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4" name="Freeform 8"/>
            <p:cNvSpPr>
              <a:spLocks noEditPoints="1"/>
            </p:cNvSpPr>
            <p:nvPr userDrawn="1"/>
          </p:nvSpPr>
          <p:spPr bwMode="auto">
            <a:xfrm>
              <a:off x="8629090" y="2394682"/>
              <a:ext cx="369887" cy="376237"/>
            </a:xfrm>
            <a:custGeom>
              <a:avLst/>
              <a:gdLst>
                <a:gd name="T0" fmla="*/ 163 w 169"/>
                <a:gd name="T1" fmla="*/ 51 h 170"/>
                <a:gd name="T2" fmla="*/ 145 w 169"/>
                <a:gd name="T3" fmla="*/ 24 h 170"/>
                <a:gd name="T4" fmla="*/ 119 w 169"/>
                <a:gd name="T5" fmla="*/ 6 h 170"/>
                <a:gd name="T6" fmla="*/ 85 w 169"/>
                <a:gd name="T7" fmla="*/ 0 h 170"/>
                <a:gd name="T8" fmla="*/ 51 w 169"/>
                <a:gd name="T9" fmla="*/ 6 h 170"/>
                <a:gd name="T10" fmla="*/ 24 w 169"/>
                <a:gd name="T11" fmla="*/ 24 h 170"/>
                <a:gd name="T12" fmla="*/ 6 w 169"/>
                <a:gd name="T13" fmla="*/ 51 h 170"/>
                <a:gd name="T14" fmla="*/ 0 w 169"/>
                <a:gd name="T15" fmla="*/ 85 h 170"/>
                <a:gd name="T16" fmla="*/ 6 w 169"/>
                <a:gd name="T17" fmla="*/ 118 h 170"/>
                <a:gd name="T18" fmla="*/ 24 w 169"/>
                <a:gd name="T19" fmla="*/ 146 h 170"/>
                <a:gd name="T20" fmla="*/ 51 w 169"/>
                <a:gd name="T21" fmla="*/ 163 h 170"/>
                <a:gd name="T22" fmla="*/ 85 w 169"/>
                <a:gd name="T23" fmla="*/ 170 h 170"/>
                <a:gd name="T24" fmla="*/ 119 w 169"/>
                <a:gd name="T25" fmla="*/ 163 h 170"/>
                <a:gd name="T26" fmla="*/ 145 w 169"/>
                <a:gd name="T27" fmla="*/ 146 h 170"/>
                <a:gd name="T28" fmla="*/ 163 w 169"/>
                <a:gd name="T29" fmla="*/ 118 h 170"/>
                <a:gd name="T30" fmla="*/ 169 w 169"/>
                <a:gd name="T31" fmla="*/ 85 h 170"/>
                <a:gd name="T32" fmla="*/ 163 w 169"/>
                <a:gd name="T33" fmla="*/ 51 h 170"/>
                <a:gd name="T34" fmla="*/ 132 w 169"/>
                <a:gd name="T35" fmla="*/ 106 h 170"/>
                <a:gd name="T36" fmla="*/ 121 w 169"/>
                <a:gd name="T37" fmla="*/ 123 h 170"/>
                <a:gd name="T38" fmla="*/ 105 w 169"/>
                <a:gd name="T39" fmla="*/ 134 h 170"/>
                <a:gd name="T40" fmla="*/ 64 w 169"/>
                <a:gd name="T41" fmla="*/ 134 h 170"/>
                <a:gd name="T42" fmla="*/ 48 w 169"/>
                <a:gd name="T43" fmla="*/ 123 h 170"/>
                <a:gd name="T44" fmla="*/ 38 w 169"/>
                <a:gd name="T45" fmla="*/ 106 h 170"/>
                <a:gd name="T46" fmla="*/ 34 w 169"/>
                <a:gd name="T47" fmla="*/ 85 h 170"/>
                <a:gd name="T48" fmla="*/ 38 w 169"/>
                <a:gd name="T49" fmla="*/ 64 h 170"/>
                <a:gd name="T50" fmla="*/ 48 w 169"/>
                <a:gd name="T51" fmla="*/ 46 h 170"/>
                <a:gd name="T52" fmla="*/ 64 w 169"/>
                <a:gd name="T53" fmla="*/ 35 h 170"/>
                <a:gd name="T54" fmla="*/ 85 w 169"/>
                <a:gd name="T55" fmla="*/ 31 h 170"/>
                <a:gd name="T56" fmla="*/ 105 w 169"/>
                <a:gd name="T57" fmla="*/ 35 h 170"/>
                <a:gd name="T58" fmla="*/ 121 w 169"/>
                <a:gd name="T59" fmla="*/ 46 h 170"/>
                <a:gd name="T60" fmla="*/ 132 w 169"/>
                <a:gd name="T61" fmla="*/ 64 h 170"/>
                <a:gd name="T62" fmla="*/ 136 w 169"/>
                <a:gd name="T63" fmla="*/ 85 h 170"/>
                <a:gd name="T64" fmla="*/ 132 w 169"/>
                <a:gd name="T65" fmla="*/ 10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 h="170">
                  <a:moveTo>
                    <a:pt x="163" y="51"/>
                  </a:moveTo>
                  <a:cubicBezTo>
                    <a:pt x="159" y="41"/>
                    <a:pt x="153" y="31"/>
                    <a:pt x="145" y="24"/>
                  </a:cubicBezTo>
                  <a:cubicBezTo>
                    <a:pt x="138" y="16"/>
                    <a:pt x="129" y="10"/>
                    <a:pt x="119" y="6"/>
                  </a:cubicBezTo>
                  <a:cubicBezTo>
                    <a:pt x="108" y="2"/>
                    <a:pt x="97" y="0"/>
                    <a:pt x="85" y="0"/>
                  </a:cubicBezTo>
                  <a:cubicBezTo>
                    <a:pt x="73" y="0"/>
                    <a:pt x="61" y="2"/>
                    <a:pt x="51" y="6"/>
                  </a:cubicBezTo>
                  <a:cubicBezTo>
                    <a:pt x="41" y="10"/>
                    <a:pt x="32" y="16"/>
                    <a:pt x="24" y="24"/>
                  </a:cubicBezTo>
                  <a:cubicBezTo>
                    <a:pt x="17" y="31"/>
                    <a:pt x="11" y="41"/>
                    <a:pt x="6" y="51"/>
                  </a:cubicBezTo>
                  <a:cubicBezTo>
                    <a:pt x="2" y="61"/>
                    <a:pt x="0" y="73"/>
                    <a:pt x="0" y="85"/>
                  </a:cubicBezTo>
                  <a:cubicBezTo>
                    <a:pt x="0" y="97"/>
                    <a:pt x="2" y="108"/>
                    <a:pt x="6" y="118"/>
                  </a:cubicBezTo>
                  <a:cubicBezTo>
                    <a:pt x="11" y="129"/>
                    <a:pt x="17" y="138"/>
                    <a:pt x="24" y="146"/>
                  </a:cubicBezTo>
                  <a:cubicBezTo>
                    <a:pt x="32" y="153"/>
                    <a:pt x="41" y="159"/>
                    <a:pt x="51" y="163"/>
                  </a:cubicBezTo>
                  <a:cubicBezTo>
                    <a:pt x="61" y="168"/>
                    <a:pt x="73" y="170"/>
                    <a:pt x="85" y="170"/>
                  </a:cubicBezTo>
                  <a:cubicBezTo>
                    <a:pt x="97" y="170"/>
                    <a:pt x="108" y="168"/>
                    <a:pt x="119" y="163"/>
                  </a:cubicBezTo>
                  <a:cubicBezTo>
                    <a:pt x="129" y="159"/>
                    <a:pt x="138" y="153"/>
                    <a:pt x="145" y="146"/>
                  </a:cubicBezTo>
                  <a:cubicBezTo>
                    <a:pt x="153" y="138"/>
                    <a:pt x="159" y="129"/>
                    <a:pt x="163" y="118"/>
                  </a:cubicBezTo>
                  <a:cubicBezTo>
                    <a:pt x="167" y="108"/>
                    <a:pt x="169" y="97"/>
                    <a:pt x="169" y="85"/>
                  </a:cubicBezTo>
                  <a:cubicBezTo>
                    <a:pt x="169" y="73"/>
                    <a:pt x="167" y="61"/>
                    <a:pt x="163" y="51"/>
                  </a:cubicBezTo>
                  <a:close/>
                  <a:moveTo>
                    <a:pt x="132" y="106"/>
                  </a:moveTo>
                  <a:cubicBezTo>
                    <a:pt x="129" y="112"/>
                    <a:pt x="126" y="118"/>
                    <a:pt x="121" y="123"/>
                  </a:cubicBezTo>
                  <a:cubicBezTo>
                    <a:pt x="117" y="128"/>
                    <a:pt x="112" y="132"/>
                    <a:pt x="105" y="134"/>
                  </a:cubicBezTo>
                  <a:cubicBezTo>
                    <a:pt x="93" y="140"/>
                    <a:pt x="76" y="140"/>
                    <a:pt x="64" y="134"/>
                  </a:cubicBezTo>
                  <a:cubicBezTo>
                    <a:pt x="58" y="132"/>
                    <a:pt x="52" y="128"/>
                    <a:pt x="48" y="123"/>
                  </a:cubicBezTo>
                  <a:cubicBezTo>
                    <a:pt x="44" y="118"/>
                    <a:pt x="40" y="112"/>
                    <a:pt x="38" y="106"/>
                  </a:cubicBezTo>
                  <a:cubicBezTo>
                    <a:pt x="35" y="99"/>
                    <a:pt x="34" y="92"/>
                    <a:pt x="34" y="85"/>
                  </a:cubicBezTo>
                  <a:cubicBezTo>
                    <a:pt x="34" y="77"/>
                    <a:pt x="35" y="70"/>
                    <a:pt x="38" y="64"/>
                  </a:cubicBezTo>
                  <a:cubicBezTo>
                    <a:pt x="40" y="57"/>
                    <a:pt x="44" y="51"/>
                    <a:pt x="48" y="46"/>
                  </a:cubicBezTo>
                  <a:cubicBezTo>
                    <a:pt x="52" y="42"/>
                    <a:pt x="58" y="38"/>
                    <a:pt x="64" y="35"/>
                  </a:cubicBezTo>
                  <a:cubicBezTo>
                    <a:pt x="70" y="32"/>
                    <a:pt x="77" y="31"/>
                    <a:pt x="85" y="31"/>
                  </a:cubicBezTo>
                  <a:cubicBezTo>
                    <a:pt x="92" y="31"/>
                    <a:pt x="99" y="32"/>
                    <a:pt x="105" y="35"/>
                  </a:cubicBezTo>
                  <a:cubicBezTo>
                    <a:pt x="112" y="38"/>
                    <a:pt x="117" y="42"/>
                    <a:pt x="121" y="46"/>
                  </a:cubicBezTo>
                  <a:cubicBezTo>
                    <a:pt x="126" y="51"/>
                    <a:pt x="129" y="57"/>
                    <a:pt x="132" y="64"/>
                  </a:cubicBezTo>
                  <a:cubicBezTo>
                    <a:pt x="134" y="70"/>
                    <a:pt x="136" y="77"/>
                    <a:pt x="136" y="85"/>
                  </a:cubicBezTo>
                  <a:cubicBezTo>
                    <a:pt x="136" y="92"/>
                    <a:pt x="134" y="99"/>
                    <a:pt x="13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5" name="Freeform 9"/>
            <p:cNvSpPr>
              <a:spLocks noEditPoints="1"/>
            </p:cNvSpPr>
            <p:nvPr userDrawn="1"/>
          </p:nvSpPr>
          <p:spPr bwMode="auto">
            <a:xfrm>
              <a:off x="7711515" y="2394682"/>
              <a:ext cx="282575" cy="376237"/>
            </a:xfrm>
            <a:custGeom>
              <a:avLst/>
              <a:gdLst>
                <a:gd name="T0" fmla="*/ 82 w 129"/>
                <a:gd name="T1" fmla="*/ 96 h 170"/>
                <a:gd name="T2" fmla="*/ 104 w 129"/>
                <a:gd name="T3" fmla="*/ 83 h 170"/>
                <a:gd name="T4" fmla="*/ 117 w 129"/>
                <a:gd name="T5" fmla="*/ 50 h 170"/>
                <a:gd name="T6" fmla="*/ 110 w 129"/>
                <a:gd name="T7" fmla="*/ 23 h 170"/>
                <a:gd name="T8" fmla="*/ 93 w 129"/>
                <a:gd name="T9" fmla="*/ 8 h 170"/>
                <a:gd name="T10" fmla="*/ 70 w 129"/>
                <a:gd name="T11" fmla="*/ 1 h 170"/>
                <a:gd name="T12" fmla="*/ 47 w 129"/>
                <a:gd name="T13" fmla="*/ 0 h 170"/>
                <a:gd name="T14" fmla="*/ 0 w 129"/>
                <a:gd name="T15" fmla="*/ 0 h 170"/>
                <a:gd name="T16" fmla="*/ 0 w 129"/>
                <a:gd name="T17" fmla="*/ 170 h 170"/>
                <a:gd name="T18" fmla="*/ 34 w 129"/>
                <a:gd name="T19" fmla="*/ 170 h 170"/>
                <a:gd name="T20" fmla="*/ 34 w 129"/>
                <a:gd name="T21" fmla="*/ 101 h 170"/>
                <a:gd name="T22" fmla="*/ 45 w 129"/>
                <a:gd name="T23" fmla="*/ 101 h 170"/>
                <a:gd name="T24" fmla="*/ 87 w 129"/>
                <a:gd name="T25" fmla="*/ 170 h 170"/>
                <a:gd name="T26" fmla="*/ 116 w 129"/>
                <a:gd name="T27" fmla="*/ 170 h 170"/>
                <a:gd name="T28" fmla="*/ 129 w 129"/>
                <a:gd name="T29" fmla="*/ 170 h 170"/>
                <a:gd name="T30" fmla="*/ 129 w 129"/>
                <a:gd name="T31" fmla="*/ 170 h 170"/>
                <a:gd name="T32" fmla="*/ 82 w 129"/>
                <a:gd name="T33" fmla="*/ 96 h 170"/>
                <a:gd name="T34" fmla="*/ 79 w 129"/>
                <a:gd name="T35" fmla="*/ 60 h 170"/>
                <a:gd name="T36" fmla="*/ 71 w 129"/>
                <a:gd name="T37" fmla="*/ 65 h 170"/>
                <a:gd name="T38" fmla="*/ 58 w 129"/>
                <a:gd name="T39" fmla="*/ 68 h 170"/>
                <a:gd name="T40" fmla="*/ 42 w 129"/>
                <a:gd name="T41" fmla="*/ 68 h 170"/>
                <a:gd name="T42" fmla="*/ 34 w 129"/>
                <a:gd name="T43" fmla="*/ 68 h 170"/>
                <a:gd name="T44" fmla="*/ 34 w 129"/>
                <a:gd name="T45" fmla="*/ 32 h 170"/>
                <a:gd name="T46" fmla="*/ 52 w 129"/>
                <a:gd name="T47" fmla="*/ 32 h 170"/>
                <a:gd name="T48" fmla="*/ 64 w 129"/>
                <a:gd name="T49" fmla="*/ 33 h 170"/>
                <a:gd name="T50" fmla="*/ 74 w 129"/>
                <a:gd name="T51" fmla="*/ 36 h 170"/>
                <a:gd name="T52" fmla="*/ 79 w 129"/>
                <a:gd name="T53" fmla="*/ 41 h 170"/>
                <a:gd name="T54" fmla="*/ 81 w 129"/>
                <a:gd name="T55" fmla="*/ 50 h 170"/>
                <a:gd name="T56" fmla="*/ 79 w 129"/>
                <a:gd name="T57" fmla="*/ 6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70">
                  <a:moveTo>
                    <a:pt x="82" y="96"/>
                  </a:moveTo>
                  <a:cubicBezTo>
                    <a:pt x="91" y="94"/>
                    <a:pt x="98" y="89"/>
                    <a:pt x="104" y="83"/>
                  </a:cubicBezTo>
                  <a:cubicBezTo>
                    <a:pt x="112" y="75"/>
                    <a:pt x="117" y="63"/>
                    <a:pt x="117" y="50"/>
                  </a:cubicBezTo>
                  <a:cubicBezTo>
                    <a:pt x="117" y="39"/>
                    <a:pt x="114" y="30"/>
                    <a:pt x="110" y="23"/>
                  </a:cubicBezTo>
                  <a:cubicBezTo>
                    <a:pt x="106" y="16"/>
                    <a:pt x="100" y="11"/>
                    <a:pt x="93" y="8"/>
                  </a:cubicBezTo>
                  <a:cubicBezTo>
                    <a:pt x="86" y="4"/>
                    <a:pt x="78" y="2"/>
                    <a:pt x="70" y="1"/>
                  </a:cubicBezTo>
                  <a:cubicBezTo>
                    <a:pt x="63" y="0"/>
                    <a:pt x="55" y="0"/>
                    <a:pt x="47" y="0"/>
                  </a:cubicBezTo>
                  <a:cubicBezTo>
                    <a:pt x="0" y="0"/>
                    <a:pt x="0" y="0"/>
                    <a:pt x="0" y="0"/>
                  </a:cubicBezTo>
                  <a:cubicBezTo>
                    <a:pt x="0" y="170"/>
                    <a:pt x="0" y="170"/>
                    <a:pt x="0" y="170"/>
                  </a:cubicBezTo>
                  <a:cubicBezTo>
                    <a:pt x="34" y="170"/>
                    <a:pt x="34" y="170"/>
                    <a:pt x="34" y="170"/>
                  </a:cubicBezTo>
                  <a:cubicBezTo>
                    <a:pt x="34" y="101"/>
                    <a:pt x="34" y="101"/>
                    <a:pt x="34" y="101"/>
                  </a:cubicBezTo>
                  <a:cubicBezTo>
                    <a:pt x="45" y="101"/>
                    <a:pt x="45" y="101"/>
                    <a:pt x="45" y="101"/>
                  </a:cubicBezTo>
                  <a:cubicBezTo>
                    <a:pt x="87" y="170"/>
                    <a:pt x="87" y="170"/>
                    <a:pt x="87" y="170"/>
                  </a:cubicBezTo>
                  <a:cubicBezTo>
                    <a:pt x="116" y="170"/>
                    <a:pt x="116" y="170"/>
                    <a:pt x="116" y="170"/>
                  </a:cubicBezTo>
                  <a:cubicBezTo>
                    <a:pt x="129" y="170"/>
                    <a:pt x="129" y="170"/>
                    <a:pt x="129" y="170"/>
                  </a:cubicBezTo>
                  <a:cubicBezTo>
                    <a:pt x="129" y="170"/>
                    <a:pt x="129" y="170"/>
                    <a:pt x="129" y="170"/>
                  </a:cubicBezTo>
                  <a:lnTo>
                    <a:pt x="82" y="96"/>
                  </a:lnTo>
                  <a:close/>
                  <a:moveTo>
                    <a:pt x="79" y="60"/>
                  </a:moveTo>
                  <a:cubicBezTo>
                    <a:pt x="77" y="62"/>
                    <a:pt x="74" y="64"/>
                    <a:pt x="71" y="65"/>
                  </a:cubicBezTo>
                  <a:cubicBezTo>
                    <a:pt x="67" y="67"/>
                    <a:pt x="62" y="67"/>
                    <a:pt x="58" y="68"/>
                  </a:cubicBezTo>
                  <a:cubicBezTo>
                    <a:pt x="52" y="68"/>
                    <a:pt x="47" y="68"/>
                    <a:pt x="42" y="68"/>
                  </a:cubicBezTo>
                  <a:cubicBezTo>
                    <a:pt x="34" y="68"/>
                    <a:pt x="34" y="68"/>
                    <a:pt x="34" y="68"/>
                  </a:cubicBezTo>
                  <a:cubicBezTo>
                    <a:pt x="34" y="32"/>
                    <a:pt x="34" y="32"/>
                    <a:pt x="34" y="32"/>
                  </a:cubicBezTo>
                  <a:cubicBezTo>
                    <a:pt x="52" y="32"/>
                    <a:pt x="52" y="32"/>
                    <a:pt x="52" y="32"/>
                  </a:cubicBezTo>
                  <a:cubicBezTo>
                    <a:pt x="56" y="32"/>
                    <a:pt x="60" y="33"/>
                    <a:pt x="64" y="33"/>
                  </a:cubicBezTo>
                  <a:cubicBezTo>
                    <a:pt x="68" y="34"/>
                    <a:pt x="71" y="35"/>
                    <a:pt x="74" y="36"/>
                  </a:cubicBezTo>
                  <a:cubicBezTo>
                    <a:pt x="76" y="37"/>
                    <a:pt x="78" y="39"/>
                    <a:pt x="79" y="41"/>
                  </a:cubicBezTo>
                  <a:cubicBezTo>
                    <a:pt x="81" y="43"/>
                    <a:pt x="81" y="46"/>
                    <a:pt x="81" y="50"/>
                  </a:cubicBezTo>
                  <a:cubicBezTo>
                    <a:pt x="81" y="55"/>
                    <a:pt x="81" y="58"/>
                    <a:pt x="7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6" name="Freeform 10"/>
            <p:cNvSpPr>
              <a:spLocks noEditPoints="1"/>
            </p:cNvSpPr>
            <p:nvPr userDrawn="1"/>
          </p:nvSpPr>
          <p:spPr bwMode="auto">
            <a:xfrm>
              <a:off x="8003615" y="2394682"/>
              <a:ext cx="347662" cy="376237"/>
            </a:xfrm>
            <a:custGeom>
              <a:avLst/>
              <a:gdLst>
                <a:gd name="T0" fmla="*/ 119 w 219"/>
                <a:gd name="T1" fmla="*/ 0 h 237"/>
                <a:gd name="T2" fmla="*/ 81 w 219"/>
                <a:gd name="T3" fmla="*/ 0 h 237"/>
                <a:gd name="T4" fmla="*/ 0 w 219"/>
                <a:gd name="T5" fmla="*/ 188 h 237"/>
                <a:gd name="T6" fmla="*/ 30 w 219"/>
                <a:gd name="T7" fmla="*/ 237 h 237"/>
                <a:gd name="T8" fmla="*/ 52 w 219"/>
                <a:gd name="T9" fmla="*/ 184 h 237"/>
                <a:gd name="T10" fmla="*/ 144 w 219"/>
                <a:gd name="T11" fmla="*/ 184 h 237"/>
                <a:gd name="T12" fmla="*/ 166 w 219"/>
                <a:gd name="T13" fmla="*/ 237 h 237"/>
                <a:gd name="T14" fmla="*/ 219 w 219"/>
                <a:gd name="T15" fmla="*/ 237 h 237"/>
                <a:gd name="T16" fmla="*/ 119 w 219"/>
                <a:gd name="T17" fmla="*/ 0 h 237"/>
                <a:gd name="T18" fmla="*/ 70 w 219"/>
                <a:gd name="T19" fmla="*/ 141 h 237"/>
                <a:gd name="T20" fmla="*/ 99 w 219"/>
                <a:gd name="T21" fmla="*/ 71 h 237"/>
                <a:gd name="T22" fmla="*/ 128 w 219"/>
                <a:gd name="T23" fmla="*/ 141 h 237"/>
                <a:gd name="T24" fmla="*/ 70 w 219"/>
                <a:gd name="T25" fmla="*/ 14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7">
                  <a:moveTo>
                    <a:pt x="119" y="0"/>
                  </a:moveTo>
                  <a:lnTo>
                    <a:pt x="81" y="0"/>
                  </a:lnTo>
                  <a:lnTo>
                    <a:pt x="0" y="188"/>
                  </a:lnTo>
                  <a:lnTo>
                    <a:pt x="30" y="237"/>
                  </a:lnTo>
                  <a:lnTo>
                    <a:pt x="52" y="184"/>
                  </a:lnTo>
                  <a:lnTo>
                    <a:pt x="144" y="184"/>
                  </a:lnTo>
                  <a:lnTo>
                    <a:pt x="166" y="237"/>
                  </a:lnTo>
                  <a:lnTo>
                    <a:pt x="219" y="237"/>
                  </a:lnTo>
                  <a:lnTo>
                    <a:pt x="119" y="0"/>
                  </a:lnTo>
                  <a:close/>
                  <a:moveTo>
                    <a:pt x="70" y="141"/>
                  </a:moveTo>
                  <a:lnTo>
                    <a:pt x="99" y="71"/>
                  </a:lnTo>
                  <a:lnTo>
                    <a:pt x="128" y="141"/>
                  </a:lnTo>
                  <a:lnTo>
                    <a:pt x="70" y="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7" name="Freeform 11"/>
            <p:cNvSpPr>
              <a:spLocks/>
            </p:cNvSpPr>
            <p:nvPr userDrawn="1"/>
          </p:nvSpPr>
          <p:spPr bwMode="auto">
            <a:xfrm>
              <a:off x="8340165" y="2394682"/>
              <a:ext cx="295275" cy="376237"/>
            </a:xfrm>
            <a:custGeom>
              <a:avLst/>
              <a:gdLst>
                <a:gd name="T0" fmla="*/ 118 w 135"/>
                <a:gd name="T1" fmla="*/ 129 h 170"/>
                <a:gd name="T2" fmla="*/ 118 w 135"/>
                <a:gd name="T3" fmla="*/ 127 h 170"/>
                <a:gd name="T4" fmla="*/ 116 w 135"/>
                <a:gd name="T5" fmla="*/ 129 h 170"/>
                <a:gd name="T6" fmla="*/ 115 w 135"/>
                <a:gd name="T7" fmla="*/ 129 h 170"/>
                <a:gd name="T8" fmla="*/ 106 w 135"/>
                <a:gd name="T9" fmla="*/ 134 h 170"/>
                <a:gd name="T10" fmla="*/ 87 w 135"/>
                <a:gd name="T11" fmla="*/ 138 h 170"/>
                <a:gd name="T12" fmla="*/ 50 w 135"/>
                <a:gd name="T13" fmla="*/ 123 h 170"/>
                <a:gd name="T14" fmla="*/ 34 w 135"/>
                <a:gd name="T15" fmla="*/ 85 h 170"/>
                <a:gd name="T16" fmla="*/ 50 w 135"/>
                <a:gd name="T17" fmla="*/ 47 h 170"/>
                <a:gd name="T18" fmla="*/ 87 w 135"/>
                <a:gd name="T19" fmla="*/ 32 h 170"/>
                <a:gd name="T20" fmla="*/ 116 w 135"/>
                <a:gd name="T21" fmla="*/ 41 h 170"/>
                <a:gd name="T22" fmla="*/ 117 w 135"/>
                <a:gd name="T23" fmla="*/ 42 h 170"/>
                <a:gd name="T24" fmla="*/ 134 w 135"/>
                <a:gd name="T25" fmla="*/ 15 h 170"/>
                <a:gd name="T26" fmla="*/ 135 w 135"/>
                <a:gd name="T27" fmla="*/ 13 h 170"/>
                <a:gd name="T28" fmla="*/ 132 w 135"/>
                <a:gd name="T29" fmla="*/ 12 h 170"/>
                <a:gd name="T30" fmla="*/ 88 w 135"/>
                <a:gd name="T31" fmla="*/ 0 h 170"/>
                <a:gd name="T32" fmla="*/ 21 w 135"/>
                <a:gd name="T33" fmla="*/ 30 h 170"/>
                <a:gd name="T34" fmla="*/ 0 w 135"/>
                <a:gd name="T35" fmla="*/ 86 h 170"/>
                <a:gd name="T36" fmla="*/ 25 w 135"/>
                <a:gd name="T37" fmla="*/ 145 h 170"/>
                <a:gd name="T38" fmla="*/ 86 w 135"/>
                <a:gd name="T39" fmla="*/ 170 h 170"/>
                <a:gd name="T40" fmla="*/ 132 w 135"/>
                <a:gd name="T41" fmla="*/ 158 h 170"/>
                <a:gd name="T42" fmla="*/ 135 w 135"/>
                <a:gd name="T43" fmla="*/ 156 h 170"/>
                <a:gd name="T44" fmla="*/ 118 w 135"/>
                <a:gd name="T45" fmla="*/ 12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5" h="170">
                  <a:moveTo>
                    <a:pt x="118" y="129"/>
                  </a:moveTo>
                  <a:cubicBezTo>
                    <a:pt x="118" y="127"/>
                    <a:pt x="118" y="127"/>
                    <a:pt x="118" y="127"/>
                  </a:cubicBezTo>
                  <a:cubicBezTo>
                    <a:pt x="116" y="129"/>
                    <a:pt x="116" y="129"/>
                    <a:pt x="116" y="129"/>
                  </a:cubicBezTo>
                  <a:cubicBezTo>
                    <a:pt x="115" y="129"/>
                    <a:pt x="115" y="129"/>
                    <a:pt x="115" y="129"/>
                  </a:cubicBezTo>
                  <a:cubicBezTo>
                    <a:pt x="112" y="131"/>
                    <a:pt x="109" y="133"/>
                    <a:pt x="106" y="134"/>
                  </a:cubicBezTo>
                  <a:cubicBezTo>
                    <a:pt x="101" y="137"/>
                    <a:pt x="94" y="138"/>
                    <a:pt x="87" y="138"/>
                  </a:cubicBezTo>
                  <a:cubicBezTo>
                    <a:pt x="72" y="138"/>
                    <a:pt x="60" y="133"/>
                    <a:pt x="50" y="123"/>
                  </a:cubicBezTo>
                  <a:cubicBezTo>
                    <a:pt x="39" y="112"/>
                    <a:pt x="34" y="100"/>
                    <a:pt x="34" y="85"/>
                  </a:cubicBezTo>
                  <a:cubicBezTo>
                    <a:pt x="34" y="70"/>
                    <a:pt x="39" y="58"/>
                    <a:pt x="50" y="47"/>
                  </a:cubicBezTo>
                  <a:cubicBezTo>
                    <a:pt x="60" y="37"/>
                    <a:pt x="72" y="32"/>
                    <a:pt x="87" y="32"/>
                  </a:cubicBezTo>
                  <a:cubicBezTo>
                    <a:pt x="96" y="32"/>
                    <a:pt x="106" y="35"/>
                    <a:pt x="116" y="41"/>
                  </a:cubicBezTo>
                  <a:cubicBezTo>
                    <a:pt x="117" y="42"/>
                    <a:pt x="117" y="42"/>
                    <a:pt x="117" y="42"/>
                  </a:cubicBezTo>
                  <a:cubicBezTo>
                    <a:pt x="134" y="15"/>
                    <a:pt x="134" y="15"/>
                    <a:pt x="134" y="15"/>
                  </a:cubicBezTo>
                  <a:cubicBezTo>
                    <a:pt x="135" y="13"/>
                    <a:pt x="135" y="13"/>
                    <a:pt x="135" y="13"/>
                  </a:cubicBezTo>
                  <a:cubicBezTo>
                    <a:pt x="132" y="12"/>
                    <a:pt x="132" y="12"/>
                    <a:pt x="132" y="12"/>
                  </a:cubicBezTo>
                  <a:cubicBezTo>
                    <a:pt x="118" y="4"/>
                    <a:pt x="103" y="0"/>
                    <a:pt x="88" y="0"/>
                  </a:cubicBezTo>
                  <a:cubicBezTo>
                    <a:pt x="61" y="0"/>
                    <a:pt x="38" y="10"/>
                    <a:pt x="21" y="30"/>
                  </a:cubicBezTo>
                  <a:cubicBezTo>
                    <a:pt x="7" y="46"/>
                    <a:pt x="0" y="65"/>
                    <a:pt x="0" y="86"/>
                  </a:cubicBezTo>
                  <a:cubicBezTo>
                    <a:pt x="0" y="109"/>
                    <a:pt x="9" y="129"/>
                    <a:pt x="25" y="145"/>
                  </a:cubicBezTo>
                  <a:cubicBezTo>
                    <a:pt x="42" y="161"/>
                    <a:pt x="63" y="170"/>
                    <a:pt x="86" y="170"/>
                  </a:cubicBezTo>
                  <a:cubicBezTo>
                    <a:pt x="102" y="170"/>
                    <a:pt x="117" y="166"/>
                    <a:pt x="132" y="158"/>
                  </a:cubicBezTo>
                  <a:cubicBezTo>
                    <a:pt x="135" y="156"/>
                    <a:pt x="135" y="156"/>
                    <a:pt x="135" y="156"/>
                  </a:cubicBezTo>
                  <a:lnTo>
                    <a:pt x="118" y="1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212660660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217" userDrawn="1">
          <p15:clr>
            <a:srgbClr val="FBAE40"/>
          </p15:clr>
        </p15:guide>
        <p15:guide id="2" pos="602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기업_배경1">
    <p:bg>
      <p:bgPr>
        <a:solidFill>
          <a:schemeClr val="bg1"/>
        </a:solidFill>
        <a:effectLst/>
      </p:bgPr>
    </p:bg>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524000" y="-1523998"/>
            <a:ext cx="6858000" cy="9906000"/>
          </a:xfrm>
          <a:prstGeom prst="rect">
            <a:avLst/>
          </a:prstGeom>
        </p:spPr>
      </p:pic>
      <p:sp>
        <p:nvSpPr>
          <p:cNvPr id="33" name="TextBox 32"/>
          <p:cNvSpPr txBox="1"/>
          <p:nvPr userDrawn="1"/>
        </p:nvSpPr>
        <p:spPr>
          <a:xfrm>
            <a:off x="334584" y="321809"/>
            <a:ext cx="1794274" cy="246221"/>
          </a:xfrm>
          <a:prstGeom prst="rect">
            <a:avLst/>
          </a:prstGeom>
        </p:spPr>
        <p:txBody>
          <a:bodyPr wrap="none" lIns="0" tIns="0" rIns="0" bIns="0" anchor="t">
            <a:spAutoFit/>
          </a:bodyPr>
          <a:lstStyle>
            <a:defPPr>
              <a:defRPr lang="ko-KR"/>
            </a:defPPr>
            <a:lvl1pPr indent="0" algn="ctr" defTabSz="914400">
              <a:spcBef>
                <a:spcPts val="0"/>
              </a:spcBef>
              <a:buFont typeface="Arial" pitchFamily="34" charset="0"/>
              <a:buNone/>
              <a:defRPr sz="1200" b="0">
                <a:ln>
                  <a:solidFill>
                    <a:schemeClr val="accent1">
                      <a:shade val="50000"/>
                      <a:alpha val="0"/>
                    </a:schemeClr>
                  </a:solidFill>
                </a:ln>
                <a:latin typeface="Segoe UI" panose="020B0502040204020203" pitchFamily="34" charset="0"/>
                <a:ea typeface="Segoe UI" panose="020B0502040204020203" pitchFamily="34" charset="0"/>
                <a:cs typeface="Segoe UI" panose="020B0502040204020203" pitchFamily="34" charset="0"/>
              </a:defRPr>
            </a:lvl1pPr>
            <a:lvl2pPr marL="742950" indent="-285750" defTabSz="914400">
              <a:spcBef>
                <a:spcPct val="20000"/>
              </a:spcBef>
              <a:buFont typeface="Arial" pitchFamily="34" charset="0"/>
              <a:buChar char="–"/>
              <a:defRPr sz="2800"/>
            </a:lvl2pPr>
            <a:lvl3pPr marL="1143000" indent="-228600" defTabSz="914400">
              <a:spcBef>
                <a:spcPct val="20000"/>
              </a:spcBef>
              <a:buFont typeface="Arial" pitchFamily="34" charset="0"/>
              <a:buChar char="•"/>
              <a:defRPr sz="2400"/>
            </a:lvl3pPr>
            <a:lvl4pPr marL="1600200" indent="-228600" defTabSz="914400">
              <a:spcBef>
                <a:spcPct val="20000"/>
              </a:spcBef>
              <a:buFont typeface="Arial" pitchFamily="34" charset="0"/>
              <a:buChar char="–"/>
              <a:defRPr sz="2000"/>
            </a:lvl4pPr>
            <a:lvl5pPr marL="2057400" indent="-228600" defTabSz="914400">
              <a:spcBef>
                <a:spcPct val="20000"/>
              </a:spcBef>
              <a:buFont typeface="Arial" pitchFamily="34" charset="0"/>
              <a:buChar char="»"/>
              <a:defRPr sz="2000"/>
            </a:lvl5pPr>
            <a:lvl6pPr marL="2514600" indent="-228600" defTabSz="914400">
              <a:spcBef>
                <a:spcPct val="20000"/>
              </a:spcBef>
              <a:buFont typeface="Arial" pitchFamily="34" charset="0"/>
              <a:buChar char="•"/>
              <a:defRPr sz="2000"/>
            </a:lvl6pPr>
            <a:lvl7pPr marL="2971800" indent="-228600" defTabSz="914400">
              <a:spcBef>
                <a:spcPct val="20000"/>
              </a:spcBef>
              <a:buFont typeface="Arial" pitchFamily="34" charset="0"/>
              <a:buChar char="•"/>
              <a:defRPr sz="2000"/>
            </a:lvl7pPr>
            <a:lvl8pPr marL="3429000" indent="-228600" defTabSz="914400">
              <a:spcBef>
                <a:spcPct val="20000"/>
              </a:spcBef>
              <a:buFont typeface="Arial" pitchFamily="34" charset="0"/>
              <a:buChar char="•"/>
              <a:defRPr sz="2000"/>
            </a:lvl8pPr>
            <a:lvl9pPr marL="3886200" indent="-228600" defTabSz="914400">
              <a:spcBef>
                <a:spcPct val="20000"/>
              </a:spcBef>
              <a:buFont typeface="Arial" pitchFamily="34" charset="0"/>
              <a:buChar char="•"/>
              <a:defRPr sz="2000"/>
            </a:lvl9pPr>
          </a:lstStyle>
          <a:p>
            <a:pPr lvl="0"/>
            <a:r>
              <a:rPr lang="en-US" altLang="ko-KR" sz="1600" b="1" dirty="0" smtClean="0">
                <a:latin typeface="맑은 고딕" panose="020B0503020000020004" pitchFamily="50" charset="-127"/>
                <a:ea typeface="맑은 고딕" panose="020B0503020000020004" pitchFamily="50" charset="-127"/>
              </a:rPr>
              <a:t>Create your value </a:t>
            </a:r>
            <a:endParaRPr lang="ko-KR" altLang="en-US" sz="1600" b="1" dirty="0">
              <a:latin typeface="맑은 고딕" panose="020B0503020000020004" pitchFamily="50" charset="-127"/>
              <a:ea typeface="맑은 고딕" panose="020B0503020000020004" pitchFamily="50" charset="-127"/>
            </a:endParaRPr>
          </a:p>
        </p:txBody>
      </p:sp>
      <p:sp>
        <p:nvSpPr>
          <p:cNvPr id="4" name="직각 삼각형 3"/>
          <p:cNvSpPr/>
          <p:nvPr userDrawn="1"/>
        </p:nvSpPr>
        <p:spPr>
          <a:xfrm flipH="1">
            <a:off x="3833446" y="785449"/>
            <a:ext cx="6072552" cy="6072552"/>
          </a:xfrm>
          <a:prstGeom prst="rtTriangle">
            <a:avLst/>
          </a:prstGeom>
          <a:gradFill flip="none" rotWithShape="1">
            <a:gsLst>
              <a:gs pos="51000">
                <a:schemeClr val="accent1">
                  <a:lumMod val="5000"/>
                  <a:lumOff val="95000"/>
                  <a:alpha val="0"/>
                </a:schemeClr>
              </a:gs>
              <a:gs pos="100000">
                <a:schemeClr val="tx1">
                  <a:alpha val="37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부제목 2"/>
          <p:cNvSpPr>
            <a:spLocks noGrp="1"/>
          </p:cNvSpPr>
          <p:nvPr>
            <p:ph type="subTitle" idx="1" hasCustomPrompt="1"/>
          </p:nvPr>
        </p:nvSpPr>
        <p:spPr>
          <a:xfrm>
            <a:off x="900000" y="4941168"/>
            <a:ext cx="3240000" cy="346959"/>
          </a:xfrm>
          <a:prstGeom prst="rect">
            <a:avLst/>
          </a:prstGeom>
        </p:spPr>
        <p:txBody>
          <a:bodyPr lIns="0" tIns="0" rIns="0" bIns="0">
            <a:normAutofit/>
          </a:bodyPr>
          <a:lstStyle>
            <a:lvl1pPr marL="0" indent="0" algn="l">
              <a:buNone/>
              <a:defRPr lang="ko-KR" altLang="en-US" sz="1600" b="0" kern="1200" dirty="0">
                <a:ln>
                  <a:solidFill>
                    <a:schemeClr val="accent1">
                      <a:shade val="50000"/>
                      <a:alpha val="0"/>
                    </a:schemeClr>
                  </a:solidFill>
                </a:ln>
                <a:solidFill>
                  <a:schemeClr val="tx1">
                    <a:lumMod val="85000"/>
                    <a:lumOff val="15000"/>
                  </a:schemeClr>
                </a:solidFill>
                <a:latin typeface="맑은 고딕" panose="020B0503020000020004" pitchFamily="50" charset="-127"/>
                <a:ea typeface="맑은 고딕" panose="020B0503020000020004" pitchFamily="50" charset="-127"/>
                <a:cs typeface="Segoe UI"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smtClean="0"/>
              <a:t>일자</a:t>
            </a:r>
            <a:endParaRPr lang="en-US" altLang="ko-KR" dirty="0" smtClean="0"/>
          </a:p>
        </p:txBody>
      </p:sp>
      <p:sp>
        <p:nvSpPr>
          <p:cNvPr id="25" name="내용 개체 틀 25"/>
          <p:cNvSpPr>
            <a:spLocks noGrp="1"/>
          </p:cNvSpPr>
          <p:nvPr>
            <p:ph sz="quarter" idx="16" hasCustomPrompt="1"/>
          </p:nvPr>
        </p:nvSpPr>
        <p:spPr>
          <a:xfrm>
            <a:off x="900000" y="5301208"/>
            <a:ext cx="3240000" cy="889496"/>
          </a:xfrm>
          <a:prstGeom prst="rect">
            <a:avLst/>
          </a:prstGeom>
        </p:spPr>
        <p:txBody>
          <a:bodyPr lIns="0"/>
          <a:lstStyle>
            <a:lvl1pPr marL="0" indent="0">
              <a:buNone/>
              <a:defRPr sz="1500" b="0" baseline="0">
                <a:ln>
                  <a:solidFill>
                    <a:schemeClr val="accent1">
                      <a:shade val="50000"/>
                      <a:alpha val="0"/>
                    </a:schemeClr>
                  </a:solidFill>
                </a:ln>
                <a:solidFill>
                  <a:schemeClr val="tx1">
                    <a:lumMod val="85000"/>
                    <a:lumOff val="15000"/>
                  </a:schemeClr>
                </a:solidFill>
                <a:latin typeface="맑은 고딕" panose="020B0503020000020004" pitchFamily="50" charset="-127"/>
                <a:ea typeface="맑은 고딕" panose="020B0503020000020004" pitchFamily="50" charset="-127"/>
                <a:cs typeface="Segoe UI" panose="020B0502040204020203" pitchFamily="34" charset="0"/>
              </a:defRPr>
            </a:lvl1pPr>
            <a:lvl2pPr>
              <a:defRPr>
                <a:solidFill>
                  <a:srgbClr val="7F7F7F"/>
                </a:solidFill>
              </a:defRPr>
            </a:lvl2pPr>
            <a:lvl3pPr>
              <a:defRPr>
                <a:solidFill>
                  <a:srgbClr val="7F7F7F"/>
                </a:solidFill>
              </a:defRPr>
            </a:lvl3pPr>
            <a:lvl4pPr>
              <a:defRPr>
                <a:solidFill>
                  <a:srgbClr val="7F7F7F"/>
                </a:solidFill>
              </a:defRPr>
            </a:lvl4pPr>
            <a:lvl5pPr>
              <a:defRPr>
                <a:solidFill>
                  <a:srgbClr val="7F7F7F"/>
                </a:solidFill>
              </a:defRPr>
            </a:lvl5pPr>
          </a:lstStyle>
          <a:p>
            <a:pPr lvl="0"/>
            <a:r>
              <a:rPr lang="ko-KR" altLang="en-US" dirty="0" smtClean="0"/>
              <a:t>부서명</a:t>
            </a:r>
          </a:p>
        </p:txBody>
      </p:sp>
      <p:sp>
        <p:nvSpPr>
          <p:cNvPr id="35" name="내용 개체 틀 27"/>
          <p:cNvSpPr>
            <a:spLocks noGrp="1"/>
          </p:cNvSpPr>
          <p:nvPr>
            <p:ph sz="quarter" idx="14" hasCustomPrompt="1"/>
          </p:nvPr>
        </p:nvSpPr>
        <p:spPr>
          <a:xfrm>
            <a:off x="1080000" y="1952625"/>
            <a:ext cx="5133140" cy="1260351"/>
          </a:xfrm>
          <a:prstGeom prst="rect">
            <a:avLst/>
          </a:prstGeom>
        </p:spPr>
        <p:txBody>
          <a:bodyPr lIns="0" anchor="ctr">
            <a:noAutofit/>
          </a:bodyPr>
          <a:lstStyle>
            <a:lvl1pPr marL="0" indent="0">
              <a:spcBef>
                <a:spcPts val="0"/>
              </a:spcBef>
              <a:buNone/>
              <a:defRPr sz="3200" b="1" baseline="0">
                <a:ln>
                  <a:solidFill>
                    <a:schemeClr val="accent1">
                      <a:shade val="50000"/>
                      <a:alpha val="0"/>
                    </a:schemeClr>
                  </a:solidFill>
                </a:ln>
                <a:solidFill>
                  <a:schemeClr val="tx1"/>
                </a:solidFill>
                <a:latin typeface="맑은 고딕" panose="020B0503020000020004" pitchFamily="50" charset="-127"/>
                <a:ea typeface="맑은 고딕" panose="020B0503020000020004" pitchFamily="50" charset="-127"/>
                <a:cs typeface="Segoe UI" panose="020B0502040204020203" pitchFamily="34" charset="0"/>
              </a:defRPr>
            </a:lvl1pPr>
          </a:lstStyle>
          <a:p>
            <a:pPr lvl="0"/>
            <a:r>
              <a:rPr lang="en-US" altLang="ko-KR" dirty="0" smtClean="0"/>
              <a:t>Miracom </a:t>
            </a:r>
            <a:r>
              <a:rPr lang="ko-KR" altLang="en-US" dirty="0" err="1" smtClean="0"/>
              <a:t>표준문서</a:t>
            </a:r>
            <a:endParaRPr lang="ko-KR" altLang="en-US" dirty="0" smtClean="0"/>
          </a:p>
        </p:txBody>
      </p:sp>
      <p:grpSp>
        <p:nvGrpSpPr>
          <p:cNvPr id="39" name="그룹 38"/>
          <p:cNvGrpSpPr/>
          <p:nvPr userDrawn="1"/>
        </p:nvGrpSpPr>
        <p:grpSpPr>
          <a:xfrm>
            <a:off x="900000" y="1513268"/>
            <a:ext cx="5513500" cy="3239999"/>
            <a:chOff x="900000" y="1513268"/>
            <a:chExt cx="5513500" cy="3239999"/>
          </a:xfrm>
          <a:solidFill>
            <a:schemeClr val="accent1"/>
          </a:solidFill>
        </p:grpSpPr>
        <p:grpSp>
          <p:nvGrpSpPr>
            <p:cNvPr id="40" name="그룹 39"/>
            <p:cNvGrpSpPr/>
            <p:nvPr userDrawn="1"/>
          </p:nvGrpSpPr>
          <p:grpSpPr>
            <a:xfrm>
              <a:off x="900000" y="1513268"/>
              <a:ext cx="180000" cy="3239999"/>
              <a:chOff x="900000" y="1513268"/>
              <a:chExt cx="180000" cy="3239999"/>
            </a:xfrm>
            <a:grpFill/>
          </p:grpSpPr>
          <p:sp>
            <p:nvSpPr>
              <p:cNvPr id="47" name="직사각형 46"/>
              <p:cNvSpPr/>
              <p:nvPr userDrawn="1"/>
            </p:nvSpPr>
            <p:spPr>
              <a:xfrm>
                <a:off x="900000" y="1513268"/>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p:cNvSpPr/>
              <p:nvPr userDrawn="1"/>
            </p:nvSpPr>
            <p:spPr>
              <a:xfrm rot="10800000">
                <a:off x="900000" y="4393267"/>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41" name="그룹 40"/>
            <p:cNvGrpSpPr/>
            <p:nvPr userDrawn="1"/>
          </p:nvGrpSpPr>
          <p:grpSpPr>
            <a:xfrm>
              <a:off x="900000" y="1513268"/>
              <a:ext cx="5513500" cy="3239999"/>
              <a:chOff x="900000" y="1513268"/>
              <a:chExt cx="5513500" cy="3239999"/>
            </a:xfrm>
            <a:grpFill/>
          </p:grpSpPr>
          <p:sp>
            <p:nvSpPr>
              <p:cNvPr id="42" name="직사각형 41"/>
              <p:cNvSpPr/>
              <p:nvPr userDrawn="1"/>
            </p:nvSpPr>
            <p:spPr>
              <a:xfrm>
                <a:off x="6233500" y="1513268"/>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005AB4"/>
                  </a:solidFill>
                </a:endParaRPr>
              </a:p>
            </p:txBody>
          </p:sp>
          <p:grpSp>
            <p:nvGrpSpPr>
              <p:cNvPr id="43" name="그룹 42"/>
              <p:cNvGrpSpPr/>
              <p:nvPr userDrawn="1"/>
            </p:nvGrpSpPr>
            <p:grpSpPr>
              <a:xfrm>
                <a:off x="900000" y="1513269"/>
                <a:ext cx="5513500" cy="3239997"/>
                <a:chOff x="900000" y="1513269"/>
                <a:chExt cx="3240000" cy="3239997"/>
              </a:xfrm>
              <a:grpFill/>
            </p:grpSpPr>
            <p:sp>
              <p:nvSpPr>
                <p:cNvPr id="45" name="직사각형 44"/>
                <p:cNvSpPr/>
                <p:nvPr userDrawn="1"/>
              </p:nvSpPr>
              <p:spPr>
                <a:xfrm rot="16200000">
                  <a:off x="2430000" y="-16731"/>
                  <a:ext cx="180000" cy="32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6" name="직사각형 45"/>
                <p:cNvSpPr/>
                <p:nvPr userDrawn="1"/>
              </p:nvSpPr>
              <p:spPr>
                <a:xfrm rot="5400000">
                  <a:off x="2430000" y="3043266"/>
                  <a:ext cx="180000" cy="32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44" name="직사각형 43"/>
              <p:cNvSpPr/>
              <p:nvPr userDrawn="1"/>
            </p:nvSpPr>
            <p:spPr>
              <a:xfrm rot="10800000">
                <a:off x="6233500" y="4393267"/>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49" name="내용 개체 틀 27"/>
          <p:cNvSpPr>
            <a:spLocks noGrp="1"/>
          </p:cNvSpPr>
          <p:nvPr>
            <p:ph sz="quarter" idx="17"/>
          </p:nvPr>
        </p:nvSpPr>
        <p:spPr>
          <a:xfrm>
            <a:off x="1080000" y="3356991"/>
            <a:ext cx="5133140" cy="720081"/>
          </a:xfrm>
          <a:prstGeom prst="rect">
            <a:avLst/>
          </a:prstGeom>
        </p:spPr>
        <p:txBody>
          <a:bodyPr lIns="0" anchor="ctr">
            <a:noAutofit/>
          </a:bodyPr>
          <a:lstStyle>
            <a:lvl1pPr marL="0" indent="0">
              <a:spcBef>
                <a:spcPts val="0"/>
              </a:spcBef>
              <a:buNone/>
              <a:defRPr sz="2000" b="1" baseline="0">
                <a:ln>
                  <a:solidFill>
                    <a:schemeClr val="accent1">
                      <a:shade val="50000"/>
                      <a:alpha val="0"/>
                    </a:schemeClr>
                  </a:solidFill>
                </a:ln>
                <a:solidFill>
                  <a:schemeClr val="tx1">
                    <a:lumMod val="50000"/>
                    <a:lumOff val="50000"/>
                  </a:schemeClr>
                </a:solidFill>
                <a:latin typeface="맑은 고딕" panose="020B0503020000020004" pitchFamily="50" charset="-127"/>
                <a:ea typeface="맑은 고딕" panose="020B0503020000020004" pitchFamily="50" charset="-127"/>
                <a:cs typeface="Segoe UI" panose="020B0502040204020203" pitchFamily="34" charset="0"/>
              </a:defRPr>
            </a:lvl1pPr>
          </a:lstStyle>
          <a:p>
            <a:pPr lvl="0"/>
            <a:endParaRPr lang="ko-KR" altLang="en-US" dirty="0" smtClean="0"/>
          </a:p>
        </p:txBody>
      </p:sp>
      <p:sp>
        <p:nvSpPr>
          <p:cNvPr id="22" name="Text Box 9"/>
          <p:cNvSpPr txBox="1">
            <a:spLocks noChangeArrowheads="1"/>
          </p:cNvSpPr>
          <p:nvPr userDrawn="1"/>
        </p:nvSpPr>
        <p:spPr bwMode="auto">
          <a:xfrm>
            <a:off x="8044084" y="6551183"/>
            <a:ext cx="1524455" cy="92333"/>
          </a:xfrm>
          <a:prstGeom prst="rect">
            <a:avLst/>
          </a:prstGeom>
          <a:noFill/>
          <a:ln w="9525">
            <a:noFill/>
            <a:miter lim="800000"/>
            <a:headEnd/>
            <a:tailEnd/>
          </a:ln>
        </p:spPr>
        <p:txBody>
          <a:bodyPr wrap="none" lIns="0" tIns="0" rIns="0" bIns="0">
            <a:spAutoFit/>
          </a:bodyPr>
          <a:lstStyle/>
          <a:p>
            <a:pPr lvl="0" algn="r" eaLnBrk="0" hangingPunct="0"/>
            <a:r>
              <a:rPr lang="en-US" altLang="ko-KR" sz="600" kern="1200" dirty="0" smtClean="0">
                <a:solidFill>
                  <a:schemeClr val="bg1"/>
                </a:solidFill>
                <a:latin typeface="Segoe UI" panose="020B0502040204020203" pitchFamily="34" charset="0"/>
                <a:ea typeface="Segoe UI" panose="020B0502040204020203" pitchFamily="34" charset="0"/>
                <a:cs typeface="Segoe UI" panose="020B0502040204020203" pitchFamily="34" charset="0"/>
              </a:rPr>
              <a:t>Copyright © </a:t>
            </a:r>
            <a:r>
              <a:rPr lang="en-US" altLang="ko-KR" sz="600" kern="1200" dirty="0" err="1" smtClean="0">
                <a:solidFill>
                  <a:schemeClr val="bg1"/>
                </a:solidFill>
                <a:latin typeface="Segoe UI" panose="020B0502040204020203" pitchFamily="34" charset="0"/>
                <a:ea typeface="Segoe UI" panose="020B0502040204020203" pitchFamily="34" charset="0"/>
                <a:cs typeface="Segoe UI" panose="020B0502040204020203" pitchFamily="34" charset="0"/>
              </a:rPr>
              <a:t>Miracom,Inc</a:t>
            </a:r>
            <a:r>
              <a:rPr lang="en-US" altLang="ko-KR" sz="600" kern="1200" dirty="0" smtClean="0">
                <a:solidFill>
                  <a:schemeClr val="bg1"/>
                </a:solidFill>
                <a:latin typeface="Segoe UI" panose="020B0502040204020203" pitchFamily="34" charset="0"/>
                <a:ea typeface="Segoe UI" panose="020B0502040204020203" pitchFamily="34" charset="0"/>
                <a:cs typeface="Segoe UI" panose="020B0502040204020203" pitchFamily="34" charset="0"/>
              </a:rPr>
              <a:t>. All rights reserved.</a:t>
            </a:r>
          </a:p>
        </p:txBody>
      </p:sp>
      <p:grpSp>
        <p:nvGrpSpPr>
          <p:cNvPr id="23" name="그룹 22"/>
          <p:cNvGrpSpPr/>
          <p:nvPr userDrawn="1"/>
        </p:nvGrpSpPr>
        <p:grpSpPr>
          <a:xfrm>
            <a:off x="8185656" y="6278567"/>
            <a:ext cx="1373917" cy="226124"/>
            <a:chOff x="7132078" y="2394682"/>
            <a:chExt cx="2286000" cy="376237"/>
          </a:xfrm>
          <a:solidFill>
            <a:schemeClr val="bg1"/>
          </a:solidFill>
        </p:grpSpPr>
        <p:sp>
          <p:nvSpPr>
            <p:cNvPr id="24" name="Freeform 5"/>
            <p:cNvSpPr>
              <a:spLocks/>
            </p:cNvSpPr>
            <p:nvPr userDrawn="1"/>
          </p:nvSpPr>
          <p:spPr bwMode="auto">
            <a:xfrm>
              <a:off x="9046603" y="2394682"/>
              <a:ext cx="371475" cy="376237"/>
            </a:xfrm>
            <a:custGeom>
              <a:avLst/>
              <a:gdLst>
                <a:gd name="T0" fmla="*/ 117 w 234"/>
                <a:gd name="T1" fmla="*/ 154 h 237"/>
                <a:gd name="T2" fmla="*/ 54 w 234"/>
                <a:gd name="T3" fmla="*/ 0 h 237"/>
                <a:gd name="T4" fmla="*/ 0 w 234"/>
                <a:gd name="T5" fmla="*/ 0 h 237"/>
                <a:gd name="T6" fmla="*/ 0 w 234"/>
                <a:gd name="T7" fmla="*/ 237 h 237"/>
                <a:gd name="T8" fmla="*/ 44 w 234"/>
                <a:gd name="T9" fmla="*/ 237 h 237"/>
                <a:gd name="T10" fmla="*/ 44 w 234"/>
                <a:gd name="T11" fmla="*/ 96 h 237"/>
                <a:gd name="T12" fmla="*/ 102 w 234"/>
                <a:gd name="T13" fmla="*/ 237 h 237"/>
                <a:gd name="T14" fmla="*/ 131 w 234"/>
                <a:gd name="T15" fmla="*/ 237 h 237"/>
                <a:gd name="T16" fmla="*/ 189 w 234"/>
                <a:gd name="T17" fmla="*/ 96 h 237"/>
                <a:gd name="T18" fmla="*/ 189 w 234"/>
                <a:gd name="T19" fmla="*/ 237 h 237"/>
                <a:gd name="T20" fmla="*/ 234 w 234"/>
                <a:gd name="T21" fmla="*/ 237 h 237"/>
                <a:gd name="T22" fmla="*/ 234 w 234"/>
                <a:gd name="T23" fmla="*/ 0 h 237"/>
                <a:gd name="T24" fmla="*/ 181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4" y="237"/>
                  </a:lnTo>
                  <a:lnTo>
                    <a:pt x="44" y="96"/>
                  </a:lnTo>
                  <a:lnTo>
                    <a:pt x="102" y="237"/>
                  </a:lnTo>
                  <a:lnTo>
                    <a:pt x="131" y="237"/>
                  </a:lnTo>
                  <a:lnTo>
                    <a:pt x="189" y="96"/>
                  </a:lnTo>
                  <a:lnTo>
                    <a:pt x="189" y="237"/>
                  </a:lnTo>
                  <a:lnTo>
                    <a:pt x="234" y="237"/>
                  </a:lnTo>
                  <a:lnTo>
                    <a:pt x="234" y="0"/>
                  </a:lnTo>
                  <a:lnTo>
                    <a:pt x="181"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26" name="Freeform 6"/>
            <p:cNvSpPr>
              <a:spLocks/>
            </p:cNvSpPr>
            <p:nvPr userDrawn="1"/>
          </p:nvSpPr>
          <p:spPr bwMode="auto">
            <a:xfrm>
              <a:off x="7132078" y="2394682"/>
              <a:ext cx="371475" cy="376237"/>
            </a:xfrm>
            <a:custGeom>
              <a:avLst/>
              <a:gdLst>
                <a:gd name="T0" fmla="*/ 117 w 234"/>
                <a:gd name="T1" fmla="*/ 154 h 237"/>
                <a:gd name="T2" fmla="*/ 54 w 234"/>
                <a:gd name="T3" fmla="*/ 0 h 237"/>
                <a:gd name="T4" fmla="*/ 0 w 234"/>
                <a:gd name="T5" fmla="*/ 0 h 237"/>
                <a:gd name="T6" fmla="*/ 0 w 234"/>
                <a:gd name="T7" fmla="*/ 237 h 237"/>
                <a:gd name="T8" fmla="*/ 45 w 234"/>
                <a:gd name="T9" fmla="*/ 237 h 237"/>
                <a:gd name="T10" fmla="*/ 45 w 234"/>
                <a:gd name="T11" fmla="*/ 96 h 237"/>
                <a:gd name="T12" fmla="*/ 103 w 234"/>
                <a:gd name="T13" fmla="*/ 237 h 237"/>
                <a:gd name="T14" fmla="*/ 132 w 234"/>
                <a:gd name="T15" fmla="*/ 237 h 237"/>
                <a:gd name="T16" fmla="*/ 189 w 234"/>
                <a:gd name="T17" fmla="*/ 96 h 237"/>
                <a:gd name="T18" fmla="*/ 189 w 234"/>
                <a:gd name="T19" fmla="*/ 237 h 237"/>
                <a:gd name="T20" fmla="*/ 234 w 234"/>
                <a:gd name="T21" fmla="*/ 237 h 237"/>
                <a:gd name="T22" fmla="*/ 234 w 234"/>
                <a:gd name="T23" fmla="*/ 0 h 237"/>
                <a:gd name="T24" fmla="*/ 182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5" y="237"/>
                  </a:lnTo>
                  <a:lnTo>
                    <a:pt x="45" y="96"/>
                  </a:lnTo>
                  <a:lnTo>
                    <a:pt x="103" y="237"/>
                  </a:lnTo>
                  <a:lnTo>
                    <a:pt x="132" y="237"/>
                  </a:lnTo>
                  <a:lnTo>
                    <a:pt x="189" y="96"/>
                  </a:lnTo>
                  <a:lnTo>
                    <a:pt x="189" y="237"/>
                  </a:lnTo>
                  <a:lnTo>
                    <a:pt x="234" y="237"/>
                  </a:lnTo>
                  <a:lnTo>
                    <a:pt x="234" y="0"/>
                  </a:lnTo>
                  <a:lnTo>
                    <a:pt x="182"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27" name="Rectangle 7"/>
            <p:cNvSpPr>
              <a:spLocks noChangeArrowheads="1"/>
            </p:cNvSpPr>
            <p:nvPr userDrawn="1"/>
          </p:nvSpPr>
          <p:spPr bwMode="auto">
            <a:xfrm>
              <a:off x="7571815" y="2394682"/>
              <a:ext cx="73025" cy="3762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28" name="Freeform 8"/>
            <p:cNvSpPr>
              <a:spLocks noEditPoints="1"/>
            </p:cNvSpPr>
            <p:nvPr userDrawn="1"/>
          </p:nvSpPr>
          <p:spPr bwMode="auto">
            <a:xfrm>
              <a:off x="8629090" y="2394682"/>
              <a:ext cx="369887" cy="376237"/>
            </a:xfrm>
            <a:custGeom>
              <a:avLst/>
              <a:gdLst>
                <a:gd name="T0" fmla="*/ 163 w 169"/>
                <a:gd name="T1" fmla="*/ 51 h 170"/>
                <a:gd name="T2" fmla="*/ 145 w 169"/>
                <a:gd name="T3" fmla="*/ 24 h 170"/>
                <a:gd name="T4" fmla="*/ 119 w 169"/>
                <a:gd name="T5" fmla="*/ 6 h 170"/>
                <a:gd name="T6" fmla="*/ 85 w 169"/>
                <a:gd name="T7" fmla="*/ 0 h 170"/>
                <a:gd name="T8" fmla="*/ 51 w 169"/>
                <a:gd name="T9" fmla="*/ 6 h 170"/>
                <a:gd name="T10" fmla="*/ 24 w 169"/>
                <a:gd name="T11" fmla="*/ 24 h 170"/>
                <a:gd name="T12" fmla="*/ 6 w 169"/>
                <a:gd name="T13" fmla="*/ 51 h 170"/>
                <a:gd name="T14" fmla="*/ 0 w 169"/>
                <a:gd name="T15" fmla="*/ 85 h 170"/>
                <a:gd name="T16" fmla="*/ 6 w 169"/>
                <a:gd name="T17" fmla="*/ 118 h 170"/>
                <a:gd name="T18" fmla="*/ 24 w 169"/>
                <a:gd name="T19" fmla="*/ 146 h 170"/>
                <a:gd name="T20" fmla="*/ 51 w 169"/>
                <a:gd name="T21" fmla="*/ 163 h 170"/>
                <a:gd name="T22" fmla="*/ 85 w 169"/>
                <a:gd name="T23" fmla="*/ 170 h 170"/>
                <a:gd name="T24" fmla="*/ 119 w 169"/>
                <a:gd name="T25" fmla="*/ 163 h 170"/>
                <a:gd name="T26" fmla="*/ 145 w 169"/>
                <a:gd name="T27" fmla="*/ 146 h 170"/>
                <a:gd name="T28" fmla="*/ 163 w 169"/>
                <a:gd name="T29" fmla="*/ 118 h 170"/>
                <a:gd name="T30" fmla="*/ 169 w 169"/>
                <a:gd name="T31" fmla="*/ 85 h 170"/>
                <a:gd name="T32" fmla="*/ 163 w 169"/>
                <a:gd name="T33" fmla="*/ 51 h 170"/>
                <a:gd name="T34" fmla="*/ 132 w 169"/>
                <a:gd name="T35" fmla="*/ 106 h 170"/>
                <a:gd name="T36" fmla="*/ 121 w 169"/>
                <a:gd name="T37" fmla="*/ 123 h 170"/>
                <a:gd name="T38" fmla="*/ 105 w 169"/>
                <a:gd name="T39" fmla="*/ 134 h 170"/>
                <a:gd name="T40" fmla="*/ 64 w 169"/>
                <a:gd name="T41" fmla="*/ 134 h 170"/>
                <a:gd name="T42" fmla="*/ 48 w 169"/>
                <a:gd name="T43" fmla="*/ 123 h 170"/>
                <a:gd name="T44" fmla="*/ 38 w 169"/>
                <a:gd name="T45" fmla="*/ 106 h 170"/>
                <a:gd name="T46" fmla="*/ 34 w 169"/>
                <a:gd name="T47" fmla="*/ 85 h 170"/>
                <a:gd name="T48" fmla="*/ 38 w 169"/>
                <a:gd name="T49" fmla="*/ 64 h 170"/>
                <a:gd name="T50" fmla="*/ 48 w 169"/>
                <a:gd name="T51" fmla="*/ 46 h 170"/>
                <a:gd name="T52" fmla="*/ 64 w 169"/>
                <a:gd name="T53" fmla="*/ 35 h 170"/>
                <a:gd name="T54" fmla="*/ 85 w 169"/>
                <a:gd name="T55" fmla="*/ 31 h 170"/>
                <a:gd name="T56" fmla="*/ 105 w 169"/>
                <a:gd name="T57" fmla="*/ 35 h 170"/>
                <a:gd name="T58" fmla="*/ 121 w 169"/>
                <a:gd name="T59" fmla="*/ 46 h 170"/>
                <a:gd name="T60" fmla="*/ 132 w 169"/>
                <a:gd name="T61" fmla="*/ 64 h 170"/>
                <a:gd name="T62" fmla="*/ 136 w 169"/>
                <a:gd name="T63" fmla="*/ 85 h 170"/>
                <a:gd name="T64" fmla="*/ 132 w 169"/>
                <a:gd name="T65" fmla="*/ 10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 h="170">
                  <a:moveTo>
                    <a:pt x="163" y="51"/>
                  </a:moveTo>
                  <a:cubicBezTo>
                    <a:pt x="159" y="41"/>
                    <a:pt x="153" y="31"/>
                    <a:pt x="145" y="24"/>
                  </a:cubicBezTo>
                  <a:cubicBezTo>
                    <a:pt x="138" y="16"/>
                    <a:pt x="129" y="10"/>
                    <a:pt x="119" y="6"/>
                  </a:cubicBezTo>
                  <a:cubicBezTo>
                    <a:pt x="108" y="2"/>
                    <a:pt x="97" y="0"/>
                    <a:pt x="85" y="0"/>
                  </a:cubicBezTo>
                  <a:cubicBezTo>
                    <a:pt x="73" y="0"/>
                    <a:pt x="61" y="2"/>
                    <a:pt x="51" y="6"/>
                  </a:cubicBezTo>
                  <a:cubicBezTo>
                    <a:pt x="41" y="10"/>
                    <a:pt x="32" y="16"/>
                    <a:pt x="24" y="24"/>
                  </a:cubicBezTo>
                  <a:cubicBezTo>
                    <a:pt x="17" y="31"/>
                    <a:pt x="11" y="41"/>
                    <a:pt x="6" y="51"/>
                  </a:cubicBezTo>
                  <a:cubicBezTo>
                    <a:pt x="2" y="61"/>
                    <a:pt x="0" y="73"/>
                    <a:pt x="0" y="85"/>
                  </a:cubicBezTo>
                  <a:cubicBezTo>
                    <a:pt x="0" y="97"/>
                    <a:pt x="2" y="108"/>
                    <a:pt x="6" y="118"/>
                  </a:cubicBezTo>
                  <a:cubicBezTo>
                    <a:pt x="11" y="129"/>
                    <a:pt x="17" y="138"/>
                    <a:pt x="24" y="146"/>
                  </a:cubicBezTo>
                  <a:cubicBezTo>
                    <a:pt x="32" y="153"/>
                    <a:pt x="41" y="159"/>
                    <a:pt x="51" y="163"/>
                  </a:cubicBezTo>
                  <a:cubicBezTo>
                    <a:pt x="61" y="168"/>
                    <a:pt x="73" y="170"/>
                    <a:pt x="85" y="170"/>
                  </a:cubicBezTo>
                  <a:cubicBezTo>
                    <a:pt x="97" y="170"/>
                    <a:pt x="108" y="168"/>
                    <a:pt x="119" y="163"/>
                  </a:cubicBezTo>
                  <a:cubicBezTo>
                    <a:pt x="129" y="159"/>
                    <a:pt x="138" y="153"/>
                    <a:pt x="145" y="146"/>
                  </a:cubicBezTo>
                  <a:cubicBezTo>
                    <a:pt x="153" y="138"/>
                    <a:pt x="159" y="129"/>
                    <a:pt x="163" y="118"/>
                  </a:cubicBezTo>
                  <a:cubicBezTo>
                    <a:pt x="167" y="108"/>
                    <a:pt x="169" y="97"/>
                    <a:pt x="169" y="85"/>
                  </a:cubicBezTo>
                  <a:cubicBezTo>
                    <a:pt x="169" y="73"/>
                    <a:pt x="167" y="61"/>
                    <a:pt x="163" y="51"/>
                  </a:cubicBezTo>
                  <a:close/>
                  <a:moveTo>
                    <a:pt x="132" y="106"/>
                  </a:moveTo>
                  <a:cubicBezTo>
                    <a:pt x="129" y="112"/>
                    <a:pt x="126" y="118"/>
                    <a:pt x="121" y="123"/>
                  </a:cubicBezTo>
                  <a:cubicBezTo>
                    <a:pt x="117" y="128"/>
                    <a:pt x="112" y="132"/>
                    <a:pt x="105" y="134"/>
                  </a:cubicBezTo>
                  <a:cubicBezTo>
                    <a:pt x="93" y="140"/>
                    <a:pt x="76" y="140"/>
                    <a:pt x="64" y="134"/>
                  </a:cubicBezTo>
                  <a:cubicBezTo>
                    <a:pt x="58" y="132"/>
                    <a:pt x="52" y="128"/>
                    <a:pt x="48" y="123"/>
                  </a:cubicBezTo>
                  <a:cubicBezTo>
                    <a:pt x="44" y="118"/>
                    <a:pt x="40" y="112"/>
                    <a:pt x="38" y="106"/>
                  </a:cubicBezTo>
                  <a:cubicBezTo>
                    <a:pt x="35" y="99"/>
                    <a:pt x="34" y="92"/>
                    <a:pt x="34" y="85"/>
                  </a:cubicBezTo>
                  <a:cubicBezTo>
                    <a:pt x="34" y="77"/>
                    <a:pt x="35" y="70"/>
                    <a:pt x="38" y="64"/>
                  </a:cubicBezTo>
                  <a:cubicBezTo>
                    <a:pt x="40" y="57"/>
                    <a:pt x="44" y="51"/>
                    <a:pt x="48" y="46"/>
                  </a:cubicBezTo>
                  <a:cubicBezTo>
                    <a:pt x="52" y="42"/>
                    <a:pt x="58" y="38"/>
                    <a:pt x="64" y="35"/>
                  </a:cubicBezTo>
                  <a:cubicBezTo>
                    <a:pt x="70" y="32"/>
                    <a:pt x="77" y="31"/>
                    <a:pt x="85" y="31"/>
                  </a:cubicBezTo>
                  <a:cubicBezTo>
                    <a:pt x="92" y="31"/>
                    <a:pt x="99" y="32"/>
                    <a:pt x="105" y="35"/>
                  </a:cubicBezTo>
                  <a:cubicBezTo>
                    <a:pt x="112" y="38"/>
                    <a:pt x="117" y="42"/>
                    <a:pt x="121" y="46"/>
                  </a:cubicBezTo>
                  <a:cubicBezTo>
                    <a:pt x="126" y="51"/>
                    <a:pt x="129" y="57"/>
                    <a:pt x="132" y="64"/>
                  </a:cubicBezTo>
                  <a:cubicBezTo>
                    <a:pt x="134" y="70"/>
                    <a:pt x="136" y="77"/>
                    <a:pt x="136" y="85"/>
                  </a:cubicBezTo>
                  <a:cubicBezTo>
                    <a:pt x="136" y="92"/>
                    <a:pt x="134" y="99"/>
                    <a:pt x="13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29" name="Freeform 9"/>
            <p:cNvSpPr>
              <a:spLocks noEditPoints="1"/>
            </p:cNvSpPr>
            <p:nvPr userDrawn="1"/>
          </p:nvSpPr>
          <p:spPr bwMode="auto">
            <a:xfrm>
              <a:off x="7711515" y="2394682"/>
              <a:ext cx="282575" cy="376237"/>
            </a:xfrm>
            <a:custGeom>
              <a:avLst/>
              <a:gdLst>
                <a:gd name="T0" fmla="*/ 82 w 129"/>
                <a:gd name="T1" fmla="*/ 96 h 170"/>
                <a:gd name="T2" fmla="*/ 104 w 129"/>
                <a:gd name="T3" fmla="*/ 83 h 170"/>
                <a:gd name="T4" fmla="*/ 117 w 129"/>
                <a:gd name="T5" fmla="*/ 50 h 170"/>
                <a:gd name="T6" fmla="*/ 110 w 129"/>
                <a:gd name="T7" fmla="*/ 23 h 170"/>
                <a:gd name="T8" fmla="*/ 93 w 129"/>
                <a:gd name="T9" fmla="*/ 8 h 170"/>
                <a:gd name="T10" fmla="*/ 70 w 129"/>
                <a:gd name="T11" fmla="*/ 1 h 170"/>
                <a:gd name="T12" fmla="*/ 47 w 129"/>
                <a:gd name="T13" fmla="*/ 0 h 170"/>
                <a:gd name="T14" fmla="*/ 0 w 129"/>
                <a:gd name="T15" fmla="*/ 0 h 170"/>
                <a:gd name="T16" fmla="*/ 0 w 129"/>
                <a:gd name="T17" fmla="*/ 170 h 170"/>
                <a:gd name="T18" fmla="*/ 34 w 129"/>
                <a:gd name="T19" fmla="*/ 170 h 170"/>
                <a:gd name="T20" fmla="*/ 34 w 129"/>
                <a:gd name="T21" fmla="*/ 101 h 170"/>
                <a:gd name="T22" fmla="*/ 45 w 129"/>
                <a:gd name="T23" fmla="*/ 101 h 170"/>
                <a:gd name="T24" fmla="*/ 87 w 129"/>
                <a:gd name="T25" fmla="*/ 170 h 170"/>
                <a:gd name="T26" fmla="*/ 116 w 129"/>
                <a:gd name="T27" fmla="*/ 170 h 170"/>
                <a:gd name="T28" fmla="*/ 129 w 129"/>
                <a:gd name="T29" fmla="*/ 170 h 170"/>
                <a:gd name="T30" fmla="*/ 129 w 129"/>
                <a:gd name="T31" fmla="*/ 170 h 170"/>
                <a:gd name="T32" fmla="*/ 82 w 129"/>
                <a:gd name="T33" fmla="*/ 96 h 170"/>
                <a:gd name="T34" fmla="*/ 79 w 129"/>
                <a:gd name="T35" fmla="*/ 60 h 170"/>
                <a:gd name="T36" fmla="*/ 71 w 129"/>
                <a:gd name="T37" fmla="*/ 65 h 170"/>
                <a:gd name="T38" fmla="*/ 58 w 129"/>
                <a:gd name="T39" fmla="*/ 68 h 170"/>
                <a:gd name="T40" fmla="*/ 42 w 129"/>
                <a:gd name="T41" fmla="*/ 68 h 170"/>
                <a:gd name="T42" fmla="*/ 34 w 129"/>
                <a:gd name="T43" fmla="*/ 68 h 170"/>
                <a:gd name="T44" fmla="*/ 34 w 129"/>
                <a:gd name="T45" fmla="*/ 32 h 170"/>
                <a:gd name="T46" fmla="*/ 52 w 129"/>
                <a:gd name="T47" fmla="*/ 32 h 170"/>
                <a:gd name="T48" fmla="*/ 64 w 129"/>
                <a:gd name="T49" fmla="*/ 33 h 170"/>
                <a:gd name="T50" fmla="*/ 74 w 129"/>
                <a:gd name="T51" fmla="*/ 36 h 170"/>
                <a:gd name="T52" fmla="*/ 79 w 129"/>
                <a:gd name="T53" fmla="*/ 41 h 170"/>
                <a:gd name="T54" fmla="*/ 81 w 129"/>
                <a:gd name="T55" fmla="*/ 50 h 170"/>
                <a:gd name="T56" fmla="*/ 79 w 129"/>
                <a:gd name="T57" fmla="*/ 6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70">
                  <a:moveTo>
                    <a:pt x="82" y="96"/>
                  </a:moveTo>
                  <a:cubicBezTo>
                    <a:pt x="91" y="94"/>
                    <a:pt x="98" y="89"/>
                    <a:pt x="104" y="83"/>
                  </a:cubicBezTo>
                  <a:cubicBezTo>
                    <a:pt x="112" y="75"/>
                    <a:pt x="117" y="63"/>
                    <a:pt x="117" y="50"/>
                  </a:cubicBezTo>
                  <a:cubicBezTo>
                    <a:pt x="117" y="39"/>
                    <a:pt x="114" y="30"/>
                    <a:pt x="110" y="23"/>
                  </a:cubicBezTo>
                  <a:cubicBezTo>
                    <a:pt x="106" y="16"/>
                    <a:pt x="100" y="11"/>
                    <a:pt x="93" y="8"/>
                  </a:cubicBezTo>
                  <a:cubicBezTo>
                    <a:pt x="86" y="4"/>
                    <a:pt x="78" y="2"/>
                    <a:pt x="70" y="1"/>
                  </a:cubicBezTo>
                  <a:cubicBezTo>
                    <a:pt x="63" y="0"/>
                    <a:pt x="55" y="0"/>
                    <a:pt x="47" y="0"/>
                  </a:cubicBezTo>
                  <a:cubicBezTo>
                    <a:pt x="0" y="0"/>
                    <a:pt x="0" y="0"/>
                    <a:pt x="0" y="0"/>
                  </a:cubicBezTo>
                  <a:cubicBezTo>
                    <a:pt x="0" y="170"/>
                    <a:pt x="0" y="170"/>
                    <a:pt x="0" y="170"/>
                  </a:cubicBezTo>
                  <a:cubicBezTo>
                    <a:pt x="34" y="170"/>
                    <a:pt x="34" y="170"/>
                    <a:pt x="34" y="170"/>
                  </a:cubicBezTo>
                  <a:cubicBezTo>
                    <a:pt x="34" y="101"/>
                    <a:pt x="34" y="101"/>
                    <a:pt x="34" y="101"/>
                  </a:cubicBezTo>
                  <a:cubicBezTo>
                    <a:pt x="45" y="101"/>
                    <a:pt x="45" y="101"/>
                    <a:pt x="45" y="101"/>
                  </a:cubicBezTo>
                  <a:cubicBezTo>
                    <a:pt x="87" y="170"/>
                    <a:pt x="87" y="170"/>
                    <a:pt x="87" y="170"/>
                  </a:cubicBezTo>
                  <a:cubicBezTo>
                    <a:pt x="116" y="170"/>
                    <a:pt x="116" y="170"/>
                    <a:pt x="116" y="170"/>
                  </a:cubicBezTo>
                  <a:cubicBezTo>
                    <a:pt x="129" y="170"/>
                    <a:pt x="129" y="170"/>
                    <a:pt x="129" y="170"/>
                  </a:cubicBezTo>
                  <a:cubicBezTo>
                    <a:pt x="129" y="170"/>
                    <a:pt x="129" y="170"/>
                    <a:pt x="129" y="170"/>
                  </a:cubicBezTo>
                  <a:lnTo>
                    <a:pt x="82" y="96"/>
                  </a:lnTo>
                  <a:close/>
                  <a:moveTo>
                    <a:pt x="79" y="60"/>
                  </a:moveTo>
                  <a:cubicBezTo>
                    <a:pt x="77" y="62"/>
                    <a:pt x="74" y="64"/>
                    <a:pt x="71" y="65"/>
                  </a:cubicBezTo>
                  <a:cubicBezTo>
                    <a:pt x="67" y="67"/>
                    <a:pt x="62" y="67"/>
                    <a:pt x="58" y="68"/>
                  </a:cubicBezTo>
                  <a:cubicBezTo>
                    <a:pt x="52" y="68"/>
                    <a:pt x="47" y="68"/>
                    <a:pt x="42" y="68"/>
                  </a:cubicBezTo>
                  <a:cubicBezTo>
                    <a:pt x="34" y="68"/>
                    <a:pt x="34" y="68"/>
                    <a:pt x="34" y="68"/>
                  </a:cubicBezTo>
                  <a:cubicBezTo>
                    <a:pt x="34" y="32"/>
                    <a:pt x="34" y="32"/>
                    <a:pt x="34" y="32"/>
                  </a:cubicBezTo>
                  <a:cubicBezTo>
                    <a:pt x="52" y="32"/>
                    <a:pt x="52" y="32"/>
                    <a:pt x="52" y="32"/>
                  </a:cubicBezTo>
                  <a:cubicBezTo>
                    <a:pt x="56" y="32"/>
                    <a:pt x="60" y="33"/>
                    <a:pt x="64" y="33"/>
                  </a:cubicBezTo>
                  <a:cubicBezTo>
                    <a:pt x="68" y="34"/>
                    <a:pt x="71" y="35"/>
                    <a:pt x="74" y="36"/>
                  </a:cubicBezTo>
                  <a:cubicBezTo>
                    <a:pt x="76" y="37"/>
                    <a:pt x="78" y="39"/>
                    <a:pt x="79" y="41"/>
                  </a:cubicBezTo>
                  <a:cubicBezTo>
                    <a:pt x="81" y="43"/>
                    <a:pt x="81" y="46"/>
                    <a:pt x="81" y="50"/>
                  </a:cubicBezTo>
                  <a:cubicBezTo>
                    <a:pt x="81" y="55"/>
                    <a:pt x="81" y="58"/>
                    <a:pt x="7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0" name="Freeform 10"/>
            <p:cNvSpPr>
              <a:spLocks noEditPoints="1"/>
            </p:cNvSpPr>
            <p:nvPr userDrawn="1"/>
          </p:nvSpPr>
          <p:spPr bwMode="auto">
            <a:xfrm>
              <a:off x="8003615" y="2394682"/>
              <a:ext cx="347662" cy="376237"/>
            </a:xfrm>
            <a:custGeom>
              <a:avLst/>
              <a:gdLst>
                <a:gd name="T0" fmla="*/ 119 w 219"/>
                <a:gd name="T1" fmla="*/ 0 h 237"/>
                <a:gd name="T2" fmla="*/ 81 w 219"/>
                <a:gd name="T3" fmla="*/ 0 h 237"/>
                <a:gd name="T4" fmla="*/ 0 w 219"/>
                <a:gd name="T5" fmla="*/ 188 h 237"/>
                <a:gd name="T6" fmla="*/ 30 w 219"/>
                <a:gd name="T7" fmla="*/ 237 h 237"/>
                <a:gd name="T8" fmla="*/ 52 w 219"/>
                <a:gd name="T9" fmla="*/ 184 h 237"/>
                <a:gd name="T10" fmla="*/ 144 w 219"/>
                <a:gd name="T11" fmla="*/ 184 h 237"/>
                <a:gd name="T12" fmla="*/ 166 w 219"/>
                <a:gd name="T13" fmla="*/ 237 h 237"/>
                <a:gd name="T14" fmla="*/ 219 w 219"/>
                <a:gd name="T15" fmla="*/ 237 h 237"/>
                <a:gd name="T16" fmla="*/ 119 w 219"/>
                <a:gd name="T17" fmla="*/ 0 h 237"/>
                <a:gd name="T18" fmla="*/ 70 w 219"/>
                <a:gd name="T19" fmla="*/ 141 h 237"/>
                <a:gd name="T20" fmla="*/ 99 w 219"/>
                <a:gd name="T21" fmla="*/ 71 h 237"/>
                <a:gd name="T22" fmla="*/ 128 w 219"/>
                <a:gd name="T23" fmla="*/ 141 h 237"/>
                <a:gd name="T24" fmla="*/ 70 w 219"/>
                <a:gd name="T25" fmla="*/ 14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7">
                  <a:moveTo>
                    <a:pt x="119" y="0"/>
                  </a:moveTo>
                  <a:lnTo>
                    <a:pt x="81" y="0"/>
                  </a:lnTo>
                  <a:lnTo>
                    <a:pt x="0" y="188"/>
                  </a:lnTo>
                  <a:lnTo>
                    <a:pt x="30" y="237"/>
                  </a:lnTo>
                  <a:lnTo>
                    <a:pt x="52" y="184"/>
                  </a:lnTo>
                  <a:lnTo>
                    <a:pt x="144" y="184"/>
                  </a:lnTo>
                  <a:lnTo>
                    <a:pt x="166" y="237"/>
                  </a:lnTo>
                  <a:lnTo>
                    <a:pt x="219" y="237"/>
                  </a:lnTo>
                  <a:lnTo>
                    <a:pt x="119" y="0"/>
                  </a:lnTo>
                  <a:close/>
                  <a:moveTo>
                    <a:pt x="70" y="141"/>
                  </a:moveTo>
                  <a:lnTo>
                    <a:pt x="99" y="71"/>
                  </a:lnTo>
                  <a:lnTo>
                    <a:pt x="128" y="141"/>
                  </a:lnTo>
                  <a:lnTo>
                    <a:pt x="70" y="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31" name="Freeform 11"/>
            <p:cNvSpPr>
              <a:spLocks/>
            </p:cNvSpPr>
            <p:nvPr userDrawn="1"/>
          </p:nvSpPr>
          <p:spPr bwMode="auto">
            <a:xfrm>
              <a:off x="8340165" y="2394682"/>
              <a:ext cx="295275" cy="376237"/>
            </a:xfrm>
            <a:custGeom>
              <a:avLst/>
              <a:gdLst>
                <a:gd name="T0" fmla="*/ 118 w 135"/>
                <a:gd name="T1" fmla="*/ 129 h 170"/>
                <a:gd name="T2" fmla="*/ 118 w 135"/>
                <a:gd name="T3" fmla="*/ 127 h 170"/>
                <a:gd name="T4" fmla="*/ 116 w 135"/>
                <a:gd name="T5" fmla="*/ 129 h 170"/>
                <a:gd name="T6" fmla="*/ 115 w 135"/>
                <a:gd name="T7" fmla="*/ 129 h 170"/>
                <a:gd name="T8" fmla="*/ 106 w 135"/>
                <a:gd name="T9" fmla="*/ 134 h 170"/>
                <a:gd name="T10" fmla="*/ 87 w 135"/>
                <a:gd name="T11" fmla="*/ 138 h 170"/>
                <a:gd name="T12" fmla="*/ 50 w 135"/>
                <a:gd name="T13" fmla="*/ 123 h 170"/>
                <a:gd name="T14" fmla="*/ 34 w 135"/>
                <a:gd name="T15" fmla="*/ 85 h 170"/>
                <a:gd name="T16" fmla="*/ 50 w 135"/>
                <a:gd name="T17" fmla="*/ 47 h 170"/>
                <a:gd name="T18" fmla="*/ 87 w 135"/>
                <a:gd name="T19" fmla="*/ 32 h 170"/>
                <a:gd name="T20" fmla="*/ 116 w 135"/>
                <a:gd name="T21" fmla="*/ 41 h 170"/>
                <a:gd name="T22" fmla="*/ 117 w 135"/>
                <a:gd name="T23" fmla="*/ 42 h 170"/>
                <a:gd name="T24" fmla="*/ 134 w 135"/>
                <a:gd name="T25" fmla="*/ 15 h 170"/>
                <a:gd name="T26" fmla="*/ 135 w 135"/>
                <a:gd name="T27" fmla="*/ 13 h 170"/>
                <a:gd name="T28" fmla="*/ 132 w 135"/>
                <a:gd name="T29" fmla="*/ 12 h 170"/>
                <a:gd name="T30" fmla="*/ 88 w 135"/>
                <a:gd name="T31" fmla="*/ 0 h 170"/>
                <a:gd name="T32" fmla="*/ 21 w 135"/>
                <a:gd name="T33" fmla="*/ 30 h 170"/>
                <a:gd name="T34" fmla="*/ 0 w 135"/>
                <a:gd name="T35" fmla="*/ 86 h 170"/>
                <a:gd name="T36" fmla="*/ 25 w 135"/>
                <a:gd name="T37" fmla="*/ 145 h 170"/>
                <a:gd name="T38" fmla="*/ 86 w 135"/>
                <a:gd name="T39" fmla="*/ 170 h 170"/>
                <a:gd name="T40" fmla="*/ 132 w 135"/>
                <a:gd name="T41" fmla="*/ 158 h 170"/>
                <a:gd name="T42" fmla="*/ 135 w 135"/>
                <a:gd name="T43" fmla="*/ 156 h 170"/>
                <a:gd name="T44" fmla="*/ 118 w 135"/>
                <a:gd name="T45" fmla="*/ 12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5" h="170">
                  <a:moveTo>
                    <a:pt x="118" y="129"/>
                  </a:moveTo>
                  <a:cubicBezTo>
                    <a:pt x="118" y="127"/>
                    <a:pt x="118" y="127"/>
                    <a:pt x="118" y="127"/>
                  </a:cubicBezTo>
                  <a:cubicBezTo>
                    <a:pt x="116" y="129"/>
                    <a:pt x="116" y="129"/>
                    <a:pt x="116" y="129"/>
                  </a:cubicBezTo>
                  <a:cubicBezTo>
                    <a:pt x="115" y="129"/>
                    <a:pt x="115" y="129"/>
                    <a:pt x="115" y="129"/>
                  </a:cubicBezTo>
                  <a:cubicBezTo>
                    <a:pt x="112" y="131"/>
                    <a:pt x="109" y="133"/>
                    <a:pt x="106" y="134"/>
                  </a:cubicBezTo>
                  <a:cubicBezTo>
                    <a:pt x="101" y="137"/>
                    <a:pt x="94" y="138"/>
                    <a:pt x="87" y="138"/>
                  </a:cubicBezTo>
                  <a:cubicBezTo>
                    <a:pt x="72" y="138"/>
                    <a:pt x="60" y="133"/>
                    <a:pt x="50" y="123"/>
                  </a:cubicBezTo>
                  <a:cubicBezTo>
                    <a:pt x="39" y="112"/>
                    <a:pt x="34" y="100"/>
                    <a:pt x="34" y="85"/>
                  </a:cubicBezTo>
                  <a:cubicBezTo>
                    <a:pt x="34" y="70"/>
                    <a:pt x="39" y="58"/>
                    <a:pt x="50" y="47"/>
                  </a:cubicBezTo>
                  <a:cubicBezTo>
                    <a:pt x="60" y="37"/>
                    <a:pt x="72" y="32"/>
                    <a:pt x="87" y="32"/>
                  </a:cubicBezTo>
                  <a:cubicBezTo>
                    <a:pt x="96" y="32"/>
                    <a:pt x="106" y="35"/>
                    <a:pt x="116" y="41"/>
                  </a:cubicBezTo>
                  <a:cubicBezTo>
                    <a:pt x="117" y="42"/>
                    <a:pt x="117" y="42"/>
                    <a:pt x="117" y="42"/>
                  </a:cubicBezTo>
                  <a:cubicBezTo>
                    <a:pt x="134" y="15"/>
                    <a:pt x="134" y="15"/>
                    <a:pt x="134" y="15"/>
                  </a:cubicBezTo>
                  <a:cubicBezTo>
                    <a:pt x="135" y="13"/>
                    <a:pt x="135" y="13"/>
                    <a:pt x="135" y="13"/>
                  </a:cubicBezTo>
                  <a:cubicBezTo>
                    <a:pt x="132" y="12"/>
                    <a:pt x="132" y="12"/>
                    <a:pt x="132" y="12"/>
                  </a:cubicBezTo>
                  <a:cubicBezTo>
                    <a:pt x="118" y="4"/>
                    <a:pt x="103" y="0"/>
                    <a:pt x="88" y="0"/>
                  </a:cubicBezTo>
                  <a:cubicBezTo>
                    <a:pt x="61" y="0"/>
                    <a:pt x="38" y="10"/>
                    <a:pt x="21" y="30"/>
                  </a:cubicBezTo>
                  <a:cubicBezTo>
                    <a:pt x="7" y="46"/>
                    <a:pt x="0" y="65"/>
                    <a:pt x="0" y="86"/>
                  </a:cubicBezTo>
                  <a:cubicBezTo>
                    <a:pt x="0" y="109"/>
                    <a:pt x="9" y="129"/>
                    <a:pt x="25" y="145"/>
                  </a:cubicBezTo>
                  <a:cubicBezTo>
                    <a:pt x="42" y="161"/>
                    <a:pt x="63" y="170"/>
                    <a:pt x="86" y="170"/>
                  </a:cubicBezTo>
                  <a:cubicBezTo>
                    <a:pt x="102" y="170"/>
                    <a:pt x="117" y="166"/>
                    <a:pt x="132" y="158"/>
                  </a:cubicBezTo>
                  <a:cubicBezTo>
                    <a:pt x="135" y="156"/>
                    <a:pt x="135" y="156"/>
                    <a:pt x="135" y="156"/>
                  </a:cubicBezTo>
                  <a:lnTo>
                    <a:pt x="118" y="1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236416832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217">
          <p15:clr>
            <a:srgbClr val="FBAE40"/>
          </p15:clr>
        </p15:guide>
        <p15:guide id="2" pos="602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_1">
    <p:spTree>
      <p:nvGrpSpPr>
        <p:cNvPr id="1" name=""/>
        <p:cNvGrpSpPr/>
        <p:nvPr/>
      </p:nvGrpSpPr>
      <p:grpSpPr>
        <a:xfrm>
          <a:off x="0" y="0"/>
          <a:ext cx="0" cy="0"/>
          <a:chOff x="0" y="0"/>
          <a:chExt cx="0" cy="0"/>
        </a:xfrm>
      </p:grpSpPr>
      <p:sp>
        <p:nvSpPr>
          <p:cNvPr id="20" name="내용 개체 틀 2"/>
          <p:cNvSpPr>
            <a:spLocks noGrp="1"/>
          </p:cNvSpPr>
          <p:nvPr>
            <p:ph idx="1" hasCustomPrompt="1"/>
          </p:nvPr>
        </p:nvSpPr>
        <p:spPr>
          <a:xfrm>
            <a:off x="3656856" y="1016733"/>
            <a:ext cx="5760640" cy="4525963"/>
          </a:xfrm>
          <a:prstGeom prst="rect">
            <a:avLst/>
          </a:prstGeom>
        </p:spPr>
        <p:txBody>
          <a:bodyPr>
            <a:normAutofit/>
          </a:bodyPr>
          <a:lstStyle>
            <a:lvl1pPr marL="449263" indent="-449263" algn="l" defTabSz="914400" rtl="0" eaLnBrk="1" latinLnBrk="1" hangingPunct="1">
              <a:lnSpc>
                <a:spcPct val="120000"/>
              </a:lnSpc>
              <a:spcBef>
                <a:spcPts val="0"/>
              </a:spcBef>
              <a:spcAft>
                <a:spcPts val="800"/>
              </a:spcAft>
              <a:buFont typeface="+mj-lt"/>
              <a:buAutoNum type="romanUcPeriod"/>
              <a:defRPr lang="en-US" altLang="ko-KR" sz="2000" b="1" kern="1200" spc="-20" dirty="0" smtClean="0">
                <a:ln>
                  <a:solidFill>
                    <a:schemeClr val="accent1">
                      <a:shade val="50000"/>
                      <a:alpha val="0"/>
                    </a:schemeClr>
                  </a:solidFill>
                </a:ln>
                <a:solidFill>
                  <a:schemeClr val="tx1">
                    <a:lumMod val="65000"/>
                    <a:lumOff val="35000"/>
                  </a:schemeClr>
                </a:solidFill>
                <a:latin typeface="+mn-ea"/>
                <a:ea typeface="+mn-ea"/>
                <a:cs typeface="Segoe UI" panose="020B0502040204020203" pitchFamily="34" charset="0"/>
              </a:defRPr>
            </a:lvl1pPr>
            <a:lvl2pPr marL="631825" indent="-273050">
              <a:buFont typeface="+mj-lt"/>
              <a:buAutoNum type="arabicPeriod"/>
              <a:defRPr sz="1600" b="0">
                <a:solidFill>
                  <a:srgbClr val="7F7F7F"/>
                </a:solidFill>
                <a:latin typeface="Segoe UI" panose="020B0502040204020203" pitchFamily="34" charset="0"/>
                <a:cs typeface="Segoe UI" panose="020B0502040204020203" pitchFamily="34" charset="0"/>
              </a:defRPr>
            </a:lvl2pPr>
            <a:lvl3pPr>
              <a:defRPr sz="1800" b="1">
                <a:solidFill>
                  <a:srgbClr val="00B0F0"/>
                </a:solidFill>
              </a:defRPr>
            </a:lvl3pPr>
            <a:lvl4pPr>
              <a:defRPr sz="1800" b="1">
                <a:solidFill>
                  <a:srgbClr val="00B0F0"/>
                </a:solidFill>
              </a:defRPr>
            </a:lvl4pPr>
            <a:lvl5pPr>
              <a:defRPr sz="1800" b="1">
                <a:solidFill>
                  <a:srgbClr val="00B0F0"/>
                </a:solidFill>
              </a:defRPr>
            </a:lvl5pPr>
          </a:lstStyle>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본문의 대 제목 </a:t>
            </a:r>
            <a:r>
              <a:rPr lang="en-US" altLang="ko-KR" dirty="0" smtClean="0"/>
              <a:t>01</a:t>
            </a:r>
          </a:p>
          <a:p>
            <a:pPr lvl="0"/>
            <a:r>
              <a:rPr lang="ko-KR" altLang="en-US" dirty="0" smtClean="0"/>
              <a:t>본문의 대 제목 </a:t>
            </a:r>
            <a:r>
              <a:rPr lang="en-US" altLang="ko-KR" dirty="0" smtClean="0"/>
              <a:t>02</a:t>
            </a:r>
          </a:p>
          <a:p>
            <a:pPr lvl="0"/>
            <a:r>
              <a:rPr lang="ko-KR" altLang="en-US" dirty="0" smtClean="0"/>
              <a:t>본문의 대 제목 </a:t>
            </a:r>
            <a:r>
              <a:rPr lang="en-US" altLang="ko-KR" dirty="0" smtClean="0"/>
              <a:t>03</a:t>
            </a:r>
          </a:p>
          <a:p>
            <a:pPr lvl="0"/>
            <a:r>
              <a:rPr lang="ko-KR" altLang="en-US" dirty="0" smtClean="0"/>
              <a:t>본문의 대 제목 </a:t>
            </a:r>
            <a:r>
              <a:rPr lang="en-US" altLang="ko-KR" dirty="0" smtClean="0"/>
              <a:t>04</a:t>
            </a:r>
          </a:p>
          <a:p>
            <a:pPr lvl="0"/>
            <a:r>
              <a:rPr lang="ko-KR" altLang="en-US" dirty="0" smtClean="0"/>
              <a:t>본문의 대 제목 </a:t>
            </a:r>
            <a:r>
              <a:rPr lang="en-US" altLang="ko-KR" dirty="0" smtClean="0"/>
              <a:t>05</a:t>
            </a:r>
          </a:p>
          <a:p>
            <a:pPr lvl="0"/>
            <a:r>
              <a:rPr lang="ko-KR" altLang="en-US" dirty="0" smtClean="0"/>
              <a:t>별첨자료</a:t>
            </a:r>
          </a:p>
        </p:txBody>
      </p:sp>
      <p:grpSp>
        <p:nvGrpSpPr>
          <p:cNvPr id="3" name="그룹 2"/>
          <p:cNvGrpSpPr/>
          <p:nvPr userDrawn="1"/>
        </p:nvGrpSpPr>
        <p:grpSpPr>
          <a:xfrm>
            <a:off x="884548" y="908722"/>
            <a:ext cx="1944217" cy="1944215"/>
            <a:chOff x="884548" y="908722"/>
            <a:chExt cx="1944217" cy="1944215"/>
          </a:xfrm>
        </p:grpSpPr>
        <p:sp>
          <p:nvSpPr>
            <p:cNvPr id="11" name="직사각형 10"/>
            <p:cNvSpPr/>
            <p:nvPr/>
          </p:nvSpPr>
          <p:spPr>
            <a:xfrm rot="16200000">
              <a:off x="1802651" y="-9381"/>
              <a:ext cx="108012" cy="1944217"/>
            </a:xfrm>
            <a:prstGeom prst="rect">
              <a:avLst/>
            </a:prstGeom>
            <a:solidFill>
              <a:srgbClr val="005A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직사각형 7"/>
            <p:cNvSpPr/>
            <p:nvPr/>
          </p:nvSpPr>
          <p:spPr>
            <a:xfrm rot="5400000">
              <a:off x="1802651" y="1826822"/>
              <a:ext cx="108012" cy="1944217"/>
            </a:xfrm>
            <a:prstGeom prst="rect">
              <a:avLst/>
            </a:prstGeom>
            <a:solidFill>
              <a:srgbClr val="005A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7" name="TextBox 6"/>
          <p:cNvSpPr txBox="1"/>
          <p:nvPr/>
        </p:nvSpPr>
        <p:spPr>
          <a:xfrm>
            <a:off x="1021813" y="1618816"/>
            <a:ext cx="1669688" cy="541174"/>
          </a:xfrm>
          <a:prstGeom prst="rect">
            <a:avLst/>
          </a:prstGeom>
          <a:noFill/>
        </p:spPr>
        <p:txBody>
          <a:bodyPr wrap="none" rtlCol="0" anchor="ctr">
            <a:spAutoFit/>
          </a:bodyPr>
          <a:lstStyle>
            <a:defPPr>
              <a:defRPr lang="ko-KR"/>
            </a:defPPr>
            <a:lvl1pPr>
              <a:lnSpc>
                <a:spcPts val="3500"/>
              </a:lnSpc>
              <a:spcBef>
                <a:spcPts val="0"/>
              </a:spcBef>
              <a:defRPr sz="3200" spc="-20">
                <a:ln>
                  <a:solidFill>
                    <a:schemeClr val="accent1">
                      <a:shade val="50000"/>
                      <a:alpha val="0"/>
                    </a:schemeClr>
                  </a:solidFill>
                </a:ln>
                <a:solidFill>
                  <a:srgbClr val="164194"/>
                </a:solidFill>
                <a:latin typeface="Segoe UI" panose="020B0502040204020203" pitchFamily="34" charset="0"/>
                <a:ea typeface="Segoe UI" panose="020B0502040204020203" pitchFamily="34" charset="0"/>
                <a:cs typeface="Segoe UI" panose="020B0502040204020203" pitchFamily="34" charset="0"/>
              </a:defRPr>
            </a:lvl1pPr>
          </a:lstStyle>
          <a:p>
            <a:pPr algn="ctr"/>
            <a:r>
              <a:rPr lang="en-US" altLang="ko-KR" b="1" dirty="0">
                <a:solidFill>
                  <a:schemeClr val="accent1"/>
                </a:solidFill>
                <a:latin typeface="맑은 고딕" panose="020B0503020000020004" pitchFamily="50" charset="-127"/>
                <a:ea typeface="맑은 고딕" panose="020B0503020000020004" pitchFamily="50" charset="-127"/>
              </a:rPr>
              <a:t>Agenda</a:t>
            </a:r>
          </a:p>
        </p:txBody>
      </p:sp>
      <p:grpSp>
        <p:nvGrpSpPr>
          <p:cNvPr id="4" name="그룹 3"/>
          <p:cNvGrpSpPr/>
          <p:nvPr userDrawn="1"/>
        </p:nvGrpSpPr>
        <p:grpSpPr>
          <a:xfrm>
            <a:off x="884549" y="908721"/>
            <a:ext cx="1944217" cy="1944216"/>
            <a:chOff x="884549" y="908721"/>
            <a:chExt cx="1944217" cy="1944216"/>
          </a:xfrm>
          <a:solidFill>
            <a:schemeClr val="accent1"/>
          </a:solidFill>
        </p:grpSpPr>
        <p:grpSp>
          <p:nvGrpSpPr>
            <p:cNvPr id="10" name="그룹 9"/>
            <p:cNvGrpSpPr/>
            <p:nvPr/>
          </p:nvGrpSpPr>
          <p:grpSpPr>
            <a:xfrm>
              <a:off x="884549" y="908721"/>
              <a:ext cx="1944217" cy="216024"/>
              <a:chOff x="900000" y="998739"/>
              <a:chExt cx="3240000" cy="360000"/>
            </a:xfrm>
            <a:grpFill/>
          </p:grpSpPr>
          <p:sp>
            <p:nvSpPr>
              <p:cNvPr id="18" name="직사각형 17"/>
              <p:cNvSpPr/>
              <p:nvPr/>
            </p:nvSpPr>
            <p:spPr>
              <a:xfrm>
                <a:off x="3960000" y="998739"/>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직사각형 18"/>
              <p:cNvSpPr/>
              <p:nvPr/>
            </p:nvSpPr>
            <p:spPr>
              <a:xfrm>
                <a:off x="900000" y="998739"/>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 name="그룹 11"/>
            <p:cNvGrpSpPr/>
            <p:nvPr/>
          </p:nvGrpSpPr>
          <p:grpSpPr>
            <a:xfrm rot="10800000">
              <a:off x="884549" y="2636913"/>
              <a:ext cx="1944217" cy="216024"/>
              <a:chOff x="900000" y="998739"/>
              <a:chExt cx="3240000" cy="360000"/>
            </a:xfrm>
            <a:grpFill/>
          </p:grpSpPr>
          <p:sp>
            <p:nvSpPr>
              <p:cNvPr id="15" name="직사각형 14"/>
              <p:cNvSpPr/>
              <p:nvPr/>
            </p:nvSpPr>
            <p:spPr>
              <a:xfrm>
                <a:off x="3960000" y="998739"/>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6" name="직사각형 15"/>
              <p:cNvSpPr/>
              <p:nvPr/>
            </p:nvSpPr>
            <p:spPr>
              <a:xfrm>
                <a:off x="900000" y="998739"/>
                <a:ext cx="180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Tree>
    <p:extLst>
      <p:ext uri="{BB962C8B-B14F-4D97-AF65-F5344CB8AC3E}">
        <p14:creationId xmlns:p14="http://schemas.microsoft.com/office/powerpoint/2010/main" val="345976113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3">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4" name="직사각형 3"/>
          <p:cNvSpPr/>
          <p:nvPr userDrawn="1"/>
        </p:nvSpPr>
        <p:spPr>
          <a:xfrm>
            <a:off x="2751826" y="908721"/>
            <a:ext cx="6487065" cy="546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내용 개체 틀 2"/>
          <p:cNvSpPr>
            <a:spLocks noGrp="1"/>
          </p:cNvSpPr>
          <p:nvPr>
            <p:ph idx="1" hasCustomPrompt="1"/>
          </p:nvPr>
        </p:nvSpPr>
        <p:spPr>
          <a:xfrm>
            <a:off x="3115038" y="1124745"/>
            <a:ext cx="5760640" cy="4525963"/>
          </a:xfrm>
          <a:prstGeom prst="rect">
            <a:avLst/>
          </a:prstGeom>
        </p:spPr>
        <p:txBody>
          <a:bodyPr>
            <a:normAutofit/>
          </a:bodyPr>
          <a:lstStyle>
            <a:lvl1pPr marL="449263" indent="-449263" algn="l" defTabSz="914400" rtl="0" eaLnBrk="1" latinLnBrk="1" hangingPunct="1">
              <a:lnSpc>
                <a:spcPct val="120000"/>
              </a:lnSpc>
              <a:spcBef>
                <a:spcPts val="0"/>
              </a:spcBef>
              <a:spcAft>
                <a:spcPts val="800"/>
              </a:spcAft>
              <a:buFont typeface="+mj-lt"/>
              <a:buAutoNum type="romanUcPeriod"/>
              <a:defRPr lang="ko-KR" altLang="en-US" sz="2000" b="1" kern="1200" spc="-20" dirty="0" smtClean="0">
                <a:ln>
                  <a:solidFill>
                    <a:schemeClr val="accent1">
                      <a:shade val="50000"/>
                      <a:alpha val="0"/>
                    </a:schemeClr>
                  </a:solidFill>
                </a:ln>
                <a:solidFill>
                  <a:schemeClr val="tx1">
                    <a:lumMod val="65000"/>
                    <a:lumOff val="35000"/>
                  </a:schemeClr>
                </a:solidFill>
                <a:latin typeface="+mn-ea"/>
                <a:ea typeface="+mn-ea"/>
                <a:cs typeface="Segoe UI" panose="020B0502040204020203" pitchFamily="34" charset="0"/>
              </a:defRPr>
            </a:lvl1pPr>
            <a:lvl2pPr marL="631825" indent="-273050">
              <a:buFont typeface="+mj-lt"/>
              <a:buAutoNum type="arabicPeriod"/>
              <a:defRPr sz="1600" b="0">
                <a:solidFill>
                  <a:srgbClr val="7F7F7F"/>
                </a:solidFill>
                <a:latin typeface="Segoe UI" panose="020B0502040204020203" pitchFamily="34" charset="0"/>
                <a:cs typeface="Segoe UI" panose="020B0502040204020203" pitchFamily="34" charset="0"/>
              </a:defRPr>
            </a:lvl2pPr>
            <a:lvl3pPr>
              <a:defRPr sz="1800" b="1">
                <a:solidFill>
                  <a:srgbClr val="00B0F0"/>
                </a:solidFill>
              </a:defRPr>
            </a:lvl3pPr>
            <a:lvl4pPr>
              <a:defRPr sz="1800" b="1">
                <a:solidFill>
                  <a:srgbClr val="00B0F0"/>
                </a:solidFill>
              </a:defRPr>
            </a:lvl4pPr>
            <a:lvl5pPr>
              <a:defRPr sz="1800" b="1">
                <a:solidFill>
                  <a:srgbClr val="00B0F0"/>
                </a:solidFill>
              </a:defRPr>
            </a:lvl5pPr>
          </a:lstStyle>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본문의 대 제목 </a:t>
            </a:r>
            <a:r>
              <a:rPr lang="en-US" altLang="ko-KR" dirty="0" smtClean="0"/>
              <a:t>01</a:t>
            </a:r>
          </a:p>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본문의 대 제목 </a:t>
            </a:r>
            <a:r>
              <a:rPr lang="en-US" altLang="ko-KR" dirty="0" smtClean="0"/>
              <a:t>02</a:t>
            </a:r>
          </a:p>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본문의 대 제목 </a:t>
            </a:r>
            <a:r>
              <a:rPr lang="en-US" altLang="ko-KR" dirty="0" smtClean="0"/>
              <a:t>03</a:t>
            </a:r>
          </a:p>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본문의 대 제목 </a:t>
            </a:r>
            <a:r>
              <a:rPr lang="en-US" altLang="ko-KR" dirty="0" smtClean="0"/>
              <a:t>04</a:t>
            </a:r>
          </a:p>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본문의 대 제목 </a:t>
            </a:r>
            <a:r>
              <a:rPr lang="en-US" altLang="ko-KR" dirty="0" smtClean="0"/>
              <a:t>05</a:t>
            </a:r>
          </a:p>
          <a:p>
            <a:pPr marL="449263" lvl="0" indent="-449263" algn="l" defTabSz="914400" rtl="0" eaLnBrk="1" latinLnBrk="1" hangingPunct="1">
              <a:lnSpc>
                <a:spcPct val="120000"/>
              </a:lnSpc>
              <a:spcBef>
                <a:spcPts val="0"/>
              </a:spcBef>
              <a:spcAft>
                <a:spcPts val="800"/>
              </a:spcAft>
              <a:buFont typeface="+mj-lt"/>
              <a:buAutoNum type="romanUcPeriod"/>
            </a:pPr>
            <a:r>
              <a:rPr lang="ko-KR" altLang="en-US" dirty="0" smtClean="0"/>
              <a:t>별첨자료</a:t>
            </a:r>
          </a:p>
        </p:txBody>
      </p:sp>
      <p:sp>
        <p:nvSpPr>
          <p:cNvPr id="7" name="TextBox 6"/>
          <p:cNvSpPr txBox="1"/>
          <p:nvPr/>
        </p:nvSpPr>
        <p:spPr>
          <a:xfrm>
            <a:off x="751037" y="1019970"/>
            <a:ext cx="1669688" cy="541174"/>
          </a:xfrm>
          <a:prstGeom prst="rect">
            <a:avLst/>
          </a:prstGeom>
          <a:noFill/>
        </p:spPr>
        <p:txBody>
          <a:bodyPr wrap="none" rtlCol="0" anchor="ctr">
            <a:spAutoFit/>
          </a:bodyPr>
          <a:lstStyle>
            <a:defPPr>
              <a:defRPr lang="ko-KR"/>
            </a:defPPr>
            <a:lvl1pPr>
              <a:lnSpc>
                <a:spcPts val="3500"/>
              </a:lnSpc>
              <a:spcBef>
                <a:spcPts val="0"/>
              </a:spcBef>
              <a:defRPr sz="3200" spc="-20">
                <a:ln>
                  <a:solidFill>
                    <a:schemeClr val="accent1">
                      <a:shade val="50000"/>
                      <a:alpha val="0"/>
                    </a:schemeClr>
                  </a:solidFill>
                </a:ln>
                <a:solidFill>
                  <a:srgbClr val="164194"/>
                </a:solidFill>
                <a:latin typeface="Segoe UI" panose="020B0502040204020203" pitchFamily="34" charset="0"/>
                <a:ea typeface="Segoe UI" panose="020B0502040204020203" pitchFamily="34" charset="0"/>
                <a:cs typeface="Segoe UI" panose="020B0502040204020203" pitchFamily="34" charset="0"/>
              </a:defRPr>
            </a:lvl1pPr>
          </a:lstStyle>
          <a:p>
            <a:pPr algn="ctr"/>
            <a:r>
              <a:rPr lang="en-US" altLang="ko-KR" b="1" dirty="0">
                <a:solidFill>
                  <a:schemeClr val="accent1"/>
                </a:solidFill>
                <a:latin typeface="맑은 고딕" panose="020B0503020000020004" pitchFamily="50" charset="-127"/>
                <a:ea typeface="맑은 고딕" panose="020B0503020000020004" pitchFamily="50" charset="-127"/>
              </a:rPr>
              <a:t>Agenda</a:t>
            </a:r>
          </a:p>
        </p:txBody>
      </p:sp>
      <p:cxnSp>
        <p:nvCxnSpPr>
          <p:cNvPr id="6" name="직선 연결선 5"/>
          <p:cNvCxnSpPr/>
          <p:nvPr userDrawn="1"/>
        </p:nvCxnSpPr>
        <p:spPr>
          <a:xfrm flipV="1">
            <a:off x="819509" y="1645444"/>
            <a:ext cx="1506972" cy="9525"/>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62832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본문">
    <p:bg>
      <p:bgPr>
        <a:solidFill>
          <a:sysClr val="window" lastClr="FFFFFF"/>
        </a:solidFill>
        <a:effectLst/>
      </p:bgPr>
    </p:bg>
    <p:spTree>
      <p:nvGrpSpPr>
        <p:cNvPr id="1" name=""/>
        <p:cNvGrpSpPr/>
        <p:nvPr/>
      </p:nvGrpSpPr>
      <p:grpSpPr>
        <a:xfrm>
          <a:off x="0" y="0"/>
          <a:ext cx="0" cy="0"/>
          <a:chOff x="0" y="0"/>
          <a:chExt cx="0" cy="0"/>
        </a:xfrm>
      </p:grpSpPr>
      <p:sp>
        <p:nvSpPr>
          <p:cNvPr id="53" name="Title 1"/>
          <p:cNvSpPr>
            <a:spLocks noGrp="1"/>
          </p:cNvSpPr>
          <p:nvPr userDrawn="1">
            <p:ph type="title" hasCustomPrompt="1"/>
          </p:nvPr>
        </p:nvSpPr>
        <p:spPr>
          <a:xfrm>
            <a:off x="380999" y="427042"/>
            <a:ext cx="91440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algn="l">
              <a:defRPr kumimoji="1" lang="en-US" sz="2600" b="1" dirty="0">
                <a:ln>
                  <a:solidFill>
                    <a:prstClr val="white">
                      <a:alpha val="0"/>
                    </a:prstClr>
                  </a:solidFill>
                </a:ln>
                <a:solidFill>
                  <a:schemeClr val="tx1"/>
                </a:solidFill>
                <a:latin typeface="맑은 고딕" panose="020B0503020000020004" pitchFamily="50" charset="-127"/>
                <a:ea typeface="맑은 고딕" panose="020B0503020000020004" pitchFamily="50" charset="-127"/>
                <a:cs typeface="+mn-cs"/>
              </a:defRPr>
            </a:lvl1pPr>
          </a:lstStyle>
          <a:p>
            <a:pPr marL="0" lvl="0" defTabSz="457200" fontAlgn="t" latinLnBrk="0"/>
            <a:r>
              <a:rPr lang="ko-KR" altLang="en-US" dirty="0" smtClean="0"/>
              <a:t>페이지 제목 </a:t>
            </a:r>
            <a:r>
              <a:rPr lang="en-US" altLang="ko-KR" dirty="0" smtClean="0"/>
              <a:t>(</a:t>
            </a:r>
            <a:r>
              <a:rPr lang="ko-KR" altLang="en-US" dirty="0" smtClean="0"/>
              <a:t>맑은 고딕</a:t>
            </a:r>
            <a:r>
              <a:rPr lang="en-US" altLang="ko-KR" dirty="0" smtClean="0"/>
              <a:t>Bold 26pt)</a:t>
            </a:r>
            <a:endParaRPr lang="en-US" dirty="0"/>
          </a:p>
        </p:txBody>
      </p:sp>
      <p:cxnSp>
        <p:nvCxnSpPr>
          <p:cNvPr id="31" name="직선 연결선 30"/>
          <p:cNvCxnSpPr/>
          <p:nvPr userDrawn="1"/>
        </p:nvCxnSpPr>
        <p:spPr>
          <a:xfrm>
            <a:off x="380999" y="286985"/>
            <a:ext cx="7418295" cy="0"/>
          </a:xfrm>
          <a:prstGeom prst="line">
            <a:avLst/>
          </a:prstGeom>
          <a:ln w="12700">
            <a:gradFill>
              <a:gsLst>
                <a:gs pos="24000">
                  <a:schemeClr val="accent1"/>
                </a:gs>
                <a:gs pos="100000">
                  <a:schemeClr val="bg1"/>
                </a:gs>
              </a:gsLst>
              <a:lin ang="0" scaled="0"/>
            </a:gradFill>
          </a:ln>
        </p:spPr>
        <p:style>
          <a:lnRef idx="1">
            <a:schemeClr val="accent1"/>
          </a:lnRef>
          <a:fillRef idx="0">
            <a:schemeClr val="accent1"/>
          </a:fillRef>
          <a:effectRef idx="0">
            <a:schemeClr val="accent1"/>
          </a:effectRef>
          <a:fontRef idx="minor">
            <a:schemeClr val="tx1"/>
          </a:fontRef>
        </p:style>
      </p:cxnSp>
      <p:sp>
        <p:nvSpPr>
          <p:cNvPr id="39" name="슬라이드 번호 개체 틀 5"/>
          <p:cNvSpPr txBox="1">
            <a:spLocks/>
          </p:cNvSpPr>
          <p:nvPr userDrawn="1"/>
        </p:nvSpPr>
        <p:spPr>
          <a:xfrm>
            <a:off x="3838575" y="6460617"/>
            <a:ext cx="2228850" cy="365125"/>
          </a:xfrm>
          <a:prstGeom prst="rect">
            <a:avLst/>
          </a:prstGeom>
        </p:spPr>
        <p:txBody>
          <a:bodyPr vert="horz" lIns="91440" tIns="45720" rIns="91440" bIns="45720" rtlCol="0" anchor="ctr"/>
          <a:lstStyle>
            <a:defPPr>
              <a:defRPr lang="en-US"/>
            </a:defPPr>
            <a:lvl1pPr algn="ctr">
              <a:defRPr sz="800">
                <a:solidFill>
                  <a:schemeClr val="tx1">
                    <a:tint val="75000"/>
                  </a:schemeClr>
                </a:solidFill>
              </a:defRPr>
            </a:lvl1pPr>
          </a:lstStyle>
          <a:p>
            <a:pPr lvl="0"/>
            <a:fld id="{D84941F0-AFF0-444F-9320-08D07B73C7AD}" type="slidenum">
              <a:rPr lang="ko-KR" altLang="en-US" smtClean="0"/>
              <a:pPr lvl="0"/>
              <a:t>‹#›</a:t>
            </a:fld>
            <a:r>
              <a:rPr lang="en-US" altLang="ko-KR" dirty="0" smtClean="0"/>
              <a:t>/9</a:t>
            </a:r>
            <a:endParaRPr lang="ko-KR" altLang="en-US" dirty="0"/>
          </a:p>
        </p:txBody>
      </p:sp>
      <p:sp>
        <p:nvSpPr>
          <p:cNvPr id="30" name="텍스트 개체 틀 2"/>
          <p:cNvSpPr>
            <a:spLocks noGrp="1"/>
          </p:cNvSpPr>
          <p:nvPr userDrawn="1">
            <p:ph type="body" idx="10" hasCustomPrompt="1"/>
          </p:nvPr>
        </p:nvSpPr>
        <p:spPr>
          <a:xfrm>
            <a:off x="7938019" y="142944"/>
            <a:ext cx="1586981" cy="288082"/>
          </a:xfrm>
        </p:spPr>
        <p:txBody>
          <a:bodyPr wrap="square" lIns="0" tIns="0" rIns="0" bIns="0" anchor="ctr">
            <a:spAutoFit/>
          </a:bodyPr>
          <a:lstStyle>
            <a:lvl1pPr marL="0" indent="0" algn="r">
              <a:buNone/>
              <a:defRPr lang="ko-KR" altLang="en-US" sz="800" b="0" kern="1200" spc="-50" baseline="0" dirty="0" smtClean="0">
                <a:solidFill>
                  <a:schemeClr val="accent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smtClean="0"/>
              <a:t>1. </a:t>
            </a:r>
            <a:r>
              <a:rPr lang="ko-KR" altLang="en-US" dirty="0" smtClean="0"/>
              <a:t>마스터 텍스트 스타일 편집</a:t>
            </a:r>
          </a:p>
        </p:txBody>
      </p:sp>
      <p:sp>
        <p:nvSpPr>
          <p:cNvPr id="6" name="텍스트 개체 틀 5"/>
          <p:cNvSpPr>
            <a:spLocks noGrp="1"/>
          </p:cNvSpPr>
          <p:nvPr userDrawn="1">
            <p:ph type="body" sz="quarter" idx="14" hasCustomPrompt="1"/>
          </p:nvPr>
        </p:nvSpPr>
        <p:spPr>
          <a:xfrm>
            <a:off x="381000" y="899269"/>
            <a:ext cx="9144000" cy="246221"/>
          </a:xfrm>
          <a:prstGeom prst="rect">
            <a:avLst/>
          </a:prstGeom>
        </p:spPr>
        <p:txBody>
          <a:bodyPr lIns="0" tIns="0" rIns="0" bIns="0">
            <a:spAutoFit/>
          </a:bodyPr>
          <a:lstStyle>
            <a:lvl1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1pPr>
            <a:lvl2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2pPr>
            <a:lvl3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3pPr>
            <a:lvl4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4pPr>
            <a:lvl5pPr marL="0" indent="0" algn="l" defTabSz="914296" rtl="0" eaLnBrk="1" latinLnBrk="1" hangingPunct="1">
              <a:spcBef>
                <a:spcPts val="0"/>
              </a:spcBef>
              <a:buNone/>
              <a:defRPr lang="ko-KR" altLang="en-US" sz="1600" kern="1200" dirty="0">
                <a:solidFill>
                  <a:schemeClr val="tx1">
                    <a:lumMod val="65000"/>
                    <a:lumOff val="35000"/>
                  </a:schemeClr>
                </a:solidFill>
                <a:latin typeface="+mn-ea"/>
                <a:ea typeface="+mn-ea"/>
                <a:cs typeface="+mn-cs"/>
              </a:defRPr>
            </a:lvl5pPr>
          </a:lstStyle>
          <a:p>
            <a:pPr lvl="0"/>
            <a:r>
              <a:rPr lang="ko-KR" altLang="en-US" dirty="0" smtClean="0"/>
              <a:t>페이지 설명 </a:t>
            </a:r>
            <a:r>
              <a:rPr lang="en-US" altLang="ko-KR" dirty="0" smtClean="0"/>
              <a:t>(</a:t>
            </a:r>
            <a:r>
              <a:rPr lang="ko-KR" altLang="en-US" dirty="0" err="1" smtClean="0"/>
              <a:t>맑은고딕</a:t>
            </a:r>
            <a:r>
              <a:rPr lang="ko-KR" altLang="en-US" dirty="0" smtClean="0"/>
              <a:t> </a:t>
            </a:r>
            <a:r>
              <a:rPr lang="en-US" altLang="ko-KR" dirty="0" smtClean="0"/>
              <a:t>16pt)</a:t>
            </a:r>
          </a:p>
        </p:txBody>
      </p:sp>
      <p:grpSp>
        <p:nvGrpSpPr>
          <p:cNvPr id="10" name="그룹 9"/>
          <p:cNvGrpSpPr/>
          <p:nvPr userDrawn="1"/>
        </p:nvGrpSpPr>
        <p:grpSpPr>
          <a:xfrm>
            <a:off x="6922602" y="6587034"/>
            <a:ext cx="2602398" cy="126449"/>
            <a:chOff x="6922602" y="6587034"/>
            <a:chExt cx="2602398" cy="126449"/>
          </a:xfrm>
        </p:grpSpPr>
        <p:sp>
          <p:nvSpPr>
            <p:cNvPr id="29" name="Text Box 9"/>
            <p:cNvSpPr txBox="1">
              <a:spLocks noChangeArrowheads="1"/>
            </p:cNvSpPr>
            <p:nvPr userDrawn="1"/>
          </p:nvSpPr>
          <p:spPr bwMode="auto">
            <a:xfrm>
              <a:off x="6922602" y="6605761"/>
              <a:ext cx="1899751" cy="107722"/>
            </a:xfrm>
            <a:prstGeom prst="rect">
              <a:avLst/>
            </a:prstGeom>
            <a:noFill/>
            <a:ln w="9525">
              <a:noFill/>
              <a:miter lim="800000"/>
              <a:headEnd/>
              <a:tailEnd/>
            </a:ln>
          </p:spPr>
          <p:txBody>
            <a:bodyPr wrap="square" lIns="0" tIns="0" rIns="0" bIns="0" anchor="ctr" anchorCtr="0">
              <a:spAutoFit/>
            </a:bodyPr>
            <a:lstStyle/>
            <a:p>
              <a:pPr algn="r" defTabSz="957474" eaLnBrk="0" fontAlgn="base" hangingPunct="0">
                <a:spcBef>
                  <a:spcPct val="0"/>
                </a:spcBef>
                <a:spcAft>
                  <a:spcPct val="0"/>
                </a:spcAft>
              </a:pPr>
              <a:r>
                <a:rPr kumimoji="1" lang="en-US" altLang="ko-KR" sz="700" dirty="0" smtClean="0">
                  <a:ln>
                    <a:solidFill>
                      <a:schemeClr val="bg1">
                        <a:alpha val="0"/>
                      </a:schemeClr>
                    </a:solidFill>
                  </a:ln>
                  <a:solidFill>
                    <a:srgbClr val="7F7F7F"/>
                  </a:solidFill>
                  <a:latin typeface="Segoe UI" panose="020B0502040204020203" pitchFamily="34" charset="0"/>
                  <a:ea typeface="Segoe UI" panose="020B0502040204020203" pitchFamily="34" charset="0"/>
                  <a:cs typeface="Segoe UI" panose="020B0502040204020203" pitchFamily="34" charset="0"/>
                </a:rPr>
                <a:t>Copyright © </a:t>
              </a:r>
              <a:r>
                <a:rPr kumimoji="1" lang="en-US" altLang="ko-KR" sz="700" dirty="0" err="1" smtClean="0">
                  <a:ln>
                    <a:solidFill>
                      <a:schemeClr val="bg1">
                        <a:alpha val="0"/>
                      </a:schemeClr>
                    </a:solidFill>
                  </a:ln>
                  <a:solidFill>
                    <a:srgbClr val="7F7F7F"/>
                  </a:solidFill>
                  <a:latin typeface="Segoe UI" panose="020B0502040204020203" pitchFamily="34" charset="0"/>
                  <a:ea typeface="Segoe UI" panose="020B0502040204020203" pitchFamily="34" charset="0"/>
                  <a:cs typeface="Segoe UI" panose="020B0502040204020203" pitchFamily="34" charset="0"/>
                </a:rPr>
                <a:t>Miracom,Inc</a:t>
              </a:r>
              <a:r>
                <a:rPr kumimoji="1" lang="en-US" altLang="ko-KR" sz="700" dirty="0" smtClean="0">
                  <a:ln>
                    <a:solidFill>
                      <a:schemeClr val="bg1">
                        <a:alpha val="0"/>
                      </a:schemeClr>
                    </a:solidFill>
                  </a:ln>
                  <a:solidFill>
                    <a:srgbClr val="7F7F7F"/>
                  </a:solidFill>
                  <a:latin typeface="Segoe UI" panose="020B0502040204020203" pitchFamily="34" charset="0"/>
                  <a:ea typeface="Segoe UI" panose="020B0502040204020203" pitchFamily="34" charset="0"/>
                  <a:cs typeface="Segoe UI" panose="020B0502040204020203" pitchFamily="34" charset="0"/>
                </a:rPr>
                <a:t>. All rights reserved.</a:t>
              </a:r>
            </a:p>
          </p:txBody>
        </p:sp>
        <p:grpSp>
          <p:nvGrpSpPr>
            <p:cNvPr id="50" name="그룹 49"/>
            <p:cNvGrpSpPr/>
            <p:nvPr userDrawn="1"/>
          </p:nvGrpSpPr>
          <p:grpSpPr>
            <a:xfrm>
              <a:off x="8842727" y="6587034"/>
              <a:ext cx="682273" cy="112290"/>
              <a:chOff x="7132078" y="2394682"/>
              <a:chExt cx="2286000" cy="376237"/>
            </a:xfrm>
            <a:solidFill>
              <a:srgbClr val="005AB4"/>
            </a:solidFill>
          </p:grpSpPr>
          <p:sp>
            <p:nvSpPr>
              <p:cNvPr id="51" name="Freeform 5"/>
              <p:cNvSpPr>
                <a:spLocks/>
              </p:cNvSpPr>
              <p:nvPr userDrawn="1"/>
            </p:nvSpPr>
            <p:spPr bwMode="auto">
              <a:xfrm>
                <a:off x="9046603" y="2394682"/>
                <a:ext cx="371475" cy="376237"/>
              </a:xfrm>
              <a:custGeom>
                <a:avLst/>
                <a:gdLst>
                  <a:gd name="T0" fmla="*/ 117 w 234"/>
                  <a:gd name="T1" fmla="*/ 154 h 237"/>
                  <a:gd name="T2" fmla="*/ 54 w 234"/>
                  <a:gd name="T3" fmla="*/ 0 h 237"/>
                  <a:gd name="T4" fmla="*/ 0 w 234"/>
                  <a:gd name="T5" fmla="*/ 0 h 237"/>
                  <a:gd name="T6" fmla="*/ 0 w 234"/>
                  <a:gd name="T7" fmla="*/ 237 h 237"/>
                  <a:gd name="T8" fmla="*/ 44 w 234"/>
                  <a:gd name="T9" fmla="*/ 237 h 237"/>
                  <a:gd name="T10" fmla="*/ 44 w 234"/>
                  <a:gd name="T11" fmla="*/ 96 h 237"/>
                  <a:gd name="T12" fmla="*/ 102 w 234"/>
                  <a:gd name="T13" fmla="*/ 237 h 237"/>
                  <a:gd name="T14" fmla="*/ 131 w 234"/>
                  <a:gd name="T15" fmla="*/ 237 h 237"/>
                  <a:gd name="T16" fmla="*/ 189 w 234"/>
                  <a:gd name="T17" fmla="*/ 96 h 237"/>
                  <a:gd name="T18" fmla="*/ 189 w 234"/>
                  <a:gd name="T19" fmla="*/ 237 h 237"/>
                  <a:gd name="T20" fmla="*/ 234 w 234"/>
                  <a:gd name="T21" fmla="*/ 237 h 237"/>
                  <a:gd name="T22" fmla="*/ 234 w 234"/>
                  <a:gd name="T23" fmla="*/ 0 h 237"/>
                  <a:gd name="T24" fmla="*/ 181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4" y="237"/>
                    </a:lnTo>
                    <a:lnTo>
                      <a:pt x="44" y="96"/>
                    </a:lnTo>
                    <a:lnTo>
                      <a:pt x="102" y="237"/>
                    </a:lnTo>
                    <a:lnTo>
                      <a:pt x="131" y="237"/>
                    </a:lnTo>
                    <a:lnTo>
                      <a:pt x="189" y="96"/>
                    </a:lnTo>
                    <a:lnTo>
                      <a:pt x="189" y="237"/>
                    </a:lnTo>
                    <a:lnTo>
                      <a:pt x="234" y="237"/>
                    </a:lnTo>
                    <a:lnTo>
                      <a:pt x="234" y="0"/>
                    </a:lnTo>
                    <a:lnTo>
                      <a:pt x="181"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2" name="Freeform 6"/>
              <p:cNvSpPr>
                <a:spLocks/>
              </p:cNvSpPr>
              <p:nvPr userDrawn="1"/>
            </p:nvSpPr>
            <p:spPr bwMode="auto">
              <a:xfrm>
                <a:off x="7132078" y="2394682"/>
                <a:ext cx="371475" cy="376237"/>
              </a:xfrm>
              <a:custGeom>
                <a:avLst/>
                <a:gdLst>
                  <a:gd name="T0" fmla="*/ 117 w 234"/>
                  <a:gd name="T1" fmla="*/ 154 h 237"/>
                  <a:gd name="T2" fmla="*/ 54 w 234"/>
                  <a:gd name="T3" fmla="*/ 0 h 237"/>
                  <a:gd name="T4" fmla="*/ 0 w 234"/>
                  <a:gd name="T5" fmla="*/ 0 h 237"/>
                  <a:gd name="T6" fmla="*/ 0 w 234"/>
                  <a:gd name="T7" fmla="*/ 237 h 237"/>
                  <a:gd name="T8" fmla="*/ 45 w 234"/>
                  <a:gd name="T9" fmla="*/ 237 h 237"/>
                  <a:gd name="T10" fmla="*/ 45 w 234"/>
                  <a:gd name="T11" fmla="*/ 96 h 237"/>
                  <a:gd name="T12" fmla="*/ 103 w 234"/>
                  <a:gd name="T13" fmla="*/ 237 h 237"/>
                  <a:gd name="T14" fmla="*/ 132 w 234"/>
                  <a:gd name="T15" fmla="*/ 237 h 237"/>
                  <a:gd name="T16" fmla="*/ 189 w 234"/>
                  <a:gd name="T17" fmla="*/ 96 h 237"/>
                  <a:gd name="T18" fmla="*/ 189 w 234"/>
                  <a:gd name="T19" fmla="*/ 237 h 237"/>
                  <a:gd name="T20" fmla="*/ 234 w 234"/>
                  <a:gd name="T21" fmla="*/ 237 h 237"/>
                  <a:gd name="T22" fmla="*/ 234 w 234"/>
                  <a:gd name="T23" fmla="*/ 0 h 237"/>
                  <a:gd name="T24" fmla="*/ 182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5" y="237"/>
                    </a:lnTo>
                    <a:lnTo>
                      <a:pt x="45" y="96"/>
                    </a:lnTo>
                    <a:lnTo>
                      <a:pt x="103" y="237"/>
                    </a:lnTo>
                    <a:lnTo>
                      <a:pt x="132" y="237"/>
                    </a:lnTo>
                    <a:lnTo>
                      <a:pt x="189" y="96"/>
                    </a:lnTo>
                    <a:lnTo>
                      <a:pt x="189" y="237"/>
                    </a:lnTo>
                    <a:lnTo>
                      <a:pt x="234" y="237"/>
                    </a:lnTo>
                    <a:lnTo>
                      <a:pt x="234" y="0"/>
                    </a:lnTo>
                    <a:lnTo>
                      <a:pt x="182"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4" name="Rectangle 7"/>
              <p:cNvSpPr>
                <a:spLocks noChangeArrowheads="1"/>
              </p:cNvSpPr>
              <p:nvPr userDrawn="1"/>
            </p:nvSpPr>
            <p:spPr bwMode="auto">
              <a:xfrm>
                <a:off x="7571815" y="2394682"/>
                <a:ext cx="73025" cy="3762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6" name="Freeform 8"/>
              <p:cNvSpPr>
                <a:spLocks noEditPoints="1"/>
              </p:cNvSpPr>
              <p:nvPr userDrawn="1"/>
            </p:nvSpPr>
            <p:spPr bwMode="auto">
              <a:xfrm>
                <a:off x="8629090" y="2394682"/>
                <a:ext cx="369887" cy="376237"/>
              </a:xfrm>
              <a:custGeom>
                <a:avLst/>
                <a:gdLst>
                  <a:gd name="T0" fmla="*/ 163 w 169"/>
                  <a:gd name="T1" fmla="*/ 51 h 170"/>
                  <a:gd name="T2" fmla="*/ 145 w 169"/>
                  <a:gd name="T3" fmla="*/ 24 h 170"/>
                  <a:gd name="T4" fmla="*/ 119 w 169"/>
                  <a:gd name="T5" fmla="*/ 6 h 170"/>
                  <a:gd name="T6" fmla="*/ 85 w 169"/>
                  <a:gd name="T7" fmla="*/ 0 h 170"/>
                  <a:gd name="T8" fmla="*/ 51 w 169"/>
                  <a:gd name="T9" fmla="*/ 6 h 170"/>
                  <a:gd name="T10" fmla="*/ 24 w 169"/>
                  <a:gd name="T11" fmla="*/ 24 h 170"/>
                  <a:gd name="T12" fmla="*/ 6 w 169"/>
                  <a:gd name="T13" fmla="*/ 51 h 170"/>
                  <a:gd name="T14" fmla="*/ 0 w 169"/>
                  <a:gd name="T15" fmla="*/ 85 h 170"/>
                  <a:gd name="T16" fmla="*/ 6 w 169"/>
                  <a:gd name="T17" fmla="*/ 118 h 170"/>
                  <a:gd name="T18" fmla="*/ 24 w 169"/>
                  <a:gd name="T19" fmla="*/ 146 h 170"/>
                  <a:gd name="T20" fmla="*/ 51 w 169"/>
                  <a:gd name="T21" fmla="*/ 163 h 170"/>
                  <a:gd name="T22" fmla="*/ 85 w 169"/>
                  <a:gd name="T23" fmla="*/ 170 h 170"/>
                  <a:gd name="T24" fmla="*/ 119 w 169"/>
                  <a:gd name="T25" fmla="*/ 163 h 170"/>
                  <a:gd name="T26" fmla="*/ 145 w 169"/>
                  <a:gd name="T27" fmla="*/ 146 h 170"/>
                  <a:gd name="T28" fmla="*/ 163 w 169"/>
                  <a:gd name="T29" fmla="*/ 118 h 170"/>
                  <a:gd name="T30" fmla="*/ 169 w 169"/>
                  <a:gd name="T31" fmla="*/ 85 h 170"/>
                  <a:gd name="T32" fmla="*/ 163 w 169"/>
                  <a:gd name="T33" fmla="*/ 51 h 170"/>
                  <a:gd name="T34" fmla="*/ 132 w 169"/>
                  <a:gd name="T35" fmla="*/ 106 h 170"/>
                  <a:gd name="T36" fmla="*/ 121 w 169"/>
                  <a:gd name="T37" fmla="*/ 123 h 170"/>
                  <a:gd name="T38" fmla="*/ 105 w 169"/>
                  <a:gd name="T39" fmla="*/ 134 h 170"/>
                  <a:gd name="T40" fmla="*/ 64 w 169"/>
                  <a:gd name="T41" fmla="*/ 134 h 170"/>
                  <a:gd name="T42" fmla="*/ 48 w 169"/>
                  <a:gd name="T43" fmla="*/ 123 h 170"/>
                  <a:gd name="T44" fmla="*/ 38 w 169"/>
                  <a:gd name="T45" fmla="*/ 106 h 170"/>
                  <a:gd name="T46" fmla="*/ 34 w 169"/>
                  <a:gd name="T47" fmla="*/ 85 h 170"/>
                  <a:gd name="T48" fmla="*/ 38 w 169"/>
                  <a:gd name="T49" fmla="*/ 64 h 170"/>
                  <a:gd name="T50" fmla="*/ 48 w 169"/>
                  <a:gd name="T51" fmla="*/ 46 h 170"/>
                  <a:gd name="T52" fmla="*/ 64 w 169"/>
                  <a:gd name="T53" fmla="*/ 35 h 170"/>
                  <a:gd name="T54" fmla="*/ 85 w 169"/>
                  <a:gd name="T55" fmla="*/ 31 h 170"/>
                  <a:gd name="T56" fmla="*/ 105 w 169"/>
                  <a:gd name="T57" fmla="*/ 35 h 170"/>
                  <a:gd name="T58" fmla="*/ 121 w 169"/>
                  <a:gd name="T59" fmla="*/ 46 h 170"/>
                  <a:gd name="T60" fmla="*/ 132 w 169"/>
                  <a:gd name="T61" fmla="*/ 64 h 170"/>
                  <a:gd name="T62" fmla="*/ 136 w 169"/>
                  <a:gd name="T63" fmla="*/ 85 h 170"/>
                  <a:gd name="T64" fmla="*/ 132 w 169"/>
                  <a:gd name="T65" fmla="*/ 10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 h="170">
                    <a:moveTo>
                      <a:pt x="163" y="51"/>
                    </a:moveTo>
                    <a:cubicBezTo>
                      <a:pt x="159" y="41"/>
                      <a:pt x="153" y="31"/>
                      <a:pt x="145" y="24"/>
                    </a:cubicBezTo>
                    <a:cubicBezTo>
                      <a:pt x="138" y="16"/>
                      <a:pt x="129" y="10"/>
                      <a:pt x="119" y="6"/>
                    </a:cubicBezTo>
                    <a:cubicBezTo>
                      <a:pt x="108" y="2"/>
                      <a:pt x="97" y="0"/>
                      <a:pt x="85" y="0"/>
                    </a:cubicBezTo>
                    <a:cubicBezTo>
                      <a:pt x="73" y="0"/>
                      <a:pt x="61" y="2"/>
                      <a:pt x="51" y="6"/>
                    </a:cubicBezTo>
                    <a:cubicBezTo>
                      <a:pt x="41" y="10"/>
                      <a:pt x="32" y="16"/>
                      <a:pt x="24" y="24"/>
                    </a:cubicBezTo>
                    <a:cubicBezTo>
                      <a:pt x="17" y="31"/>
                      <a:pt x="11" y="41"/>
                      <a:pt x="6" y="51"/>
                    </a:cubicBezTo>
                    <a:cubicBezTo>
                      <a:pt x="2" y="61"/>
                      <a:pt x="0" y="73"/>
                      <a:pt x="0" y="85"/>
                    </a:cubicBezTo>
                    <a:cubicBezTo>
                      <a:pt x="0" y="97"/>
                      <a:pt x="2" y="108"/>
                      <a:pt x="6" y="118"/>
                    </a:cubicBezTo>
                    <a:cubicBezTo>
                      <a:pt x="11" y="129"/>
                      <a:pt x="17" y="138"/>
                      <a:pt x="24" y="146"/>
                    </a:cubicBezTo>
                    <a:cubicBezTo>
                      <a:pt x="32" y="153"/>
                      <a:pt x="41" y="159"/>
                      <a:pt x="51" y="163"/>
                    </a:cubicBezTo>
                    <a:cubicBezTo>
                      <a:pt x="61" y="168"/>
                      <a:pt x="73" y="170"/>
                      <a:pt x="85" y="170"/>
                    </a:cubicBezTo>
                    <a:cubicBezTo>
                      <a:pt x="97" y="170"/>
                      <a:pt x="108" y="168"/>
                      <a:pt x="119" y="163"/>
                    </a:cubicBezTo>
                    <a:cubicBezTo>
                      <a:pt x="129" y="159"/>
                      <a:pt x="138" y="153"/>
                      <a:pt x="145" y="146"/>
                    </a:cubicBezTo>
                    <a:cubicBezTo>
                      <a:pt x="153" y="138"/>
                      <a:pt x="159" y="129"/>
                      <a:pt x="163" y="118"/>
                    </a:cubicBezTo>
                    <a:cubicBezTo>
                      <a:pt x="167" y="108"/>
                      <a:pt x="169" y="97"/>
                      <a:pt x="169" y="85"/>
                    </a:cubicBezTo>
                    <a:cubicBezTo>
                      <a:pt x="169" y="73"/>
                      <a:pt x="167" y="61"/>
                      <a:pt x="163" y="51"/>
                    </a:cubicBezTo>
                    <a:close/>
                    <a:moveTo>
                      <a:pt x="132" y="106"/>
                    </a:moveTo>
                    <a:cubicBezTo>
                      <a:pt x="129" y="112"/>
                      <a:pt x="126" y="118"/>
                      <a:pt x="121" y="123"/>
                    </a:cubicBezTo>
                    <a:cubicBezTo>
                      <a:pt x="117" y="128"/>
                      <a:pt x="112" y="132"/>
                      <a:pt x="105" y="134"/>
                    </a:cubicBezTo>
                    <a:cubicBezTo>
                      <a:pt x="93" y="140"/>
                      <a:pt x="76" y="140"/>
                      <a:pt x="64" y="134"/>
                    </a:cubicBezTo>
                    <a:cubicBezTo>
                      <a:pt x="58" y="132"/>
                      <a:pt x="52" y="128"/>
                      <a:pt x="48" y="123"/>
                    </a:cubicBezTo>
                    <a:cubicBezTo>
                      <a:pt x="44" y="118"/>
                      <a:pt x="40" y="112"/>
                      <a:pt x="38" y="106"/>
                    </a:cubicBezTo>
                    <a:cubicBezTo>
                      <a:pt x="35" y="99"/>
                      <a:pt x="34" y="92"/>
                      <a:pt x="34" y="85"/>
                    </a:cubicBezTo>
                    <a:cubicBezTo>
                      <a:pt x="34" y="77"/>
                      <a:pt x="35" y="70"/>
                      <a:pt x="38" y="64"/>
                    </a:cubicBezTo>
                    <a:cubicBezTo>
                      <a:pt x="40" y="57"/>
                      <a:pt x="44" y="51"/>
                      <a:pt x="48" y="46"/>
                    </a:cubicBezTo>
                    <a:cubicBezTo>
                      <a:pt x="52" y="42"/>
                      <a:pt x="58" y="38"/>
                      <a:pt x="64" y="35"/>
                    </a:cubicBezTo>
                    <a:cubicBezTo>
                      <a:pt x="70" y="32"/>
                      <a:pt x="77" y="31"/>
                      <a:pt x="85" y="31"/>
                    </a:cubicBezTo>
                    <a:cubicBezTo>
                      <a:pt x="92" y="31"/>
                      <a:pt x="99" y="32"/>
                      <a:pt x="105" y="35"/>
                    </a:cubicBezTo>
                    <a:cubicBezTo>
                      <a:pt x="112" y="38"/>
                      <a:pt x="117" y="42"/>
                      <a:pt x="121" y="46"/>
                    </a:cubicBezTo>
                    <a:cubicBezTo>
                      <a:pt x="126" y="51"/>
                      <a:pt x="129" y="57"/>
                      <a:pt x="132" y="64"/>
                    </a:cubicBezTo>
                    <a:cubicBezTo>
                      <a:pt x="134" y="70"/>
                      <a:pt x="136" y="77"/>
                      <a:pt x="136" y="85"/>
                    </a:cubicBezTo>
                    <a:cubicBezTo>
                      <a:pt x="136" y="92"/>
                      <a:pt x="134" y="99"/>
                      <a:pt x="13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7" name="Freeform 9"/>
              <p:cNvSpPr>
                <a:spLocks noEditPoints="1"/>
              </p:cNvSpPr>
              <p:nvPr userDrawn="1"/>
            </p:nvSpPr>
            <p:spPr bwMode="auto">
              <a:xfrm>
                <a:off x="7711515" y="2394682"/>
                <a:ext cx="282575" cy="376237"/>
              </a:xfrm>
              <a:custGeom>
                <a:avLst/>
                <a:gdLst>
                  <a:gd name="T0" fmla="*/ 82 w 129"/>
                  <a:gd name="T1" fmla="*/ 96 h 170"/>
                  <a:gd name="T2" fmla="*/ 104 w 129"/>
                  <a:gd name="T3" fmla="*/ 83 h 170"/>
                  <a:gd name="T4" fmla="*/ 117 w 129"/>
                  <a:gd name="T5" fmla="*/ 50 h 170"/>
                  <a:gd name="T6" fmla="*/ 110 w 129"/>
                  <a:gd name="T7" fmla="*/ 23 h 170"/>
                  <a:gd name="T8" fmla="*/ 93 w 129"/>
                  <a:gd name="T9" fmla="*/ 8 h 170"/>
                  <a:gd name="T10" fmla="*/ 70 w 129"/>
                  <a:gd name="T11" fmla="*/ 1 h 170"/>
                  <a:gd name="T12" fmla="*/ 47 w 129"/>
                  <a:gd name="T13" fmla="*/ 0 h 170"/>
                  <a:gd name="T14" fmla="*/ 0 w 129"/>
                  <a:gd name="T15" fmla="*/ 0 h 170"/>
                  <a:gd name="T16" fmla="*/ 0 w 129"/>
                  <a:gd name="T17" fmla="*/ 170 h 170"/>
                  <a:gd name="T18" fmla="*/ 34 w 129"/>
                  <a:gd name="T19" fmla="*/ 170 h 170"/>
                  <a:gd name="T20" fmla="*/ 34 w 129"/>
                  <a:gd name="T21" fmla="*/ 101 h 170"/>
                  <a:gd name="T22" fmla="*/ 45 w 129"/>
                  <a:gd name="T23" fmla="*/ 101 h 170"/>
                  <a:gd name="T24" fmla="*/ 87 w 129"/>
                  <a:gd name="T25" fmla="*/ 170 h 170"/>
                  <a:gd name="T26" fmla="*/ 116 w 129"/>
                  <a:gd name="T27" fmla="*/ 170 h 170"/>
                  <a:gd name="T28" fmla="*/ 129 w 129"/>
                  <a:gd name="T29" fmla="*/ 170 h 170"/>
                  <a:gd name="T30" fmla="*/ 129 w 129"/>
                  <a:gd name="T31" fmla="*/ 170 h 170"/>
                  <a:gd name="T32" fmla="*/ 82 w 129"/>
                  <a:gd name="T33" fmla="*/ 96 h 170"/>
                  <a:gd name="T34" fmla="*/ 79 w 129"/>
                  <a:gd name="T35" fmla="*/ 60 h 170"/>
                  <a:gd name="T36" fmla="*/ 71 w 129"/>
                  <a:gd name="T37" fmla="*/ 65 h 170"/>
                  <a:gd name="T38" fmla="*/ 58 w 129"/>
                  <a:gd name="T39" fmla="*/ 68 h 170"/>
                  <a:gd name="T40" fmla="*/ 42 w 129"/>
                  <a:gd name="T41" fmla="*/ 68 h 170"/>
                  <a:gd name="T42" fmla="*/ 34 w 129"/>
                  <a:gd name="T43" fmla="*/ 68 h 170"/>
                  <a:gd name="T44" fmla="*/ 34 w 129"/>
                  <a:gd name="T45" fmla="*/ 32 h 170"/>
                  <a:gd name="T46" fmla="*/ 52 w 129"/>
                  <a:gd name="T47" fmla="*/ 32 h 170"/>
                  <a:gd name="T48" fmla="*/ 64 w 129"/>
                  <a:gd name="T49" fmla="*/ 33 h 170"/>
                  <a:gd name="T50" fmla="*/ 74 w 129"/>
                  <a:gd name="T51" fmla="*/ 36 h 170"/>
                  <a:gd name="T52" fmla="*/ 79 w 129"/>
                  <a:gd name="T53" fmla="*/ 41 h 170"/>
                  <a:gd name="T54" fmla="*/ 81 w 129"/>
                  <a:gd name="T55" fmla="*/ 50 h 170"/>
                  <a:gd name="T56" fmla="*/ 79 w 129"/>
                  <a:gd name="T57" fmla="*/ 6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70">
                    <a:moveTo>
                      <a:pt x="82" y="96"/>
                    </a:moveTo>
                    <a:cubicBezTo>
                      <a:pt x="91" y="94"/>
                      <a:pt x="98" y="89"/>
                      <a:pt x="104" y="83"/>
                    </a:cubicBezTo>
                    <a:cubicBezTo>
                      <a:pt x="112" y="75"/>
                      <a:pt x="117" y="63"/>
                      <a:pt x="117" y="50"/>
                    </a:cubicBezTo>
                    <a:cubicBezTo>
                      <a:pt x="117" y="39"/>
                      <a:pt x="114" y="30"/>
                      <a:pt x="110" y="23"/>
                    </a:cubicBezTo>
                    <a:cubicBezTo>
                      <a:pt x="106" y="16"/>
                      <a:pt x="100" y="11"/>
                      <a:pt x="93" y="8"/>
                    </a:cubicBezTo>
                    <a:cubicBezTo>
                      <a:pt x="86" y="4"/>
                      <a:pt x="78" y="2"/>
                      <a:pt x="70" y="1"/>
                    </a:cubicBezTo>
                    <a:cubicBezTo>
                      <a:pt x="63" y="0"/>
                      <a:pt x="55" y="0"/>
                      <a:pt x="47" y="0"/>
                    </a:cubicBezTo>
                    <a:cubicBezTo>
                      <a:pt x="0" y="0"/>
                      <a:pt x="0" y="0"/>
                      <a:pt x="0" y="0"/>
                    </a:cubicBezTo>
                    <a:cubicBezTo>
                      <a:pt x="0" y="170"/>
                      <a:pt x="0" y="170"/>
                      <a:pt x="0" y="170"/>
                    </a:cubicBezTo>
                    <a:cubicBezTo>
                      <a:pt x="34" y="170"/>
                      <a:pt x="34" y="170"/>
                      <a:pt x="34" y="170"/>
                    </a:cubicBezTo>
                    <a:cubicBezTo>
                      <a:pt x="34" y="101"/>
                      <a:pt x="34" y="101"/>
                      <a:pt x="34" y="101"/>
                    </a:cubicBezTo>
                    <a:cubicBezTo>
                      <a:pt x="45" y="101"/>
                      <a:pt x="45" y="101"/>
                      <a:pt x="45" y="101"/>
                    </a:cubicBezTo>
                    <a:cubicBezTo>
                      <a:pt x="87" y="170"/>
                      <a:pt x="87" y="170"/>
                      <a:pt x="87" y="170"/>
                    </a:cubicBezTo>
                    <a:cubicBezTo>
                      <a:pt x="116" y="170"/>
                      <a:pt x="116" y="170"/>
                      <a:pt x="116" y="170"/>
                    </a:cubicBezTo>
                    <a:cubicBezTo>
                      <a:pt x="129" y="170"/>
                      <a:pt x="129" y="170"/>
                      <a:pt x="129" y="170"/>
                    </a:cubicBezTo>
                    <a:cubicBezTo>
                      <a:pt x="129" y="170"/>
                      <a:pt x="129" y="170"/>
                      <a:pt x="129" y="170"/>
                    </a:cubicBezTo>
                    <a:lnTo>
                      <a:pt x="82" y="96"/>
                    </a:lnTo>
                    <a:close/>
                    <a:moveTo>
                      <a:pt x="79" y="60"/>
                    </a:moveTo>
                    <a:cubicBezTo>
                      <a:pt x="77" y="62"/>
                      <a:pt x="74" y="64"/>
                      <a:pt x="71" y="65"/>
                    </a:cubicBezTo>
                    <a:cubicBezTo>
                      <a:pt x="67" y="67"/>
                      <a:pt x="62" y="67"/>
                      <a:pt x="58" y="68"/>
                    </a:cubicBezTo>
                    <a:cubicBezTo>
                      <a:pt x="52" y="68"/>
                      <a:pt x="47" y="68"/>
                      <a:pt x="42" y="68"/>
                    </a:cubicBezTo>
                    <a:cubicBezTo>
                      <a:pt x="34" y="68"/>
                      <a:pt x="34" y="68"/>
                      <a:pt x="34" y="68"/>
                    </a:cubicBezTo>
                    <a:cubicBezTo>
                      <a:pt x="34" y="32"/>
                      <a:pt x="34" y="32"/>
                      <a:pt x="34" y="32"/>
                    </a:cubicBezTo>
                    <a:cubicBezTo>
                      <a:pt x="52" y="32"/>
                      <a:pt x="52" y="32"/>
                      <a:pt x="52" y="32"/>
                    </a:cubicBezTo>
                    <a:cubicBezTo>
                      <a:pt x="56" y="32"/>
                      <a:pt x="60" y="33"/>
                      <a:pt x="64" y="33"/>
                    </a:cubicBezTo>
                    <a:cubicBezTo>
                      <a:pt x="68" y="34"/>
                      <a:pt x="71" y="35"/>
                      <a:pt x="74" y="36"/>
                    </a:cubicBezTo>
                    <a:cubicBezTo>
                      <a:pt x="76" y="37"/>
                      <a:pt x="78" y="39"/>
                      <a:pt x="79" y="41"/>
                    </a:cubicBezTo>
                    <a:cubicBezTo>
                      <a:pt x="81" y="43"/>
                      <a:pt x="81" y="46"/>
                      <a:pt x="81" y="50"/>
                    </a:cubicBezTo>
                    <a:cubicBezTo>
                      <a:pt x="81" y="55"/>
                      <a:pt x="81" y="58"/>
                      <a:pt x="7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8" name="Freeform 10"/>
              <p:cNvSpPr>
                <a:spLocks noEditPoints="1"/>
              </p:cNvSpPr>
              <p:nvPr userDrawn="1"/>
            </p:nvSpPr>
            <p:spPr bwMode="auto">
              <a:xfrm>
                <a:off x="8003615" y="2394682"/>
                <a:ext cx="347662" cy="376237"/>
              </a:xfrm>
              <a:custGeom>
                <a:avLst/>
                <a:gdLst>
                  <a:gd name="T0" fmla="*/ 119 w 219"/>
                  <a:gd name="T1" fmla="*/ 0 h 237"/>
                  <a:gd name="T2" fmla="*/ 81 w 219"/>
                  <a:gd name="T3" fmla="*/ 0 h 237"/>
                  <a:gd name="T4" fmla="*/ 0 w 219"/>
                  <a:gd name="T5" fmla="*/ 188 h 237"/>
                  <a:gd name="T6" fmla="*/ 30 w 219"/>
                  <a:gd name="T7" fmla="*/ 237 h 237"/>
                  <a:gd name="T8" fmla="*/ 52 w 219"/>
                  <a:gd name="T9" fmla="*/ 184 h 237"/>
                  <a:gd name="T10" fmla="*/ 144 w 219"/>
                  <a:gd name="T11" fmla="*/ 184 h 237"/>
                  <a:gd name="T12" fmla="*/ 166 w 219"/>
                  <a:gd name="T13" fmla="*/ 237 h 237"/>
                  <a:gd name="T14" fmla="*/ 219 w 219"/>
                  <a:gd name="T15" fmla="*/ 237 h 237"/>
                  <a:gd name="T16" fmla="*/ 119 w 219"/>
                  <a:gd name="T17" fmla="*/ 0 h 237"/>
                  <a:gd name="T18" fmla="*/ 70 w 219"/>
                  <a:gd name="T19" fmla="*/ 141 h 237"/>
                  <a:gd name="T20" fmla="*/ 99 w 219"/>
                  <a:gd name="T21" fmla="*/ 71 h 237"/>
                  <a:gd name="T22" fmla="*/ 128 w 219"/>
                  <a:gd name="T23" fmla="*/ 141 h 237"/>
                  <a:gd name="T24" fmla="*/ 70 w 219"/>
                  <a:gd name="T25" fmla="*/ 14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7">
                    <a:moveTo>
                      <a:pt x="119" y="0"/>
                    </a:moveTo>
                    <a:lnTo>
                      <a:pt x="81" y="0"/>
                    </a:lnTo>
                    <a:lnTo>
                      <a:pt x="0" y="188"/>
                    </a:lnTo>
                    <a:lnTo>
                      <a:pt x="30" y="237"/>
                    </a:lnTo>
                    <a:lnTo>
                      <a:pt x="52" y="184"/>
                    </a:lnTo>
                    <a:lnTo>
                      <a:pt x="144" y="184"/>
                    </a:lnTo>
                    <a:lnTo>
                      <a:pt x="166" y="237"/>
                    </a:lnTo>
                    <a:lnTo>
                      <a:pt x="219" y="237"/>
                    </a:lnTo>
                    <a:lnTo>
                      <a:pt x="119" y="0"/>
                    </a:lnTo>
                    <a:close/>
                    <a:moveTo>
                      <a:pt x="70" y="141"/>
                    </a:moveTo>
                    <a:lnTo>
                      <a:pt x="99" y="71"/>
                    </a:lnTo>
                    <a:lnTo>
                      <a:pt x="128" y="141"/>
                    </a:lnTo>
                    <a:lnTo>
                      <a:pt x="70" y="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9" name="Freeform 11"/>
              <p:cNvSpPr>
                <a:spLocks/>
              </p:cNvSpPr>
              <p:nvPr userDrawn="1"/>
            </p:nvSpPr>
            <p:spPr bwMode="auto">
              <a:xfrm>
                <a:off x="8340165" y="2394682"/>
                <a:ext cx="295275" cy="376237"/>
              </a:xfrm>
              <a:custGeom>
                <a:avLst/>
                <a:gdLst>
                  <a:gd name="T0" fmla="*/ 118 w 135"/>
                  <a:gd name="T1" fmla="*/ 129 h 170"/>
                  <a:gd name="T2" fmla="*/ 118 w 135"/>
                  <a:gd name="T3" fmla="*/ 127 h 170"/>
                  <a:gd name="T4" fmla="*/ 116 w 135"/>
                  <a:gd name="T5" fmla="*/ 129 h 170"/>
                  <a:gd name="T6" fmla="*/ 115 w 135"/>
                  <a:gd name="T7" fmla="*/ 129 h 170"/>
                  <a:gd name="T8" fmla="*/ 106 w 135"/>
                  <a:gd name="T9" fmla="*/ 134 h 170"/>
                  <a:gd name="T10" fmla="*/ 87 w 135"/>
                  <a:gd name="T11" fmla="*/ 138 h 170"/>
                  <a:gd name="T12" fmla="*/ 50 w 135"/>
                  <a:gd name="T13" fmla="*/ 123 h 170"/>
                  <a:gd name="T14" fmla="*/ 34 w 135"/>
                  <a:gd name="T15" fmla="*/ 85 h 170"/>
                  <a:gd name="T16" fmla="*/ 50 w 135"/>
                  <a:gd name="T17" fmla="*/ 47 h 170"/>
                  <a:gd name="T18" fmla="*/ 87 w 135"/>
                  <a:gd name="T19" fmla="*/ 32 h 170"/>
                  <a:gd name="T20" fmla="*/ 116 w 135"/>
                  <a:gd name="T21" fmla="*/ 41 h 170"/>
                  <a:gd name="T22" fmla="*/ 117 w 135"/>
                  <a:gd name="T23" fmla="*/ 42 h 170"/>
                  <a:gd name="T24" fmla="*/ 134 w 135"/>
                  <a:gd name="T25" fmla="*/ 15 h 170"/>
                  <a:gd name="T26" fmla="*/ 135 w 135"/>
                  <a:gd name="T27" fmla="*/ 13 h 170"/>
                  <a:gd name="T28" fmla="*/ 132 w 135"/>
                  <a:gd name="T29" fmla="*/ 12 h 170"/>
                  <a:gd name="T30" fmla="*/ 88 w 135"/>
                  <a:gd name="T31" fmla="*/ 0 h 170"/>
                  <a:gd name="T32" fmla="*/ 21 w 135"/>
                  <a:gd name="T33" fmla="*/ 30 h 170"/>
                  <a:gd name="T34" fmla="*/ 0 w 135"/>
                  <a:gd name="T35" fmla="*/ 86 h 170"/>
                  <a:gd name="T36" fmla="*/ 25 w 135"/>
                  <a:gd name="T37" fmla="*/ 145 h 170"/>
                  <a:gd name="T38" fmla="*/ 86 w 135"/>
                  <a:gd name="T39" fmla="*/ 170 h 170"/>
                  <a:gd name="T40" fmla="*/ 132 w 135"/>
                  <a:gd name="T41" fmla="*/ 158 h 170"/>
                  <a:gd name="T42" fmla="*/ 135 w 135"/>
                  <a:gd name="T43" fmla="*/ 156 h 170"/>
                  <a:gd name="T44" fmla="*/ 118 w 135"/>
                  <a:gd name="T45" fmla="*/ 12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5" h="170">
                    <a:moveTo>
                      <a:pt x="118" y="129"/>
                    </a:moveTo>
                    <a:cubicBezTo>
                      <a:pt x="118" y="127"/>
                      <a:pt x="118" y="127"/>
                      <a:pt x="118" y="127"/>
                    </a:cubicBezTo>
                    <a:cubicBezTo>
                      <a:pt x="116" y="129"/>
                      <a:pt x="116" y="129"/>
                      <a:pt x="116" y="129"/>
                    </a:cubicBezTo>
                    <a:cubicBezTo>
                      <a:pt x="115" y="129"/>
                      <a:pt x="115" y="129"/>
                      <a:pt x="115" y="129"/>
                    </a:cubicBezTo>
                    <a:cubicBezTo>
                      <a:pt x="112" y="131"/>
                      <a:pt x="109" y="133"/>
                      <a:pt x="106" y="134"/>
                    </a:cubicBezTo>
                    <a:cubicBezTo>
                      <a:pt x="101" y="137"/>
                      <a:pt x="94" y="138"/>
                      <a:pt x="87" y="138"/>
                    </a:cubicBezTo>
                    <a:cubicBezTo>
                      <a:pt x="72" y="138"/>
                      <a:pt x="60" y="133"/>
                      <a:pt x="50" y="123"/>
                    </a:cubicBezTo>
                    <a:cubicBezTo>
                      <a:pt x="39" y="112"/>
                      <a:pt x="34" y="100"/>
                      <a:pt x="34" y="85"/>
                    </a:cubicBezTo>
                    <a:cubicBezTo>
                      <a:pt x="34" y="70"/>
                      <a:pt x="39" y="58"/>
                      <a:pt x="50" y="47"/>
                    </a:cubicBezTo>
                    <a:cubicBezTo>
                      <a:pt x="60" y="37"/>
                      <a:pt x="72" y="32"/>
                      <a:pt x="87" y="32"/>
                    </a:cubicBezTo>
                    <a:cubicBezTo>
                      <a:pt x="96" y="32"/>
                      <a:pt x="106" y="35"/>
                      <a:pt x="116" y="41"/>
                    </a:cubicBezTo>
                    <a:cubicBezTo>
                      <a:pt x="117" y="42"/>
                      <a:pt x="117" y="42"/>
                      <a:pt x="117" y="42"/>
                    </a:cubicBezTo>
                    <a:cubicBezTo>
                      <a:pt x="134" y="15"/>
                      <a:pt x="134" y="15"/>
                      <a:pt x="134" y="15"/>
                    </a:cubicBezTo>
                    <a:cubicBezTo>
                      <a:pt x="135" y="13"/>
                      <a:pt x="135" y="13"/>
                      <a:pt x="135" y="13"/>
                    </a:cubicBezTo>
                    <a:cubicBezTo>
                      <a:pt x="132" y="12"/>
                      <a:pt x="132" y="12"/>
                      <a:pt x="132" y="12"/>
                    </a:cubicBezTo>
                    <a:cubicBezTo>
                      <a:pt x="118" y="4"/>
                      <a:pt x="103" y="0"/>
                      <a:pt x="88" y="0"/>
                    </a:cubicBezTo>
                    <a:cubicBezTo>
                      <a:pt x="61" y="0"/>
                      <a:pt x="38" y="10"/>
                      <a:pt x="21" y="30"/>
                    </a:cubicBezTo>
                    <a:cubicBezTo>
                      <a:pt x="7" y="46"/>
                      <a:pt x="0" y="65"/>
                      <a:pt x="0" y="86"/>
                    </a:cubicBezTo>
                    <a:cubicBezTo>
                      <a:pt x="0" y="109"/>
                      <a:pt x="9" y="129"/>
                      <a:pt x="25" y="145"/>
                    </a:cubicBezTo>
                    <a:cubicBezTo>
                      <a:pt x="42" y="161"/>
                      <a:pt x="63" y="170"/>
                      <a:pt x="86" y="170"/>
                    </a:cubicBezTo>
                    <a:cubicBezTo>
                      <a:pt x="102" y="170"/>
                      <a:pt x="117" y="166"/>
                      <a:pt x="132" y="158"/>
                    </a:cubicBezTo>
                    <a:cubicBezTo>
                      <a:pt x="135" y="156"/>
                      <a:pt x="135" y="156"/>
                      <a:pt x="135" y="156"/>
                    </a:cubicBezTo>
                    <a:lnTo>
                      <a:pt x="118" y="1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spTree>
    <p:extLst>
      <p:ext uri="{BB962C8B-B14F-4D97-AF65-F5344CB8AC3E}">
        <p14:creationId xmlns:p14="http://schemas.microsoft.com/office/powerpoint/2010/main" val="780504037"/>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958" userDrawn="1">
          <p15:clr>
            <a:srgbClr val="FBAE40"/>
          </p15:clr>
        </p15:guide>
        <p15:guide id="2" orient="horz" pos="4088" userDrawn="1">
          <p15:clr>
            <a:srgbClr val="FBAE40"/>
          </p15:clr>
        </p15:guide>
        <p15:guide id="3" pos="240" userDrawn="1">
          <p15:clr>
            <a:srgbClr val="FBAE40"/>
          </p15:clr>
        </p15:guide>
        <p15:guide id="4" pos="600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오브젝트">
    <p:bg>
      <p:bgPr>
        <a:solidFill>
          <a:sysClr val="window" lastClr="FFFFFF"/>
        </a:solidFill>
        <a:effectLst/>
      </p:bgPr>
    </p:bg>
    <p:spTree>
      <p:nvGrpSpPr>
        <p:cNvPr id="1" name=""/>
        <p:cNvGrpSpPr/>
        <p:nvPr/>
      </p:nvGrpSpPr>
      <p:grpSpPr>
        <a:xfrm>
          <a:off x="0" y="0"/>
          <a:ext cx="0" cy="0"/>
          <a:chOff x="0" y="0"/>
          <a:chExt cx="0" cy="0"/>
        </a:xfrm>
      </p:grpSpPr>
      <p:sp>
        <p:nvSpPr>
          <p:cNvPr id="53" name="Title 1"/>
          <p:cNvSpPr>
            <a:spLocks noGrp="1"/>
          </p:cNvSpPr>
          <p:nvPr userDrawn="1">
            <p:ph type="title" hasCustomPrompt="1"/>
          </p:nvPr>
        </p:nvSpPr>
        <p:spPr>
          <a:xfrm>
            <a:off x="380999" y="427042"/>
            <a:ext cx="91440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algn="l">
              <a:defRPr kumimoji="1" lang="en-US" sz="2600" b="1" dirty="0">
                <a:ln>
                  <a:solidFill>
                    <a:prstClr val="white">
                      <a:alpha val="0"/>
                    </a:prstClr>
                  </a:solidFill>
                </a:ln>
                <a:solidFill>
                  <a:schemeClr val="tx1"/>
                </a:solidFill>
                <a:latin typeface="맑은 고딕" panose="020B0503020000020004" pitchFamily="50" charset="-127"/>
                <a:ea typeface="맑은 고딕" panose="020B0503020000020004" pitchFamily="50" charset="-127"/>
                <a:cs typeface="+mn-cs"/>
              </a:defRPr>
            </a:lvl1pPr>
          </a:lstStyle>
          <a:p>
            <a:pPr marL="0" lvl="0" defTabSz="457200" fontAlgn="t" latinLnBrk="0"/>
            <a:r>
              <a:rPr lang="ko-KR" altLang="en-US" dirty="0" smtClean="0"/>
              <a:t>페이지 제목 </a:t>
            </a:r>
            <a:r>
              <a:rPr lang="en-US" altLang="ko-KR" dirty="0" smtClean="0"/>
              <a:t>(</a:t>
            </a:r>
            <a:r>
              <a:rPr lang="ko-KR" altLang="en-US" dirty="0" smtClean="0"/>
              <a:t>맑은 고딕</a:t>
            </a:r>
            <a:r>
              <a:rPr lang="en-US" altLang="ko-KR" dirty="0" smtClean="0"/>
              <a:t>Bold 26pt)</a:t>
            </a:r>
            <a:endParaRPr lang="en-US" dirty="0"/>
          </a:p>
        </p:txBody>
      </p:sp>
      <p:cxnSp>
        <p:nvCxnSpPr>
          <p:cNvPr id="31" name="직선 연결선 30"/>
          <p:cNvCxnSpPr/>
          <p:nvPr userDrawn="1"/>
        </p:nvCxnSpPr>
        <p:spPr>
          <a:xfrm>
            <a:off x="380999" y="286985"/>
            <a:ext cx="7418295" cy="0"/>
          </a:xfrm>
          <a:prstGeom prst="line">
            <a:avLst/>
          </a:prstGeom>
          <a:ln w="12700">
            <a:gradFill>
              <a:gsLst>
                <a:gs pos="24000">
                  <a:schemeClr val="accent1"/>
                </a:gs>
                <a:gs pos="100000">
                  <a:schemeClr val="bg1"/>
                </a:gs>
              </a:gsLst>
              <a:lin ang="0" scaled="0"/>
            </a:gradFill>
          </a:ln>
        </p:spPr>
        <p:style>
          <a:lnRef idx="1">
            <a:schemeClr val="accent1"/>
          </a:lnRef>
          <a:fillRef idx="0">
            <a:schemeClr val="accent1"/>
          </a:fillRef>
          <a:effectRef idx="0">
            <a:schemeClr val="accent1"/>
          </a:effectRef>
          <a:fontRef idx="minor">
            <a:schemeClr val="tx1"/>
          </a:fontRef>
        </p:style>
      </p:cxnSp>
      <p:sp>
        <p:nvSpPr>
          <p:cNvPr id="39" name="슬라이드 번호 개체 틀 5"/>
          <p:cNvSpPr txBox="1">
            <a:spLocks/>
          </p:cNvSpPr>
          <p:nvPr userDrawn="1"/>
        </p:nvSpPr>
        <p:spPr>
          <a:xfrm>
            <a:off x="3838575" y="6460617"/>
            <a:ext cx="2228850" cy="365125"/>
          </a:xfrm>
          <a:prstGeom prst="rect">
            <a:avLst/>
          </a:prstGeom>
        </p:spPr>
        <p:txBody>
          <a:bodyPr vert="horz" lIns="91440" tIns="45720" rIns="91440" bIns="45720" rtlCol="0" anchor="ctr"/>
          <a:lstStyle>
            <a:defPPr>
              <a:defRPr lang="en-US"/>
            </a:defPPr>
            <a:lvl1pPr algn="ctr">
              <a:defRPr sz="800">
                <a:solidFill>
                  <a:schemeClr val="tx1">
                    <a:tint val="75000"/>
                  </a:schemeClr>
                </a:solidFill>
              </a:defRPr>
            </a:lvl1pPr>
          </a:lstStyle>
          <a:p>
            <a:pPr lvl="0"/>
            <a:fld id="{D84941F0-AFF0-444F-9320-08D07B73C7AD}" type="slidenum">
              <a:rPr lang="ko-KR" altLang="en-US" smtClean="0"/>
              <a:pPr lvl="0"/>
              <a:t>‹#›</a:t>
            </a:fld>
            <a:r>
              <a:rPr lang="en-US" altLang="ko-KR" dirty="0" smtClean="0"/>
              <a:t>/</a:t>
            </a:r>
            <a:r>
              <a:rPr lang="ko-KR" altLang="en-US" dirty="0" smtClean="0"/>
              <a:t>9</a:t>
            </a:r>
            <a:endParaRPr lang="ko-KR" altLang="en-US" dirty="0"/>
          </a:p>
        </p:txBody>
      </p:sp>
      <p:sp>
        <p:nvSpPr>
          <p:cNvPr id="30" name="텍스트 개체 틀 2"/>
          <p:cNvSpPr>
            <a:spLocks noGrp="1"/>
          </p:cNvSpPr>
          <p:nvPr userDrawn="1">
            <p:ph type="body" idx="10" hasCustomPrompt="1"/>
          </p:nvPr>
        </p:nvSpPr>
        <p:spPr>
          <a:xfrm>
            <a:off x="7938019" y="142944"/>
            <a:ext cx="1586981" cy="288082"/>
          </a:xfrm>
        </p:spPr>
        <p:txBody>
          <a:bodyPr wrap="square" lIns="0" tIns="0" rIns="0" bIns="0" anchor="ctr">
            <a:spAutoFit/>
          </a:bodyPr>
          <a:lstStyle>
            <a:lvl1pPr marL="0" indent="0" algn="r">
              <a:buNone/>
              <a:defRPr lang="ko-KR" altLang="en-US" sz="800" b="0" kern="1200" spc="-50" baseline="0" dirty="0" smtClean="0">
                <a:solidFill>
                  <a:schemeClr val="accent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smtClean="0"/>
              <a:t>1. </a:t>
            </a:r>
            <a:r>
              <a:rPr lang="ko-KR" altLang="en-US" dirty="0" smtClean="0"/>
              <a:t>마스터 텍스트 스타일 편집</a:t>
            </a:r>
          </a:p>
        </p:txBody>
      </p:sp>
      <p:sp>
        <p:nvSpPr>
          <p:cNvPr id="6" name="텍스트 개체 틀 5"/>
          <p:cNvSpPr>
            <a:spLocks noGrp="1"/>
          </p:cNvSpPr>
          <p:nvPr userDrawn="1">
            <p:ph type="body" sz="quarter" idx="14" hasCustomPrompt="1"/>
          </p:nvPr>
        </p:nvSpPr>
        <p:spPr>
          <a:xfrm>
            <a:off x="381000" y="899269"/>
            <a:ext cx="9144000" cy="246221"/>
          </a:xfrm>
          <a:prstGeom prst="rect">
            <a:avLst/>
          </a:prstGeom>
        </p:spPr>
        <p:txBody>
          <a:bodyPr lIns="0" tIns="0" rIns="0" bIns="0">
            <a:spAutoFit/>
          </a:bodyPr>
          <a:lstStyle>
            <a:lvl1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1pPr>
            <a:lvl2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2pPr>
            <a:lvl3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3pPr>
            <a:lvl4pPr marL="0" indent="0" algn="l" defTabSz="914296" rtl="0" eaLnBrk="1" latinLnBrk="1" hangingPunct="1">
              <a:spcBef>
                <a:spcPts val="0"/>
              </a:spcBef>
              <a:buNone/>
              <a:defRPr lang="ko-KR" altLang="en-US" sz="1600" kern="1200" dirty="0" smtClean="0">
                <a:solidFill>
                  <a:schemeClr val="tx1">
                    <a:lumMod val="65000"/>
                    <a:lumOff val="35000"/>
                  </a:schemeClr>
                </a:solidFill>
                <a:latin typeface="+mn-ea"/>
                <a:ea typeface="+mn-ea"/>
                <a:cs typeface="+mn-cs"/>
              </a:defRPr>
            </a:lvl4pPr>
            <a:lvl5pPr marL="0" indent="0" algn="l" defTabSz="914296" rtl="0" eaLnBrk="1" latinLnBrk="1" hangingPunct="1">
              <a:spcBef>
                <a:spcPts val="0"/>
              </a:spcBef>
              <a:buNone/>
              <a:defRPr lang="ko-KR" altLang="en-US" sz="1600" kern="1200" dirty="0">
                <a:solidFill>
                  <a:schemeClr val="tx1">
                    <a:lumMod val="65000"/>
                    <a:lumOff val="35000"/>
                  </a:schemeClr>
                </a:solidFill>
                <a:latin typeface="+mn-ea"/>
                <a:ea typeface="+mn-ea"/>
                <a:cs typeface="+mn-cs"/>
              </a:defRPr>
            </a:lvl5pPr>
          </a:lstStyle>
          <a:p>
            <a:pPr lvl="0"/>
            <a:r>
              <a:rPr lang="ko-KR" altLang="en-US" dirty="0" smtClean="0"/>
              <a:t>페이지 설명 </a:t>
            </a:r>
            <a:r>
              <a:rPr lang="en-US" altLang="ko-KR" dirty="0" smtClean="0"/>
              <a:t>(</a:t>
            </a:r>
            <a:r>
              <a:rPr lang="ko-KR" altLang="en-US" dirty="0" err="1" smtClean="0"/>
              <a:t>맑은고딕</a:t>
            </a:r>
            <a:r>
              <a:rPr lang="ko-KR" altLang="en-US" dirty="0" smtClean="0"/>
              <a:t> </a:t>
            </a:r>
            <a:r>
              <a:rPr lang="en-US" altLang="ko-KR" dirty="0" smtClean="0"/>
              <a:t>16pt)</a:t>
            </a:r>
          </a:p>
        </p:txBody>
      </p:sp>
      <p:grpSp>
        <p:nvGrpSpPr>
          <p:cNvPr id="10" name="그룹 9"/>
          <p:cNvGrpSpPr/>
          <p:nvPr userDrawn="1"/>
        </p:nvGrpSpPr>
        <p:grpSpPr>
          <a:xfrm>
            <a:off x="6922602" y="6587034"/>
            <a:ext cx="2602398" cy="126449"/>
            <a:chOff x="6922602" y="6587034"/>
            <a:chExt cx="2602398" cy="126449"/>
          </a:xfrm>
        </p:grpSpPr>
        <p:sp>
          <p:nvSpPr>
            <p:cNvPr id="29" name="Text Box 9"/>
            <p:cNvSpPr txBox="1">
              <a:spLocks noChangeArrowheads="1"/>
            </p:cNvSpPr>
            <p:nvPr userDrawn="1"/>
          </p:nvSpPr>
          <p:spPr bwMode="auto">
            <a:xfrm>
              <a:off x="6922602" y="6605761"/>
              <a:ext cx="1899751" cy="107722"/>
            </a:xfrm>
            <a:prstGeom prst="rect">
              <a:avLst/>
            </a:prstGeom>
            <a:noFill/>
            <a:ln w="9525">
              <a:noFill/>
              <a:miter lim="800000"/>
              <a:headEnd/>
              <a:tailEnd/>
            </a:ln>
          </p:spPr>
          <p:txBody>
            <a:bodyPr wrap="square" lIns="0" tIns="0" rIns="0" bIns="0" anchor="ctr" anchorCtr="0">
              <a:spAutoFit/>
            </a:bodyPr>
            <a:lstStyle/>
            <a:p>
              <a:pPr algn="r" defTabSz="957474" eaLnBrk="0" fontAlgn="base" hangingPunct="0">
                <a:spcBef>
                  <a:spcPct val="0"/>
                </a:spcBef>
                <a:spcAft>
                  <a:spcPct val="0"/>
                </a:spcAft>
              </a:pPr>
              <a:r>
                <a:rPr kumimoji="1" lang="en-US" altLang="ko-KR" sz="700" dirty="0" smtClean="0">
                  <a:ln>
                    <a:solidFill>
                      <a:schemeClr val="bg1">
                        <a:alpha val="0"/>
                      </a:schemeClr>
                    </a:solidFill>
                  </a:ln>
                  <a:solidFill>
                    <a:srgbClr val="7F7F7F"/>
                  </a:solidFill>
                  <a:latin typeface="Segoe UI" panose="020B0502040204020203" pitchFamily="34" charset="0"/>
                  <a:ea typeface="Segoe UI" panose="020B0502040204020203" pitchFamily="34" charset="0"/>
                  <a:cs typeface="Segoe UI" panose="020B0502040204020203" pitchFamily="34" charset="0"/>
                </a:rPr>
                <a:t>Copyright © </a:t>
              </a:r>
              <a:r>
                <a:rPr kumimoji="1" lang="en-US" altLang="ko-KR" sz="700" dirty="0" err="1" smtClean="0">
                  <a:ln>
                    <a:solidFill>
                      <a:schemeClr val="bg1">
                        <a:alpha val="0"/>
                      </a:schemeClr>
                    </a:solidFill>
                  </a:ln>
                  <a:solidFill>
                    <a:srgbClr val="7F7F7F"/>
                  </a:solidFill>
                  <a:latin typeface="Segoe UI" panose="020B0502040204020203" pitchFamily="34" charset="0"/>
                  <a:ea typeface="Segoe UI" panose="020B0502040204020203" pitchFamily="34" charset="0"/>
                  <a:cs typeface="Segoe UI" panose="020B0502040204020203" pitchFamily="34" charset="0"/>
                </a:rPr>
                <a:t>Miracom,Inc</a:t>
              </a:r>
              <a:r>
                <a:rPr kumimoji="1" lang="en-US" altLang="ko-KR" sz="700" dirty="0" smtClean="0">
                  <a:ln>
                    <a:solidFill>
                      <a:schemeClr val="bg1">
                        <a:alpha val="0"/>
                      </a:schemeClr>
                    </a:solidFill>
                  </a:ln>
                  <a:solidFill>
                    <a:srgbClr val="7F7F7F"/>
                  </a:solidFill>
                  <a:latin typeface="Segoe UI" panose="020B0502040204020203" pitchFamily="34" charset="0"/>
                  <a:ea typeface="Segoe UI" panose="020B0502040204020203" pitchFamily="34" charset="0"/>
                  <a:cs typeface="Segoe UI" panose="020B0502040204020203" pitchFamily="34" charset="0"/>
                </a:rPr>
                <a:t>. All rights reserved.</a:t>
              </a:r>
            </a:p>
          </p:txBody>
        </p:sp>
        <p:grpSp>
          <p:nvGrpSpPr>
            <p:cNvPr id="50" name="그룹 49"/>
            <p:cNvGrpSpPr/>
            <p:nvPr userDrawn="1"/>
          </p:nvGrpSpPr>
          <p:grpSpPr>
            <a:xfrm>
              <a:off x="8842727" y="6587034"/>
              <a:ext cx="682273" cy="112290"/>
              <a:chOff x="7132078" y="2394682"/>
              <a:chExt cx="2286000" cy="376237"/>
            </a:xfrm>
            <a:solidFill>
              <a:srgbClr val="005AB4"/>
            </a:solidFill>
          </p:grpSpPr>
          <p:sp>
            <p:nvSpPr>
              <p:cNvPr id="51" name="Freeform 5"/>
              <p:cNvSpPr>
                <a:spLocks/>
              </p:cNvSpPr>
              <p:nvPr userDrawn="1"/>
            </p:nvSpPr>
            <p:spPr bwMode="auto">
              <a:xfrm>
                <a:off x="9046603" y="2394682"/>
                <a:ext cx="371475" cy="376237"/>
              </a:xfrm>
              <a:custGeom>
                <a:avLst/>
                <a:gdLst>
                  <a:gd name="T0" fmla="*/ 117 w 234"/>
                  <a:gd name="T1" fmla="*/ 154 h 237"/>
                  <a:gd name="T2" fmla="*/ 54 w 234"/>
                  <a:gd name="T3" fmla="*/ 0 h 237"/>
                  <a:gd name="T4" fmla="*/ 0 w 234"/>
                  <a:gd name="T5" fmla="*/ 0 h 237"/>
                  <a:gd name="T6" fmla="*/ 0 w 234"/>
                  <a:gd name="T7" fmla="*/ 237 h 237"/>
                  <a:gd name="T8" fmla="*/ 44 w 234"/>
                  <a:gd name="T9" fmla="*/ 237 h 237"/>
                  <a:gd name="T10" fmla="*/ 44 w 234"/>
                  <a:gd name="T11" fmla="*/ 96 h 237"/>
                  <a:gd name="T12" fmla="*/ 102 w 234"/>
                  <a:gd name="T13" fmla="*/ 237 h 237"/>
                  <a:gd name="T14" fmla="*/ 131 w 234"/>
                  <a:gd name="T15" fmla="*/ 237 h 237"/>
                  <a:gd name="T16" fmla="*/ 189 w 234"/>
                  <a:gd name="T17" fmla="*/ 96 h 237"/>
                  <a:gd name="T18" fmla="*/ 189 w 234"/>
                  <a:gd name="T19" fmla="*/ 237 h 237"/>
                  <a:gd name="T20" fmla="*/ 234 w 234"/>
                  <a:gd name="T21" fmla="*/ 237 h 237"/>
                  <a:gd name="T22" fmla="*/ 234 w 234"/>
                  <a:gd name="T23" fmla="*/ 0 h 237"/>
                  <a:gd name="T24" fmla="*/ 181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4" y="237"/>
                    </a:lnTo>
                    <a:lnTo>
                      <a:pt x="44" y="96"/>
                    </a:lnTo>
                    <a:lnTo>
                      <a:pt x="102" y="237"/>
                    </a:lnTo>
                    <a:lnTo>
                      <a:pt x="131" y="237"/>
                    </a:lnTo>
                    <a:lnTo>
                      <a:pt x="189" y="96"/>
                    </a:lnTo>
                    <a:lnTo>
                      <a:pt x="189" y="237"/>
                    </a:lnTo>
                    <a:lnTo>
                      <a:pt x="234" y="237"/>
                    </a:lnTo>
                    <a:lnTo>
                      <a:pt x="234" y="0"/>
                    </a:lnTo>
                    <a:lnTo>
                      <a:pt x="181"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2" name="Freeform 6"/>
              <p:cNvSpPr>
                <a:spLocks/>
              </p:cNvSpPr>
              <p:nvPr userDrawn="1"/>
            </p:nvSpPr>
            <p:spPr bwMode="auto">
              <a:xfrm>
                <a:off x="7132078" y="2394682"/>
                <a:ext cx="371475" cy="376237"/>
              </a:xfrm>
              <a:custGeom>
                <a:avLst/>
                <a:gdLst>
                  <a:gd name="T0" fmla="*/ 117 w 234"/>
                  <a:gd name="T1" fmla="*/ 154 h 237"/>
                  <a:gd name="T2" fmla="*/ 54 w 234"/>
                  <a:gd name="T3" fmla="*/ 0 h 237"/>
                  <a:gd name="T4" fmla="*/ 0 w 234"/>
                  <a:gd name="T5" fmla="*/ 0 h 237"/>
                  <a:gd name="T6" fmla="*/ 0 w 234"/>
                  <a:gd name="T7" fmla="*/ 237 h 237"/>
                  <a:gd name="T8" fmla="*/ 45 w 234"/>
                  <a:gd name="T9" fmla="*/ 237 h 237"/>
                  <a:gd name="T10" fmla="*/ 45 w 234"/>
                  <a:gd name="T11" fmla="*/ 96 h 237"/>
                  <a:gd name="T12" fmla="*/ 103 w 234"/>
                  <a:gd name="T13" fmla="*/ 237 h 237"/>
                  <a:gd name="T14" fmla="*/ 132 w 234"/>
                  <a:gd name="T15" fmla="*/ 237 h 237"/>
                  <a:gd name="T16" fmla="*/ 189 w 234"/>
                  <a:gd name="T17" fmla="*/ 96 h 237"/>
                  <a:gd name="T18" fmla="*/ 189 w 234"/>
                  <a:gd name="T19" fmla="*/ 237 h 237"/>
                  <a:gd name="T20" fmla="*/ 234 w 234"/>
                  <a:gd name="T21" fmla="*/ 237 h 237"/>
                  <a:gd name="T22" fmla="*/ 234 w 234"/>
                  <a:gd name="T23" fmla="*/ 0 h 237"/>
                  <a:gd name="T24" fmla="*/ 182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5" y="237"/>
                    </a:lnTo>
                    <a:lnTo>
                      <a:pt x="45" y="96"/>
                    </a:lnTo>
                    <a:lnTo>
                      <a:pt x="103" y="237"/>
                    </a:lnTo>
                    <a:lnTo>
                      <a:pt x="132" y="237"/>
                    </a:lnTo>
                    <a:lnTo>
                      <a:pt x="189" y="96"/>
                    </a:lnTo>
                    <a:lnTo>
                      <a:pt x="189" y="237"/>
                    </a:lnTo>
                    <a:lnTo>
                      <a:pt x="234" y="237"/>
                    </a:lnTo>
                    <a:lnTo>
                      <a:pt x="234" y="0"/>
                    </a:lnTo>
                    <a:lnTo>
                      <a:pt x="182"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4" name="Rectangle 7"/>
              <p:cNvSpPr>
                <a:spLocks noChangeArrowheads="1"/>
              </p:cNvSpPr>
              <p:nvPr userDrawn="1"/>
            </p:nvSpPr>
            <p:spPr bwMode="auto">
              <a:xfrm>
                <a:off x="7571815" y="2394682"/>
                <a:ext cx="73025" cy="3762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6" name="Freeform 8"/>
              <p:cNvSpPr>
                <a:spLocks noEditPoints="1"/>
              </p:cNvSpPr>
              <p:nvPr userDrawn="1"/>
            </p:nvSpPr>
            <p:spPr bwMode="auto">
              <a:xfrm>
                <a:off x="8629090" y="2394682"/>
                <a:ext cx="369887" cy="376237"/>
              </a:xfrm>
              <a:custGeom>
                <a:avLst/>
                <a:gdLst>
                  <a:gd name="T0" fmla="*/ 163 w 169"/>
                  <a:gd name="T1" fmla="*/ 51 h 170"/>
                  <a:gd name="T2" fmla="*/ 145 w 169"/>
                  <a:gd name="T3" fmla="*/ 24 h 170"/>
                  <a:gd name="T4" fmla="*/ 119 w 169"/>
                  <a:gd name="T5" fmla="*/ 6 h 170"/>
                  <a:gd name="T6" fmla="*/ 85 w 169"/>
                  <a:gd name="T7" fmla="*/ 0 h 170"/>
                  <a:gd name="T8" fmla="*/ 51 w 169"/>
                  <a:gd name="T9" fmla="*/ 6 h 170"/>
                  <a:gd name="T10" fmla="*/ 24 w 169"/>
                  <a:gd name="T11" fmla="*/ 24 h 170"/>
                  <a:gd name="T12" fmla="*/ 6 w 169"/>
                  <a:gd name="T13" fmla="*/ 51 h 170"/>
                  <a:gd name="T14" fmla="*/ 0 w 169"/>
                  <a:gd name="T15" fmla="*/ 85 h 170"/>
                  <a:gd name="T16" fmla="*/ 6 w 169"/>
                  <a:gd name="T17" fmla="*/ 118 h 170"/>
                  <a:gd name="T18" fmla="*/ 24 w 169"/>
                  <a:gd name="T19" fmla="*/ 146 h 170"/>
                  <a:gd name="T20" fmla="*/ 51 w 169"/>
                  <a:gd name="T21" fmla="*/ 163 h 170"/>
                  <a:gd name="T22" fmla="*/ 85 w 169"/>
                  <a:gd name="T23" fmla="*/ 170 h 170"/>
                  <a:gd name="T24" fmla="*/ 119 w 169"/>
                  <a:gd name="T25" fmla="*/ 163 h 170"/>
                  <a:gd name="T26" fmla="*/ 145 w 169"/>
                  <a:gd name="T27" fmla="*/ 146 h 170"/>
                  <a:gd name="T28" fmla="*/ 163 w 169"/>
                  <a:gd name="T29" fmla="*/ 118 h 170"/>
                  <a:gd name="T30" fmla="*/ 169 w 169"/>
                  <a:gd name="T31" fmla="*/ 85 h 170"/>
                  <a:gd name="T32" fmla="*/ 163 w 169"/>
                  <a:gd name="T33" fmla="*/ 51 h 170"/>
                  <a:gd name="T34" fmla="*/ 132 w 169"/>
                  <a:gd name="T35" fmla="*/ 106 h 170"/>
                  <a:gd name="T36" fmla="*/ 121 w 169"/>
                  <a:gd name="T37" fmla="*/ 123 h 170"/>
                  <a:gd name="T38" fmla="*/ 105 w 169"/>
                  <a:gd name="T39" fmla="*/ 134 h 170"/>
                  <a:gd name="T40" fmla="*/ 64 w 169"/>
                  <a:gd name="T41" fmla="*/ 134 h 170"/>
                  <a:gd name="T42" fmla="*/ 48 w 169"/>
                  <a:gd name="T43" fmla="*/ 123 h 170"/>
                  <a:gd name="T44" fmla="*/ 38 w 169"/>
                  <a:gd name="T45" fmla="*/ 106 h 170"/>
                  <a:gd name="T46" fmla="*/ 34 w 169"/>
                  <a:gd name="T47" fmla="*/ 85 h 170"/>
                  <a:gd name="T48" fmla="*/ 38 w 169"/>
                  <a:gd name="T49" fmla="*/ 64 h 170"/>
                  <a:gd name="T50" fmla="*/ 48 w 169"/>
                  <a:gd name="T51" fmla="*/ 46 h 170"/>
                  <a:gd name="T52" fmla="*/ 64 w 169"/>
                  <a:gd name="T53" fmla="*/ 35 h 170"/>
                  <a:gd name="T54" fmla="*/ 85 w 169"/>
                  <a:gd name="T55" fmla="*/ 31 h 170"/>
                  <a:gd name="T56" fmla="*/ 105 w 169"/>
                  <a:gd name="T57" fmla="*/ 35 h 170"/>
                  <a:gd name="T58" fmla="*/ 121 w 169"/>
                  <a:gd name="T59" fmla="*/ 46 h 170"/>
                  <a:gd name="T60" fmla="*/ 132 w 169"/>
                  <a:gd name="T61" fmla="*/ 64 h 170"/>
                  <a:gd name="T62" fmla="*/ 136 w 169"/>
                  <a:gd name="T63" fmla="*/ 85 h 170"/>
                  <a:gd name="T64" fmla="*/ 132 w 169"/>
                  <a:gd name="T65" fmla="*/ 10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 h="170">
                    <a:moveTo>
                      <a:pt x="163" y="51"/>
                    </a:moveTo>
                    <a:cubicBezTo>
                      <a:pt x="159" y="41"/>
                      <a:pt x="153" y="31"/>
                      <a:pt x="145" y="24"/>
                    </a:cubicBezTo>
                    <a:cubicBezTo>
                      <a:pt x="138" y="16"/>
                      <a:pt x="129" y="10"/>
                      <a:pt x="119" y="6"/>
                    </a:cubicBezTo>
                    <a:cubicBezTo>
                      <a:pt x="108" y="2"/>
                      <a:pt x="97" y="0"/>
                      <a:pt x="85" y="0"/>
                    </a:cubicBezTo>
                    <a:cubicBezTo>
                      <a:pt x="73" y="0"/>
                      <a:pt x="61" y="2"/>
                      <a:pt x="51" y="6"/>
                    </a:cubicBezTo>
                    <a:cubicBezTo>
                      <a:pt x="41" y="10"/>
                      <a:pt x="32" y="16"/>
                      <a:pt x="24" y="24"/>
                    </a:cubicBezTo>
                    <a:cubicBezTo>
                      <a:pt x="17" y="31"/>
                      <a:pt x="11" y="41"/>
                      <a:pt x="6" y="51"/>
                    </a:cubicBezTo>
                    <a:cubicBezTo>
                      <a:pt x="2" y="61"/>
                      <a:pt x="0" y="73"/>
                      <a:pt x="0" y="85"/>
                    </a:cubicBezTo>
                    <a:cubicBezTo>
                      <a:pt x="0" y="97"/>
                      <a:pt x="2" y="108"/>
                      <a:pt x="6" y="118"/>
                    </a:cubicBezTo>
                    <a:cubicBezTo>
                      <a:pt x="11" y="129"/>
                      <a:pt x="17" y="138"/>
                      <a:pt x="24" y="146"/>
                    </a:cubicBezTo>
                    <a:cubicBezTo>
                      <a:pt x="32" y="153"/>
                      <a:pt x="41" y="159"/>
                      <a:pt x="51" y="163"/>
                    </a:cubicBezTo>
                    <a:cubicBezTo>
                      <a:pt x="61" y="168"/>
                      <a:pt x="73" y="170"/>
                      <a:pt x="85" y="170"/>
                    </a:cubicBezTo>
                    <a:cubicBezTo>
                      <a:pt x="97" y="170"/>
                      <a:pt x="108" y="168"/>
                      <a:pt x="119" y="163"/>
                    </a:cubicBezTo>
                    <a:cubicBezTo>
                      <a:pt x="129" y="159"/>
                      <a:pt x="138" y="153"/>
                      <a:pt x="145" y="146"/>
                    </a:cubicBezTo>
                    <a:cubicBezTo>
                      <a:pt x="153" y="138"/>
                      <a:pt x="159" y="129"/>
                      <a:pt x="163" y="118"/>
                    </a:cubicBezTo>
                    <a:cubicBezTo>
                      <a:pt x="167" y="108"/>
                      <a:pt x="169" y="97"/>
                      <a:pt x="169" y="85"/>
                    </a:cubicBezTo>
                    <a:cubicBezTo>
                      <a:pt x="169" y="73"/>
                      <a:pt x="167" y="61"/>
                      <a:pt x="163" y="51"/>
                    </a:cubicBezTo>
                    <a:close/>
                    <a:moveTo>
                      <a:pt x="132" y="106"/>
                    </a:moveTo>
                    <a:cubicBezTo>
                      <a:pt x="129" y="112"/>
                      <a:pt x="126" y="118"/>
                      <a:pt x="121" y="123"/>
                    </a:cubicBezTo>
                    <a:cubicBezTo>
                      <a:pt x="117" y="128"/>
                      <a:pt x="112" y="132"/>
                      <a:pt x="105" y="134"/>
                    </a:cubicBezTo>
                    <a:cubicBezTo>
                      <a:pt x="93" y="140"/>
                      <a:pt x="76" y="140"/>
                      <a:pt x="64" y="134"/>
                    </a:cubicBezTo>
                    <a:cubicBezTo>
                      <a:pt x="58" y="132"/>
                      <a:pt x="52" y="128"/>
                      <a:pt x="48" y="123"/>
                    </a:cubicBezTo>
                    <a:cubicBezTo>
                      <a:pt x="44" y="118"/>
                      <a:pt x="40" y="112"/>
                      <a:pt x="38" y="106"/>
                    </a:cubicBezTo>
                    <a:cubicBezTo>
                      <a:pt x="35" y="99"/>
                      <a:pt x="34" y="92"/>
                      <a:pt x="34" y="85"/>
                    </a:cubicBezTo>
                    <a:cubicBezTo>
                      <a:pt x="34" y="77"/>
                      <a:pt x="35" y="70"/>
                      <a:pt x="38" y="64"/>
                    </a:cubicBezTo>
                    <a:cubicBezTo>
                      <a:pt x="40" y="57"/>
                      <a:pt x="44" y="51"/>
                      <a:pt x="48" y="46"/>
                    </a:cubicBezTo>
                    <a:cubicBezTo>
                      <a:pt x="52" y="42"/>
                      <a:pt x="58" y="38"/>
                      <a:pt x="64" y="35"/>
                    </a:cubicBezTo>
                    <a:cubicBezTo>
                      <a:pt x="70" y="32"/>
                      <a:pt x="77" y="31"/>
                      <a:pt x="85" y="31"/>
                    </a:cubicBezTo>
                    <a:cubicBezTo>
                      <a:pt x="92" y="31"/>
                      <a:pt x="99" y="32"/>
                      <a:pt x="105" y="35"/>
                    </a:cubicBezTo>
                    <a:cubicBezTo>
                      <a:pt x="112" y="38"/>
                      <a:pt x="117" y="42"/>
                      <a:pt x="121" y="46"/>
                    </a:cubicBezTo>
                    <a:cubicBezTo>
                      <a:pt x="126" y="51"/>
                      <a:pt x="129" y="57"/>
                      <a:pt x="132" y="64"/>
                    </a:cubicBezTo>
                    <a:cubicBezTo>
                      <a:pt x="134" y="70"/>
                      <a:pt x="136" y="77"/>
                      <a:pt x="136" y="85"/>
                    </a:cubicBezTo>
                    <a:cubicBezTo>
                      <a:pt x="136" y="92"/>
                      <a:pt x="134" y="99"/>
                      <a:pt x="13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7" name="Freeform 9"/>
              <p:cNvSpPr>
                <a:spLocks noEditPoints="1"/>
              </p:cNvSpPr>
              <p:nvPr userDrawn="1"/>
            </p:nvSpPr>
            <p:spPr bwMode="auto">
              <a:xfrm>
                <a:off x="7711515" y="2394682"/>
                <a:ext cx="282575" cy="376237"/>
              </a:xfrm>
              <a:custGeom>
                <a:avLst/>
                <a:gdLst>
                  <a:gd name="T0" fmla="*/ 82 w 129"/>
                  <a:gd name="T1" fmla="*/ 96 h 170"/>
                  <a:gd name="T2" fmla="*/ 104 w 129"/>
                  <a:gd name="T3" fmla="*/ 83 h 170"/>
                  <a:gd name="T4" fmla="*/ 117 w 129"/>
                  <a:gd name="T5" fmla="*/ 50 h 170"/>
                  <a:gd name="T6" fmla="*/ 110 w 129"/>
                  <a:gd name="T7" fmla="*/ 23 h 170"/>
                  <a:gd name="T8" fmla="*/ 93 w 129"/>
                  <a:gd name="T9" fmla="*/ 8 h 170"/>
                  <a:gd name="T10" fmla="*/ 70 w 129"/>
                  <a:gd name="T11" fmla="*/ 1 h 170"/>
                  <a:gd name="T12" fmla="*/ 47 w 129"/>
                  <a:gd name="T13" fmla="*/ 0 h 170"/>
                  <a:gd name="T14" fmla="*/ 0 w 129"/>
                  <a:gd name="T15" fmla="*/ 0 h 170"/>
                  <a:gd name="T16" fmla="*/ 0 w 129"/>
                  <a:gd name="T17" fmla="*/ 170 h 170"/>
                  <a:gd name="T18" fmla="*/ 34 w 129"/>
                  <a:gd name="T19" fmla="*/ 170 h 170"/>
                  <a:gd name="T20" fmla="*/ 34 w 129"/>
                  <a:gd name="T21" fmla="*/ 101 h 170"/>
                  <a:gd name="T22" fmla="*/ 45 w 129"/>
                  <a:gd name="T23" fmla="*/ 101 h 170"/>
                  <a:gd name="T24" fmla="*/ 87 w 129"/>
                  <a:gd name="T25" fmla="*/ 170 h 170"/>
                  <a:gd name="T26" fmla="*/ 116 w 129"/>
                  <a:gd name="T27" fmla="*/ 170 h 170"/>
                  <a:gd name="T28" fmla="*/ 129 w 129"/>
                  <a:gd name="T29" fmla="*/ 170 h 170"/>
                  <a:gd name="T30" fmla="*/ 129 w 129"/>
                  <a:gd name="T31" fmla="*/ 170 h 170"/>
                  <a:gd name="T32" fmla="*/ 82 w 129"/>
                  <a:gd name="T33" fmla="*/ 96 h 170"/>
                  <a:gd name="T34" fmla="*/ 79 w 129"/>
                  <a:gd name="T35" fmla="*/ 60 h 170"/>
                  <a:gd name="T36" fmla="*/ 71 w 129"/>
                  <a:gd name="T37" fmla="*/ 65 h 170"/>
                  <a:gd name="T38" fmla="*/ 58 w 129"/>
                  <a:gd name="T39" fmla="*/ 68 h 170"/>
                  <a:gd name="T40" fmla="*/ 42 w 129"/>
                  <a:gd name="T41" fmla="*/ 68 h 170"/>
                  <a:gd name="T42" fmla="*/ 34 w 129"/>
                  <a:gd name="T43" fmla="*/ 68 h 170"/>
                  <a:gd name="T44" fmla="*/ 34 w 129"/>
                  <a:gd name="T45" fmla="*/ 32 h 170"/>
                  <a:gd name="T46" fmla="*/ 52 w 129"/>
                  <a:gd name="T47" fmla="*/ 32 h 170"/>
                  <a:gd name="T48" fmla="*/ 64 w 129"/>
                  <a:gd name="T49" fmla="*/ 33 h 170"/>
                  <a:gd name="T50" fmla="*/ 74 w 129"/>
                  <a:gd name="T51" fmla="*/ 36 h 170"/>
                  <a:gd name="T52" fmla="*/ 79 w 129"/>
                  <a:gd name="T53" fmla="*/ 41 h 170"/>
                  <a:gd name="T54" fmla="*/ 81 w 129"/>
                  <a:gd name="T55" fmla="*/ 50 h 170"/>
                  <a:gd name="T56" fmla="*/ 79 w 129"/>
                  <a:gd name="T57" fmla="*/ 6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70">
                    <a:moveTo>
                      <a:pt x="82" y="96"/>
                    </a:moveTo>
                    <a:cubicBezTo>
                      <a:pt x="91" y="94"/>
                      <a:pt x="98" y="89"/>
                      <a:pt x="104" y="83"/>
                    </a:cubicBezTo>
                    <a:cubicBezTo>
                      <a:pt x="112" y="75"/>
                      <a:pt x="117" y="63"/>
                      <a:pt x="117" y="50"/>
                    </a:cubicBezTo>
                    <a:cubicBezTo>
                      <a:pt x="117" y="39"/>
                      <a:pt x="114" y="30"/>
                      <a:pt x="110" y="23"/>
                    </a:cubicBezTo>
                    <a:cubicBezTo>
                      <a:pt x="106" y="16"/>
                      <a:pt x="100" y="11"/>
                      <a:pt x="93" y="8"/>
                    </a:cubicBezTo>
                    <a:cubicBezTo>
                      <a:pt x="86" y="4"/>
                      <a:pt x="78" y="2"/>
                      <a:pt x="70" y="1"/>
                    </a:cubicBezTo>
                    <a:cubicBezTo>
                      <a:pt x="63" y="0"/>
                      <a:pt x="55" y="0"/>
                      <a:pt x="47" y="0"/>
                    </a:cubicBezTo>
                    <a:cubicBezTo>
                      <a:pt x="0" y="0"/>
                      <a:pt x="0" y="0"/>
                      <a:pt x="0" y="0"/>
                    </a:cubicBezTo>
                    <a:cubicBezTo>
                      <a:pt x="0" y="170"/>
                      <a:pt x="0" y="170"/>
                      <a:pt x="0" y="170"/>
                    </a:cubicBezTo>
                    <a:cubicBezTo>
                      <a:pt x="34" y="170"/>
                      <a:pt x="34" y="170"/>
                      <a:pt x="34" y="170"/>
                    </a:cubicBezTo>
                    <a:cubicBezTo>
                      <a:pt x="34" y="101"/>
                      <a:pt x="34" y="101"/>
                      <a:pt x="34" y="101"/>
                    </a:cubicBezTo>
                    <a:cubicBezTo>
                      <a:pt x="45" y="101"/>
                      <a:pt x="45" y="101"/>
                      <a:pt x="45" y="101"/>
                    </a:cubicBezTo>
                    <a:cubicBezTo>
                      <a:pt x="87" y="170"/>
                      <a:pt x="87" y="170"/>
                      <a:pt x="87" y="170"/>
                    </a:cubicBezTo>
                    <a:cubicBezTo>
                      <a:pt x="116" y="170"/>
                      <a:pt x="116" y="170"/>
                      <a:pt x="116" y="170"/>
                    </a:cubicBezTo>
                    <a:cubicBezTo>
                      <a:pt x="129" y="170"/>
                      <a:pt x="129" y="170"/>
                      <a:pt x="129" y="170"/>
                    </a:cubicBezTo>
                    <a:cubicBezTo>
                      <a:pt x="129" y="170"/>
                      <a:pt x="129" y="170"/>
                      <a:pt x="129" y="170"/>
                    </a:cubicBezTo>
                    <a:lnTo>
                      <a:pt x="82" y="96"/>
                    </a:lnTo>
                    <a:close/>
                    <a:moveTo>
                      <a:pt x="79" y="60"/>
                    </a:moveTo>
                    <a:cubicBezTo>
                      <a:pt x="77" y="62"/>
                      <a:pt x="74" y="64"/>
                      <a:pt x="71" y="65"/>
                    </a:cubicBezTo>
                    <a:cubicBezTo>
                      <a:pt x="67" y="67"/>
                      <a:pt x="62" y="67"/>
                      <a:pt x="58" y="68"/>
                    </a:cubicBezTo>
                    <a:cubicBezTo>
                      <a:pt x="52" y="68"/>
                      <a:pt x="47" y="68"/>
                      <a:pt x="42" y="68"/>
                    </a:cubicBezTo>
                    <a:cubicBezTo>
                      <a:pt x="34" y="68"/>
                      <a:pt x="34" y="68"/>
                      <a:pt x="34" y="68"/>
                    </a:cubicBezTo>
                    <a:cubicBezTo>
                      <a:pt x="34" y="32"/>
                      <a:pt x="34" y="32"/>
                      <a:pt x="34" y="32"/>
                    </a:cubicBezTo>
                    <a:cubicBezTo>
                      <a:pt x="52" y="32"/>
                      <a:pt x="52" y="32"/>
                      <a:pt x="52" y="32"/>
                    </a:cubicBezTo>
                    <a:cubicBezTo>
                      <a:pt x="56" y="32"/>
                      <a:pt x="60" y="33"/>
                      <a:pt x="64" y="33"/>
                    </a:cubicBezTo>
                    <a:cubicBezTo>
                      <a:pt x="68" y="34"/>
                      <a:pt x="71" y="35"/>
                      <a:pt x="74" y="36"/>
                    </a:cubicBezTo>
                    <a:cubicBezTo>
                      <a:pt x="76" y="37"/>
                      <a:pt x="78" y="39"/>
                      <a:pt x="79" y="41"/>
                    </a:cubicBezTo>
                    <a:cubicBezTo>
                      <a:pt x="81" y="43"/>
                      <a:pt x="81" y="46"/>
                      <a:pt x="81" y="50"/>
                    </a:cubicBezTo>
                    <a:cubicBezTo>
                      <a:pt x="81" y="55"/>
                      <a:pt x="81" y="58"/>
                      <a:pt x="7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8" name="Freeform 10"/>
              <p:cNvSpPr>
                <a:spLocks noEditPoints="1"/>
              </p:cNvSpPr>
              <p:nvPr userDrawn="1"/>
            </p:nvSpPr>
            <p:spPr bwMode="auto">
              <a:xfrm>
                <a:off x="8003615" y="2394682"/>
                <a:ext cx="347662" cy="376237"/>
              </a:xfrm>
              <a:custGeom>
                <a:avLst/>
                <a:gdLst>
                  <a:gd name="T0" fmla="*/ 119 w 219"/>
                  <a:gd name="T1" fmla="*/ 0 h 237"/>
                  <a:gd name="T2" fmla="*/ 81 w 219"/>
                  <a:gd name="T3" fmla="*/ 0 h 237"/>
                  <a:gd name="T4" fmla="*/ 0 w 219"/>
                  <a:gd name="T5" fmla="*/ 188 h 237"/>
                  <a:gd name="T6" fmla="*/ 30 w 219"/>
                  <a:gd name="T7" fmla="*/ 237 h 237"/>
                  <a:gd name="T8" fmla="*/ 52 w 219"/>
                  <a:gd name="T9" fmla="*/ 184 h 237"/>
                  <a:gd name="T10" fmla="*/ 144 w 219"/>
                  <a:gd name="T11" fmla="*/ 184 h 237"/>
                  <a:gd name="T12" fmla="*/ 166 w 219"/>
                  <a:gd name="T13" fmla="*/ 237 h 237"/>
                  <a:gd name="T14" fmla="*/ 219 w 219"/>
                  <a:gd name="T15" fmla="*/ 237 h 237"/>
                  <a:gd name="T16" fmla="*/ 119 w 219"/>
                  <a:gd name="T17" fmla="*/ 0 h 237"/>
                  <a:gd name="T18" fmla="*/ 70 w 219"/>
                  <a:gd name="T19" fmla="*/ 141 h 237"/>
                  <a:gd name="T20" fmla="*/ 99 w 219"/>
                  <a:gd name="T21" fmla="*/ 71 h 237"/>
                  <a:gd name="T22" fmla="*/ 128 w 219"/>
                  <a:gd name="T23" fmla="*/ 141 h 237"/>
                  <a:gd name="T24" fmla="*/ 70 w 219"/>
                  <a:gd name="T25" fmla="*/ 14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7">
                    <a:moveTo>
                      <a:pt x="119" y="0"/>
                    </a:moveTo>
                    <a:lnTo>
                      <a:pt x="81" y="0"/>
                    </a:lnTo>
                    <a:lnTo>
                      <a:pt x="0" y="188"/>
                    </a:lnTo>
                    <a:lnTo>
                      <a:pt x="30" y="237"/>
                    </a:lnTo>
                    <a:lnTo>
                      <a:pt x="52" y="184"/>
                    </a:lnTo>
                    <a:lnTo>
                      <a:pt x="144" y="184"/>
                    </a:lnTo>
                    <a:lnTo>
                      <a:pt x="166" y="237"/>
                    </a:lnTo>
                    <a:lnTo>
                      <a:pt x="219" y="237"/>
                    </a:lnTo>
                    <a:lnTo>
                      <a:pt x="119" y="0"/>
                    </a:lnTo>
                    <a:close/>
                    <a:moveTo>
                      <a:pt x="70" y="141"/>
                    </a:moveTo>
                    <a:lnTo>
                      <a:pt x="99" y="71"/>
                    </a:lnTo>
                    <a:lnTo>
                      <a:pt x="128" y="141"/>
                    </a:lnTo>
                    <a:lnTo>
                      <a:pt x="70" y="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59" name="Freeform 11"/>
              <p:cNvSpPr>
                <a:spLocks/>
              </p:cNvSpPr>
              <p:nvPr userDrawn="1"/>
            </p:nvSpPr>
            <p:spPr bwMode="auto">
              <a:xfrm>
                <a:off x="8340165" y="2394682"/>
                <a:ext cx="295275" cy="376237"/>
              </a:xfrm>
              <a:custGeom>
                <a:avLst/>
                <a:gdLst>
                  <a:gd name="T0" fmla="*/ 118 w 135"/>
                  <a:gd name="T1" fmla="*/ 129 h 170"/>
                  <a:gd name="T2" fmla="*/ 118 w 135"/>
                  <a:gd name="T3" fmla="*/ 127 h 170"/>
                  <a:gd name="T4" fmla="*/ 116 w 135"/>
                  <a:gd name="T5" fmla="*/ 129 h 170"/>
                  <a:gd name="T6" fmla="*/ 115 w 135"/>
                  <a:gd name="T7" fmla="*/ 129 h 170"/>
                  <a:gd name="T8" fmla="*/ 106 w 135"/>
                  <a:gd name="T9" fmla="*/ 134 h 170"/>
                  <a:gd name="T10" fmla="*/ 87 w 135"/>
                  <a:gd name="T11" fmla="*/ 138 h 170"/>
                  <a:gd name="T12" fmla="*/ 50 w 135"/>
                  <a:gd name="T13" fmla="*/ 123 h 170"/>
                  <a:gd name="T14" fmla="*/ 34 w 135"/>
                  <a:gd name="T15" fmla="*/ 85 h 170"/>
                  <a:gd name="T16" fmla="*/ 50 w 135"/>
                  <a:gd name="T17" fmla="*/ 47 h 170"/>
                  <a:gd name="T18" fmla="*/ 87 w 135"/>
                  <a:gd name="T19" fmla="*/ 32 h 170"/>
                  <a:gd name="T20" fmla="*/ 116 w 135"/>
                  <a:gd name="T21" fmla="*/ 41 h 170"/>
                  <a:gd name="T22" fmla="*/ 117 w 135"/>
                  <a:gd name="T23" fmla="*/ 42 h 170"/>
                  <a:gd name="T24" fmla="*/ 134 w 135"/>
                  <a:gd name="T25" fmla="*/ 15 h 170"/>
                  <a:gd name="T26" fmla="*/ 135 w 135"/>
                  <a:gd name="T27" fmla="*/ 13 h 170"/>
                  <a:gd name="T28" fmla="*/ 132 w 135"/>
                  <a:gd name="T29" fmla="*/ 12 h 170"/>
                  <a:gd name="T30" fmla="*/ 88 w 135"/>
                  <a:gd name="T31" fmla="*/ 0 h 170"/>
                  <a:gd name="T32" fmla="*/ 21 w 135"/>
                  <a:gd name="T33" fmla="*/ 30 h 170"/>
                  <a:gd name="T34" fmla="*/ 0 w 135"/>
                  <a:gd name="T35" fmla="*/ 86 h 170"/>
                  <a:gd name="T36" fmla="*/ 25 w 135"/>
                  <a:gd name="T37" fmla="*/ 145 h 170"/>
                  <a:gd name="T38" fmla="*/ 86 w 135"/>
                  <a:gd name="T39" fmla="*/ 170 h 170"/>
                  <a:gd name="T40" fmla="*/ 132 w 135"/>
                  <a:gd name="T41" fmla="*/ 158 h 170"/>
                  <a:gd name="T42" fmla="*/ 135 w 135"/>
                  <a:gd name="T43" fmla="*/ 156 h 170"/>
                  <a:gd name="T44" fmla="*/ 118 w 135"/>
                  <a:gd name="T45" fmla="*/ 12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5" h="170">
                    <a:moveTo>
                      <a:pt x="118" y="129"/>
                    </a:moveTo>
                    <a:cubicBezTo>
                      <a:pt x="118" y="127"/>
                      <a:pt x="118" y="127"/>
                      <a:pt x="118" y="127"/>
                    </a:cubicBezTo>
                    <a:cubicBezTo>
                      <a:pt x="116" y="129"/>
                      <a:pt x="116" y="129"/>
                      <a:pt x="116" y="129"/>
                    </a:cubicBezTo>
                    <a:cubicBezTo>
                      <a:pt x="115" y="129"/>
                      <a:pt x="115" y="129"/>
                      <a:pt x="115" y="129"/>
                    </a:cubicBezTo>
                    <a:cubicBezTo>
                      <a:pt x="112" y="131"/>
                      <a:pt x="109" y="133"/>
                      <a:pt x="106" y="134"/>
                    </a:cubicBezTo>
                    <a:cubicBezTo>
                      <a:pt x="101" y="137"/>
                      <a:pt x="94" y="138"/>
                      <a:pt x="87" y="138"/>
                    </a:cubicBezTo>
                    <a:cubicBezTo>
                      <a:pt x="72" y="138"/>
                      <a:pt x="60" y="133"/>
                      <a:pt x="50" y="123"/>
                    </a:cubicBezTo>
                    <a:cubicBezTo>
                      <a:pt x="39" y="112"/>
                      <a:pt x="34" y="100"/>
                      <a:pt x="34" y="85"/>
                    </a:cubicBezTo>
                    <a:cubicBezTo>
                      <a:pt x="34" y="70"/>
                      <a:pt x="39" y="58"/>
                      <a:pt x="50" y="47"/>
                    </a:cubicBezTo>
                    <a:cubicBezTo>
                      <a:pt x="60" y="37"/>
                      <a:pt x="72" y="32"/>
                      <a:pt x="87" y="32"/>
                    </a:cubicBezTo>
                    <a:cubicBezTo>
                      <a:pt x="96" y="32"/>
                      <a:pt x="106" y="35"/>
                      <a:pt x="116" y="41"/>
                    </a:cubicBezTo>
                    <a:cubicBezTo>
                      <a:pt x="117" y="42"/>
                      <a:pt x="117" y="42"/>
                      <a:pt x="117" y="42"/>
                    </a:cubicBezTo>
                    <a:cubicBezTo>
                      <a:pt x="134" y="15"/>
                      <a:pt x="134" y="15"/>
                      <a:pt x="134" y="15"/>
                    </a:cubicBezTo>
                    <a:cubicBezTo>
                      <a:pt x="135" y="13"/>
                      <a:pt x="135" y="13"/>
                      <a:pt x="135" y="13"/>
                    </a:cubicBezTo>
                    <a:cubicBezTo>
                      <a:pt x="132" y="12"/>
                      <a:pt x="132" y="12"/>
                      <a:pt x="132" y="12"/>
                    </a:cubicBezTo>
                    <a:cubicBezTo>
                      <a:pt x="118" y="4"/>
                      <a:pt x="103" y="0"/>
                      <a:pt x="88" y="0"/>
                    </a:cubicBezTo>
                    <a:cubicBezTo>
                      <a:pt x="61" y="0"/>
                      <a:pt x="38" y="10"/>
                      <a:pt x="21" y="30"/>
                    </a:cubicBezTo>
                    <a:cubicBezTo>
                      <a:pt x="7" y="46"/>
                      <a:pt x="0" y="65"/>
                      <a:pt x="0" y="86"/>
                    </a:cubicBezTo>
                    <a:cubicBezTo>
                      <a:pt x="0" y="109"/>
                      <a:pt x="9" y="129"/>
                      <a:pt x="25" y="145"/>
                    </a:cubicBezTo>
                    <a:cubicBezTo>
                      <a:pt x="42" y="161"/>
                      <a:pt x="63" y="170"/>
                      <a:pt x="86" y="170"/>
                    </a:cubicBezTo>
                    <a:cubicBezTo>
                      <a:pt x="102" y="170"/>
                      <a:pt x="117" y="166"/>
                      <a:pt x="132" y="158"/>
                    </a:cubicBezTo>
                    <a:cubicBezTo>
                      <a:pt x="135" y="156"/>
                      <a:pt x="135" y="156"/>
                      <a:pt x="135" y="156"/>
                    </a:cubicBezTo>
                    <a:lnTo>
                      <a:pt x="118" y="1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graphicFrame>
        <p:nvGraphicFramePr>
          <p:cNvPr id="19" name="표 2">
            <a:extLst>
              <a:ext uri="{FF2B5EF4-FFF2-40B4-BE49-F238E27FC236}">
                <a16:creationId xmlns:a16="http://schemas.microsoft.com/office/drawing/2014/main" id="{F97B612E-35DE-560C-37CA-503D4EBDF32C}"/>
              </a:ext>
            </a:extLst>
          </p:cNvPr>
          <p:cNvGraphicFramePr>
            <a:graphicFrameLocks noGrp="1"/>
          </p:cNvGraphicFramePr>
          <p:nvPr userDrawn="1">
            <p:extLst>
              <p:ext uri="{D42A27DB-BD31-4B8C-83A1-F6EECF244321}">
                <p14:modId xmlns:p14="http://schemas.microsoft.com/office/powerpoint/2010/main" val="98004078"/>
              </p:ext>
            </p:extLst>
          </p:nvPr>
        </p:nvGraphicFramePr>
        <p:xfrm>
          <a:off x="417515" y="1563113"/>
          <a:ext cx="9072880" cy="4884297"/>
        </p:xfrm>
        <a:graphic>
          <a:graphicData uri="http://schemas.openxmlformats.org/drawingml/2006/table">
            <a:tbl>
              <a:tblPr>
                <a:tableStyleId>{5C22544A-7EE6-4342-B048-85BDC9FD1C3A}</a:tableStyleId>
              </a:tblPr>
              <a:tblGrid>
                <a:gridCol w="453644">
                  <a:extLst>
                    <a:ext uri="{9D8B030D-6E8A-4147-A177-3AD203B41FA5}">
                      <a16:colId xmlns:a16="http://schemas.microsoft.com/office/drawing/2014/main" val="3973807300"/>
                    </a:ext>
                  </a:extLst>
                </a:gridCol>
                <a:gridCol w="453644">
                  <a:extLst>
                    <a:ext uri="{9D8B030D-6E8A-4147-A177-3AD203B41FA5}">
                      <a16:colId xmlns:a16="http://schemas.microsoft.com/office/drawing/2014/main" val="4200072876"/>
                    </a:ext>
                  </a:extLst>
                </a:gridCol>
                <a:gridCol w="453644">
                  <a:extLst>
                    <a:ext uri="{9D8B030D-6E8A-4147-A177-3AD203B41FA5}">
                      <a16:colId xmlns:a16="http://schemas.microsoft.com/office/drawing/2014/main" val="2401747750"/>
                    </a:ext>
                  </a:extLst>
                </a:gridCol>
                <a:gridCol w="453644">
                  <a:extLst>
                    <a:ext uri="{9D8B030D-6E8A-4147-A177-3AD203B41FA5}">
                      <a16:colId xmlns:a16="http://schemas.microsoft.com/office/drawing/2014/main" val="1192982872"/>
                    </a:ext>
                  </a:extLst>
                </a:gridCol>
                <a:gridCol w="453644">
                  <a:extLst>
                    <a:ext uri="{9D8B030D-6E8A-4147-A177-3AD203B41FA5}">
                      <a16:colId xmlns:a16="http://schemas.microsoft.com/office/drawing/2014/main" val="1486225247"/>
                    </a:ext>
                  </a:extLst>
                </a:gridCol>
                <a:gridCol w="453644">
                  <a:extLst>
                    <a:ext uri="{9D8B030D-6E8A-4147-A177-3AD203B41FA5}">
                      <a16:colId xmlns:a16="http://schemas.microsoft.com/office/drawing/2014/main" val="2032514863"/>
                    </a:ext>
                  </a:extLst>
                </a:gridCol>
                <a:gridCol w="453644">
                  <a:extLst>
                    <a:ext uri="{9D8B030D-6E8A-4147-A177-3AD203B41FA5}">
                      <a16:colId xmlns:a16="http://schemas.microsoft.com/office/drawing/2014/main" val="2190697177"/>
                    </a:ext>
                  </a:extLst>
                </a:gridCol>
                <a:gridCol w="453644">
                  <a:extLst>
                    <a:ext uri="{9D8B030D-6E8A-4147-A177-3AD203B41FA5}">
                      <a16:colId xmlns:a16="http://schemas.microsoft.com/office/drawing/2014/main" val="103039018"/>
                    </a:ext>
                  </a:extLst>
                </a:gridCol>
                <a:gridCol w="453644">
                  <a:extLst>
                    <a:ext uri="{9D8B030D-6E8A-4147-A177-3AD203B41FA5}">
                      <a16:colId xmlns:a16="http://schemas.microsoft.com/office/drawing/2014/main" val="713891701"/>
                    </a:ext>
                  </a:extLst>
                </a:gridCol>
                <a:gridCol w="453644">
                  <a:extLst>
                    <a:ext uri="{9D8B030D-6E8A-4147-A177-3AD203B41FA5}">
                      <a16:colId xmlns:a16="http://schemas.microsoft.com/office/drawing/2014/main" val="405964802"/>
                    </a:ext>
                  </a:extLst>
                </a:gridCol>
                <a:gridCol w="453644">
                  <a:extLst>
                    <a:ext uri="{9D8B030D-6E8A-4147-A177-3AD203B41FA5}">
                      <a16:colId xmlns:a16="http://schemas.microsoft.com/office/drawing/2014/main" val="4198886670"/>
                    </a:ext>
                  </a:extLst>
                </a:gridCol>
                <a:gridCol w="453644">
                  <a:extLst>
                    <a:ext uri="{9D8B030D-6E8A-4147-A177-3AD203B41FA5}">
                      <a16:colId xmlns:a16="http://schemas.microsoft.com/office/drawing/2014/main" val="466906517"/>
                    </a:ext>
                  </a:extLst>
                </a:gridCol>
                <a:gridCol w="453644">
                  <a:extLst>
                    <a:ext uri="{9D8B030D-6E8A-4147-A177-3AD203B41FA5}">
                      <a16:colId xmlns:a16="http://schemas.microsoft.com/office/drawing/2014/main" val="958314837"/>
                    </a:ext>
                  </a:extLst>
                </a:gridCol>
                <a:gridCol w="453644">
                  <a:extLst>
                    <a:ext uri="{9D8B030D-6E8A-4147-A177-3AD203B41FA5}">
                      <a16:colId xmlns:a16="http://schemas.microsoft.com/office/drawing/2014/main" val="868525859"/>
                    </a:ext>
                  </a:extLst>
                </a:gridCol>
                <a:gridCol w="453644">
                  <a:extLst>
                    <a:ext uri="{9D8B030D-6E8A-4147-A177-3AD203B41FA5}">
                      <a16:colId xmlns:a16="http://schemas.microsoft.com/office/drawing/2014/main" val="1682346307"/>
                    </a:ext>
                  </a:extLst>
                </a:gridCol>
                <a:gridCol w="453644">
                  <a:extLst>
                    <a:ext uri="{9D8B030D-6E8A-4147-A177-3AD203B41FA5}">
                      <a16:colId xmlns:a16="http://schemas.microsoft.com/office/drawing/2014/main" val="1151942863"/>
                    </a:ext>
                  </a:extLst>
                </a:gridCol>
                <a:gridCol w="453644">
                  <a:extLst>
                    <a:ext uri="{9D8B030D-6E8A-4147-A177-3AD203B41FA5}">
                      <a16:colId xmlns:a16="http://schemas.microsoft.com/office/drawing/2014/main" val="1787990906"/>
                    </a:ext>
                  </a:extLst>
                </a:gridCol>
                <a:gridCol w="453644">
                  <a:extLst>
                    <a:ext uri="{9D8B030D-6E8A-4147-A177-3AD203B41FA5}">
                      <a16:colId xmlns:a16="http://schemas.microsoft.com/office/drawing/2014/main" val="2265398982"/>
                    </a:ext>
                  </a:extLst>
                </a:gridCol>
                <a:gridCol w="453644">
                  <a:extLst>
                    <a:ext uri="{9D8B030D-6E8A-4147-A177-3AD203B41FA5}">
                      <a16:colId xmlns:a16="http://schemas.microsoft.com/office/drawing/2014/main" val="3022057505"/>
                    </a:ext>
                  </a:extLst>
                </a:gridCol>
                <a:gridCol w="453644">
                  <a:extLst>
                    <a:ext uri="{9D8B030D-6E8A-4147-A177-3AD203B41FA5}">
                      <a16:colId xmlns:a16="http://schemas.microsoft.com/office/drawing/2014/main" val="3398815053"/>
                    </a:ext>
                  </a:extLst>
                </a:gridCol>
              </a:tblGrid>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1876433756"/>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763857652"/>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223467125"/>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2145975704"/>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1050863577"/>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1856800532"/>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1673349172"/>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754911529"/>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2862108744"/>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2146410953"/>
                  </a:ext>
                </a:extLst>
              </a:tr>
              <a:tr h="444027">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tc>
                  <a:txBody>
                    <a:bodyPr/>
                    <a:lstStyle/>
                    <a:p>
                      <a:pPr latinLnBrk="1"/>
                      <a:endParaRPr lang="ko-KR" altLang="en-US" sz="1700" dirty="0">
                        <a:latin typeface="+mj-ea"/>
                        <a:ea typeface="+mj-ea"/>
                      </a:endParaRPr>
                    </a:p>
                  </a:txBody>
                  <a:tcPr marL="84166" marR="84166" marT="42083" marB="42083">
                    <a:lnL w="6350" cap="flat" cmpd="sng" algn="ctr">
                      <a:solidFill>
                        <a:schemeClr val="bg1">
                          <a:lumMod val="85000"/>
                        </a:schemeClr>
                      </a:solid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noFill/>
                  </a:tcPr>
                </a:tc>
                <a:extLst>
                  <a:ext uri="{0D108BD9-81ED-4DB2-BD59-A6C34878D82A}">
                    <a16:rowId xmlns:a16="http://schemas.microsoft.com/office/drawing/2014/main" val="2955830779"/>
                  </a:ext>
                </a:extLst>
              </a:tr>
            </a:tbl>
          </a:graphicData>
        </a:graphic>
      </p:graphicFrame>
    </p:spTree>
    <p:extLst>
      <p:ext uri="{BB962C8B-B14F-4D97-AF65-F5344CB8AC3E}">
        <p14:creationId xmlns:p14="http://schemas.microsoft.com/office/powerpoint/2010/main" val="403215003"/>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958">
          <p15:clr>
            <a:srgbClr val="FBAE40"/>
          </p15:clr>
        </p15:guide>
        <p15:guide id="2" orient="horz" pos="4088">
          <p15:clr>
            <a:srgbClr val="FBAE40"/>
          </p15:clr>
        </p15:guide>
        <p15:guide id="3" pos="240">
          <p15:clr>
            <a:srgbClr val="FBAE40"/>
          </p15:clr>
        </p15:guide>
        <p15:guide id="4" pos="600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뒷표지">
    <p:bg>
      <p:bgPr>
        <a:solidFill>
          <a:schemeClr val="accent1"/>
        </a:solidFill>
        <a:effectLst/>
      </p:bgPr>
    </p:bg>
    <p:spTree>
      <p:nvGrpSpPr>
        <p:cNvPr id="1" name=""/>
        <p:cNvGrpSpPr/>
        <p:nvPr/>
      </p:nvGrpSpPr>
      <p:grpSpPr>
        <a:xfrm>
          <a:off x="0" y="0"/>
          <a:ext cx="0" cy="0"/>
          <a:chOff x="0" y="0"/>
          <a:chExt cx="0" cy="0"/>
        </a:xfrm>
      </p:grpSpPr>
      <p:sp>
        <p:nvSpPr>
          <p:cNvPr id="4" name="TextBox 3"/>
          <p:cNvSpPr txBox="1"/>
          <p:nvPr userDrawn="1"/>
        </p:nvSpPr>
        <p:spPr>
          <a:xfrm>
            <a:off x="4090907" y="3432561"/>
            <a:ext cx="1722138" cy="246221"/>
          </a:xfrm>
          <a:prstGeom prst="rect">
            <a:avLst/>
          </a:prstGeom>
        </p:spPr>
        <p:txBody>
          <a:bodyPr wrap="none" lIns="0" tIns="0" rIns="0" bIns="0" anchor="t">
            <a:spAutoFit/>
          </a:bodyPr>
          <a:lstStyle>
            <a:defPPr>
              <a:defRPr lang="ko-KR"/>
            </a:defPPr>
            <a:lvl1pPr indent="0" algn="ctr" defTabSz="914400">
              <a:spcBef>
                <a:spcPts val="0"/>
              </a:spcBef>
              <a:buFont typeface="Arial" pitchFamily="34" charset="0"/>
              <a:buNone/>
              <a:defRPr sz="1200" b="0">
                <a:ln>
                  <a:solidFill>
                    <a:schemeClr val="accent1">
                      <a:shade val="50000"/>
                      <a:alpha val="0"/>
                    </a:schemeClr>
                  </a:solidFill>
                </a:ln>
                <a:latin typeface="Segoe UI" panose="020B0502040204020203" pitchFamily="34" charset="0"/>
                <a:ea typeface="Segoe UI" panose="020B0502040204020203" pitchFamily="34" charset="0"/>
                <a:cs typeface="Segoe UI" panose="020B0502040204020203" pitchFamily="34" charset="0"/>
              </a:defRPr>
            </a:lvl1pPr>
            <a:lvl2pPr marL="742950" indent="-285750" defTabSz="914400">
              <a:spcBef>
                <a:spcPct val="20000"/>
              </a:spcBef>
              <a:buFont typeface="Arial" pitchFamily="34" charset="0"/>
              <a:buChar char="–"/>
              <a:defRPr sz="2800"/>
            </a:lvl2pPr>
            <a:lvl3pPr marL="1143000" indent="-228600" defTabSz="914400">
              <a:spcBef>
                <a:spcPct val="20000"/>
              </a:spcBef>
              <a:buFont typeface="Arial" pitchFamily="34" charset="0"/>
              <a:buChar char="•"/>
              <a:defRPr sz="2400"/>
            </a:lvl3pPr>
            <a:lvl4pPr marL="1600200" indent="-228600" defTabSz="914400">
              <a:spcBef>
                <a:spcPct val="20000"/>
              </a:spcBef>
              <a:buFont typeface="Arial" pitchFamily="34" charset="0"/>
              <a:buChar char="–"/>
              <a:defRPr sz="2000"/>
            </a:lvl4pPr>
            <a:lvl5pPr marL="2057400" indent="-228600" defTabSz="914400">
              <a:spcBef>
                <a:spcPct val="20000"/>
              </a:spcBef>
              <a:buFont typeface="Arial" pitchFamily="34" charset="0"/>
              <a:buChar char="»"/>
              <a:defRPr sz="2000"/>
            </a:lvl5pPr>
            <a:lvl6pPr marL="2514600" indent="-228600" defTabSz="914400">
              <a:spcBef>
                <a:spcPct val="20000"/>
              </a:spcBef>
              <a:buFont typeface="Arial" pitchFamily="34" charset="0"/>
              <a:buChar char="•"/>
              <a:defRPr sz="2000"/>
            </a:lvl6pPr>
            <a:lvl7pPr marL="2971800" indent="-228600" defTabSz="914400">
              <a:spcBef>
                <a:spcPct val="20000"/>
              </a:spcBef>
              <a:buFont typeface="Arial" pitchFamily="34" charset="0"/>
              <a:buChar char="•"/>
              <a:defRPr sz="2000"/>
            </a:lvl7pPr>
            <a:lvl8pPr marL="3429000" indent="-228600" defTabSz="914400">
              <a:spcBef>
                <a:spcPct val="20000"/>
              </a:spcBef>
              <a:buFont typeface="Arial" pitchFamily="34" charset="0"/>
              <a:buChar char="•"/>
              <a:defRPr sz="2000"/>
            </a:lvl8pPr>
            <a:lvl9pPr marL="3886200" indent="-228600" defTabSz="914400">
              <a:spcBef>
                <a:spcPct val="20000"/>
              </a:spcBef>
              <a:buFont typeface="Arial" pitchFamily="34" charset="0"/>
              <a:buChar char="•"/>
              <a:defRPr sz="2000"/>
            </a:lvl9pPr>
          </a:lstStyle>
          <a:p>
            <a:pPr lvl="0" algn="ctr"/>
            <a:r>
              <a:rPr lang="en-US" altLang="ko-KR" sz="1600" b="1" dirty="0" smtClean="0">
                <a:solidFill>
                  <a:schemeClr val="tx2">
                    <a:lumMod val="20000"/>
                    <a:lumOff val="80000"/>
                  </a:schemeClr>
                </a:solidFill>
                <a:latin typeface="맑은 고딕" panose="020B0503020000020004" pitchFamily="50" charset="-127"/>
                <a:ea typeface="맑은 고딕" panose="020B0503020000020004" pitchFamily="50" charset="-127"/>
              </a:rPr>
              <a:t>Create your value</a:t>
            </a:r>
            <a:endParaRPr lang="ko-KR" altLang="en-US" sz="1600" b="1" dirty="0">
              <a:solidFill>
                <a:schemeClr val="tx2">
                  <a:lumMod val="20000"/>
                  <a:lumOff val="80000"/>
                </a:schemeClr>
              </a:solidFill>
              <a:latin typeface="맑은 고딕" panose="020B0503020000020004" pitchFamily="50" charset="-127"/>
              <a:ea typeface="맑은 고딕" panose="020B0503020000020004" pitchFamily="50" charset="-127"/>
            </a:endParaRPr>
          </a:p>
        </p:txBody>
      </p:sp>
      <p:grpSp>
        <p:nvGrpSpPr>
          <p:cNvPr id="13" name="그룹 12"/>
          <p:cNvGrpSpPr/>
          <p:nvPr userDrawn="1"/>
        </p:nvGrpSpPr>
        <p:grpSpPr>
          <a:xfrm>
            <a:off x="4151537" y="3103569"/>
            <a:ext cx="1600879" cy="263476"/>
            <a:chOff x="7132078" y="2394682"/>
            <a:chExt cx="2286000" cy="376237"/>
          </a:xfrm>
          <a:solidFill>
            <a:schemeClr val="bg1"/>
          </a:solidFill>
        </p:grpSpPr>
        <p:sp>
          <p:nvSpPr>
            <p:cNvPr id="14" name="Freeform 5"/>
            <p:cNvSpPr>
              <a:spLocks/>
            </p:cNvSpPr>
            <p:nvPr userDrawn="1"/>
          </p:nvSpPr>
          <p:spPr bwMode="auto">
            <a:xfrm>
              <a:off x="9046603" y="2394682"/>
              <a:ext cx="371475" cy="376237"/>
            </a:xfrm>
            <a:custGeom>
              <a:avLst/>
              <a:gdLst>
                <a:gd name="T0" fmla="*/ 117 w 234"/>
                <a:gd name="T1" fmla="*/ 154 h 237"/>
                <a:gd name="T2" fmla="*/ 54 w 234"/>
                <a:gd name="T3" fmla="*/ 0 h 237"/>
                <a:gd name="T4" fmla="*/ 0 w 234"/>
                <a:gd name="T5" fmla="*/ 0 h 237"/>
                <a:gd name="T6" fmla="*/ 0 w 234"/>
                <a:gd name="T7" fmla="*/ 237 h 237"/>
                <a:gd name="T8" fmla="*/ 44 w 234"/>
                <a:gd name="T9" fmla="*/ 237 h 237"/>
                <a:gd name="T10" fmla="*/ 44 w 234"/>
                <a:gd name="T11" fmla="*/ 96 h 237"/>
                <a:gd name="T12" fmla="*/ 102 w 234"/>
                <a:gd name="T13" fmla="*/ 237 h 237"/>
                <a:gd name="T14" fmla="*/ 131 w 234"/>
                <a:gd name="T15" fmla="*/ 237 h 237"/>
                <a:gd name="T16" fmla="*/ 189 w 234"/>
                <a:gd name="T17" fmla="*/ 96 h 237"/>
                <a:gd name="T18" fmla="*/ 189 w 234"/>
                <a:gd name="T19" fmla="*/ 237 h 237"/>
                <a:gd name="T20" fmla="*/ 234 w 234"/>
                <a:gd name="T21" fmla="*/ 237 h 237"/>
                <a:gd name="T22" fmla="*/ 234 w 234"/>
                <a:gd name="T23" fmla="*/ 0 h 237"/>
                <a:gd name="T24" fmla="*/ 181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4" y="237"/>
                  </a:lnTo>
                  <a:lnTo>
                    <a:pt x="44" y="96"/>
                  </a:lnTo>
                  <a:lnTo>
                    <a:pt x="102" y="237"/>
                  </a:lnTo>
                  <a:lnTo>
                    <a:pt x="131" y="237"/>
                  </a:lnTo>
                  <a:lnTo>
                    <a:pt x="189" y="96"/>
                  </a:lnTo>
                  <a:lnTo>
                    <a:pt x="189" y="237"/>
                  </a:lnTo>
                  <a:lnTo>
                    <a:pt x="234" y="237"/>
                  </a:lnTo>
                  <a:lnTo>
                    <a:pt x="234" y="0"/>
                  </a:lnTo>
                  <a:lnTo>
                    <a:pt x="181"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5" name="Freeform 6"/>
            <p:cNvSpPr>
              <a:spLocks/>
            </p:cNvSpPr>
            <p:nvPr userDrawn="1"/>
          </p:nvSpPr>
          <p:spPr bwMode="auto">
            <a:xfrm>
              <a:off x="7132078" y="2394682"/>
              <a:ext cx="371475" cy="376237"/>
            </a:xfrm>
            <a:custGeom>
              <a:avLst/>
              <a:gdLst>
                <a:gd name="T0" fmla="*/ 117 w 234"/>
                <a:gd name="T1" fmla="*/ 154 h 237"/>
                <a:gd name="T2" fmla="*/ 54 w 234"/>
                <a:gd name="T3" fmla="*/ 0 h 237"/>
                <a:gd name="T4" fmla="*/ 0 w 234"/>
                <a:gd name="T5" fmla="*/ 0 h 237"/>
                <a:gd name="T6" fmla="*/ 0 w 234"/>
                <a:gd name="T7" fmla="*/ 237 h 237"/>
                <a:gd name="T8" fmla="*/ 45 w 234"/>
                <a:gd name="T9" fmla="*/ 237 h 237"/>
                <a:gd name="T10" fmla="*/ 45 w 234"/>
                <a:gd name="T11" fmla="*/ 96 h 237"/>
                <a:gd name="T12" fmla="*/ 103 w 234"/>
                <a:gd name="T13" fmla="*/ 237 h 237"/>
                <a:gd name="T14" fmla="*/ 132 w 234"/>
                <a:gd name="T15" fmla="*/ 237 h 237"/>
                <a:gd name="T16" fmla="*/ 189 w 234"/>
                <a:gd name="T17" fmla="*/ 96 h 237"/>
                <a:gd name="T18" fmla="*/ 189 w 234"/>
                <a:gd name="T19" fmla="*/ 237 h 237"/>
                <a:gd name="T20" fmla="*/ 234 w 234"/>
                <a:gd name="T21" fmla="*/ 237 h 237"/>
                <a:gd name="T22" fmla="*/ 234 w 234"/>
                <a:gd name="T23" fmla="*/ 0 h 237"/>
                <a:gd name="T24" fmla="*/ 182 w 234"/>
                <a:gd name="T25" fmla="*/ 0 h 237"/>
                <a:gd name="T26" fmla="*/ 117 w 234"/>
                <a:gd name="T27" fmla="*/ 15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4" h="237">
                  <a:moveTo>
                    <a:pt x="117" y="154"/>
                  </a:moveTo>
                  <a:lnTo>
                    <a:pt x="54" y="0"/>
                  </a:lnTo>
                  <a:lnTo>
                    <a:pt x="0" y="0"/>
                  </a:lnTo>
                  <a:lnTo>
                    <a:pt x="0" y="237"/>
                  </a:lnTo>
                  <a:lnTo>
                    <a:pt x="45" y="237"/>
                  </a:lnTo>
                  <a:lnTo>
                    <a:pt x="45" y="96"/>
                  </a:lnTo>
                  <a:lnTo>
                    <a:pt x="103" y="237"/>
                  </a:lnTo>
                  <a:lnTo>
                    <a:pt x="132" y="237"/>
                  </a:lnTo>
                  <a:lnTo>
                    <a:pt x="189" y="96"/>
                  </a:lnTo>
                  <a:lnTo>
                    <a:pt x="189" y="237"/>
                  </a:lnTo>
                  <a:lnTo>
                    <a:pt x="234" y="237"/>
                  </a:lnTo>
                  <a:lnTo>
                    <a:pt x="234" y="0"/>
                  </a:lnTo>
                  <a:lnTo>
                    <a:pt x="182" y="0"/>
                  </a:lnTo>
                  <a:lnTo>
                    <a:pt x="117"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6" name="Rectangle 7"/>
            <p:cNvSpPr>
              <a:spLocks noChangeArrowheads="1"/>
            </p:cNvSpPr>
            <p:nvPr userDrawn="1"/>
          </p:nvSpPr>
          <p:spPr bwMode="auto">
            <a:xfrm>
              <a:off x="7571815" y="2394682"/>
              <a:ext cx="73025" cy="3762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7" name="Freeform 8"/>
            <p:cNvSpPr>
              <a:spLocks noEditPoints="1"/>
            </p:cNvSpPr>
            <p:nvPr userDrawn="1"/>
          </p:nvSpPr>
          <p:spPr bwMode="auto">
            <a:xfrm>
              <a:off x="8629090" y="2394682"/>
              <a:ext cx="369887" cy="376237"/>
            </a:xfrm>
            <a:custGeom>
              <a:avLst/>
              <a:gdLst>
                <a:gd name="T0" fmla="*/ 163 w 169"/>
                <a:gd name="T1" fmla="*/ 51 h 170"/>
                <a:gd name="T2" fmla="*/ 145 w 169"/>
                <a:gd name="T3" fmla="*/ 24 h 170"/>
                <a:gd name="T4" fmla="*/ 119 w 169"/>
                <a:gd name="T5" fmla="*/ 6 h 170"/>
                <a:gd name="T6" fmla="*/ 85 w 169"/>
                <a:gd name="T7" fmla="*/ 0 h 170"/>
                <a:gd name="T8" fmla="*/ 51 w 169"/>
                <a:gd name="T9" fmla="*/ 6 h 170"/>
                <a:gd name="T10" fmla="*/ 24 w 169"/>
                <a:gd name="T11" fmla="*/ 24 h 170"/>
                <a:gd name="T12" fmla="*/ 6 w 169"/>
                <a:gd name="T13" fmla="*/ 51 h 170"/>
                <a:gd name="T14" fmla="*/ 0 w 169"/>
                <a:gd name="T15" fmla="*/ 85 h 170"/>
                <a:gd name="T16" fmla="*/ 6 w 169"/>
                <a:gd name="T17" fmla="*/ 118 h 170"/>
                <a:gd name="T18" fmla="*/ 24 w 169"/>
                <a:gd name="T19" fmla="*/ 146 h 170"/>
                <a:gd name="T20" fmla="*/ 51 w 169"/>
                <a:gd name="T21" fmla="*/ 163 h 170"/>
                <a:gd name="T22" fmla="*/ 85 w 169"/>
                <a:gd name="T23" fmla="*/ 170 h 170"/>
                <a:gd name="T24" fmla="*/ 119 w 169"/>
                <a:gd name="T25" fmla="*/ 163 h 170"/>
                <a:gd name="T26" fmla="*/ 145 w 169"/>
                <a:gd name="T27" fmla="*/ 146 h 170"/>
                <a:gd name="T28" fmla="*/ 163 w 169"/>
                <a:gd name="T29" fmla="*/ 118 h 170"/>
                <a:gd name="T30" fmla="*/ 169 w 169"/>
                <a:gd name="T31" fmla="*/ 85 h 170"/>
                <a:gd name="T32" fmla="*/ 163 w 169"/>
                <a:gd name="T33" fmla="*/ 51 h 170"/>
                <a:gd name="T34" fmla="*/ 132 w 169"/>
                <a:gd name="T35" fmla="*/ 106 h 170"/>
                <a:gd name="T36" fmla="*/ 121 w 169"/>
                <a:gd name="T37" fmla="*/ 123 h 170"/>
                <a:gd name="T38" fmla="*/ 105 w 169"/>
                <a:gd name="T39" fmla="*/ 134 h 170"/>
                <a:gd name="T40" fmla="*/ 64 w 169"/>
                <a:gd name="T41" fmla="*/ 134 h 170"/>
                <a:gd name="T42" fmla="*/ 48 w 169"/>
                <a:gd name="T43" fmla="*/ 123 h 170"/>
                <a:gd name="T44" fmla="*/ 38 w 169"/>
                <a:gd name="T45" fmla="*/ 106 h 170"/>
                <a:gd name="T46" fmla="*/ 34 w 169"/>
                <a:gd name="T47" fmla="*/ 85 h 170"/>
                <a:gd name="T48" fmla="*/ 38 w 169"/>
                <a:gd name="T49" fmla="*/ 64 h 170"/>
                <a:gd name="T50" fmla="*/ 48 w 169"/>
                <a:gd name="T51" fmla="*/ 46 h 170"/>
                <a:gd name="T52" fmla="*/ 64 w 169"/>
                <a:gd name="T53" fmla="*/ 35 h 170"/>
                <a:gd name="T54" fmla="*/ 85 w 169"/>
                <a:gd name="T55" fmla="*/ 31 h 170"/>
                <a:gd name="T56" fmla="*/ 105 w 169"/>
                <a:gd name="T57" fmla="*/ 35 h 170"/>
                <a:gd name="T58" fmla="*/ 121 w 169"/>
                <a:gd name="T59" fmla="*/ 46 h 170"/>
                <a:gd name="T60" fmla="*/ 132 w 169"/>
                <a:gd name="T61" fmla="*/ 64 h 170"/>
                <a:gd name="T62" fmla="*/ 136 w 169"/>
                <a:gd name="T63" fmla="*/ 85 h 170"/>
                <a:gd name="T64" fmla="*/ 132 w 169"/>
                <a:gd name="T65" fmla="*/ 10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 h="170">
                  <a:moveTo>
                    <a:pt x="163" y="51"/>
                  </a:moveTo>
                  <a:cubicBezTo>
                    <a:pt x="159" y="41"/>
                    <a:pt x="153" y="31"/>
                    <a:pt x="145" y="24"/>
                  </a:cubicBezTo>
                  <a:cubicBezTo>
                    <a:pt x="138" y="16"/>
                    <a:pt x="129" y="10"/>
                    <a:pt x="119" y="6"/>
                  </a:cubicBezTo>
                  <a:cubicBezTo>
                    <a:pt x="108" y="2"/>
                    <a:pt x="97" y="0"/>
                    <a:pt x="85" y="0"/>
                  </a:cubicBezTo>
                  <a:cubicBezTo>
                    <a:pt x="73" y="0"/>
                    <a:pt x="61" y="2"/>
                    <a:pt x="51" y="6"/>
                  </a:cubicBezTo>
                  <a:cubicBezTo>
                    <a:pt x="41" y="10"/>
                    <a:pt x="32" y="16"/>
                    <a:pt x="24" y="24"/>
                  </a:cubicBezTo>
                  <a:cubicBezTo>
                    <a:pt x="17" y="31"/>
                    <a:pt x="11" y="41"/>
                    <a:pt x="6" y="51"/>
                  </a:cubicBezTo>
                  <a:cubicBezTo>
                    <a:pt x="2" y="61"/>
                    <a:pt x="0" y="73"/>
                    <a:pt x="0" y="85"/>
                  </a:cubicBezTo>
                  <a:cubicBezTo>
                    <a:pt x="0" y="97"/>
                    <a:pt x="2" y="108"/>
                    <a:pt x="6" y="118"/>
                  </a:cubicBezTo>
                  <a:cubicBezTo>
                    <a:pt x="11" y="129"/>
                    <a:pt x="17" y="138"/>
                    <a:pt x="24" y="146"/>
                  </a:cubicBezTo>
                  <a:cubicBezTo>
                    <a:pt x="32" y="153"/>
                    <a:pt x="41" y="159"/>
                    <a:pt x="51" y="163"/>
                  </a:cubicBezTo>
                  <a:cubicBezTo>
                    <a:pt x="61" y="168"/>
                    <a:pt x="73" y="170"/>
                    <a:pt x="85" y="170"/>
                  </a:cubicBezTo>
                  <a:cubicBezTo>
                    <a:pt x="97" y="170"/>
                    <a:pt x="108" y="168"/>
                    <a:pt x="119" y="163"/>
                  </a:cubicBezTo>
                  <a:cubicBezTo>
                    <a:pt x="129" y="159"/>
                    <a:pt x="138" y="153"/>
                    <a:pt x="145" y="146"/>
                  </a:cubicBezTo>
                  <a:cubicBezTo>
                    <a:pt x="153" y="138"/>
                    <a:pt x="159" y="129"/>
                    <a:pt x="163" y="118"/>
                  </a:cubicBezTo>
                  <a:cubicBezTo>
                    <a:pt x="167" y="108"/>
                    <a:pt x="169" y="97"/>
                    <a:pt x="169" y="85"/>
                  </a:cubicBezTo>
                  <a:cubicBezTo>
                    <a:pt x="169" y="73"/>
                    <a:pt x="167" y="61"/>
                    <a:pt x="163" y="51"/>
                  </a:cubicBezTo>
                  <a:close/>
                  <a:moveTo>
                    <a:pt x="132" y="106"/>
                  </a:moveTo>
                  <a:cubicBezTo>
                    <a:pt x="129" y="112"/>
                    <a:pt x="126" y="118"/>
                    <a:pt x="121" y="123"/>
                  </a:cubicBezTo>
                  <a:cubicBezTo>
                    <a:pt x="117" y="128"/>
                    <a:pt x="112" y="132"/>
                    <a:pt x="105" y="134"/>
                  </a:cubicBezTo>
                  <a:cubicBezTo>
                    <a:pt x="93" y="140"/>
                    <a:pt x="76" y="140"/>
                    <a:pt x="64" y="134"/>
                  </a:cubicBezTo>
                  <a:cubicBezTo>
                    <a:pt x="58" y="132"/>
                    <a:pt x="52" y="128"/>
                    <a:pt x="48" y="123"/>
                  </a:cubicBezTo>
                  <a:cubicBezTo>
                    <a:pt x="44" y="118"/>
                    <a:pt x="40" y="112"/>
                    <a:pt x="38" y="106"/>
                  </a:cubicBezTo>
                  <a:cubicBezTo>
                    <a:pt x="35" y="99"/>
                    <a:pt x="34" y="92"/>
                    <a:pt x="34" y="85"/>
                  </a:cubicBezTo>
                  <a:cubicBezTo>
                    <a:pt x="34" y="77"/>
                    <a:pt x="35" y="70"/>
                    <a:pt x="38" y="64"/>
                  </a:cubicBezTo>
                  <a:cubicBezTo>
                    <a:pt x="40" y="57"/>
                    <a:pt x="44" y="51"/>
                    <a:pt x="48" y="46"/>
                  </a:cubicBezTo>
                  <a:cubicBezTo>
                    <a:pt x="52" y="42"/>
                    <a:pt x="58" y="38"/>
                    <a:pt x="64" y="35"/>
                  </a:cubicBezTo>
                  <a:cubicBezTo>
                    <a:pt x="70" y="32"/>
                    <a:pt x="77" y="31"/>
                    <a:pt x="85" y="31"/>
                  </a:cubicBezTo>
                  <a:cubicBezTo>
                    <a:pt x="92" y="31"/>
                    <a:pt x="99" y="32"/>
                    <a:pt x="105" y="35"/>
                  </a:cubicBezTo>
                  <a:cubicBezTo>
                    <a:pt x="112" y="38"/>
                    <a:pt x="117" y="42"/>
                    <a:pt x="121" y="46"/>
                  </a:cubicBezTo>
                  <a:cubicBezTo>
                    <a:pt x="126" y="51"/>
                    <a:pt x="129" y="57"/>
                    <a:pt x="132" y="64"/>
                  </a:cubicBezTo>
                  <a:cubicBezTo>
                    <a:pt x="134" y="70"/>
                    <a:pt x="136" y="77"/>
                    <a:pt x="136" y="85"/>
                  </a:cubicBezTo>
                  <a:cubicBezTo>
                    <a:pt x="136" y="92"/>
                    <a:pt x="134" y="99"/>
                    <a:pt x="13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8" name="Freeform 9"/>
            <p:cNvSpPr>
              <a:spLocks noEditPoints="1"/>
            </p:cNvSpPr>
            <p:nvPr userDrawn="1"/>
          </p:nvSpPr>
          <p:spPr bwMode="auto">
            <a:xfrm>
              <a:off x="7711515" y="2394682"/>
              <a:ext cx="282575" cy="376237"/>
            </a:xfrm>
            <a:custGeom>
              <a:avLst/>
              <a:gdLst>
                <a:gd name="T0" fmla="*/ 82 w 129"/>
                <a:gd name="T1" fmla="*/ 96 h 170"/>
                <a:gd name="T2" fmla="*/ 104 w 129"/>
                <a:gd name="T3" fmla="*/ 83 h 170"/>
                <a:gd name="T4" fmla="*/ 117 w 129"/>
                <a:gd name="T5" fmla="*/ 50 h 170"/>
                <a:gd name="T6" fmla="*/ 110 w 129"/>
                <a:gd name="T7" fmla="*/ 23 h 170"/>
                <a:gd name="T8" fmla="*/ 93 w 129"/>
                <a:gd name="T9" fmla="*/ 8 h 170"/>
                <a:gd name="T10" fmla="*/ 70 w 129"/>
                <a:gd name="T11" fmla="*/ 1 h 170"/>
                <a:gd name="T12" fmla="*/ 47 w 129"/>
                <a:gd name="T13" fmla="*/ 0 h 170"/>
                <a:gd name="T14" fmla="*/ 0 w 129"/>
                <a:gd name="T15" fmla="*/ 0 h 170"/>
                <a:gd name="T16" fmla="*/ 0 w 129"/>
                <a:gd name="T17" fmla="*/ 170 h 170"/>
                <a:gd name="T18" fmla="*/ 34 w 129"/>
                <a:gd name="T19" fmla="*/ 170 h 170"/>
                <a:gd name="T20" fmla="*/ 34 w 129"/>
                <a:gd name="T21" fmla="*/ 101 h 170"/>
                <a:gd name="T22" fmla="*/ 45 w 129"/>
                <a:gd name="T23" fmla="*/ 101 h 170"/>
                <a:gd name="T24" fmla="*/ 87 w 129"/>
                <a:gd name="T25" fmla="*/ 170 h 170"/>
                <a:gd name="T26" fmla="*/ 116 w 129"/>
                <a:gd name="T27" fmla="*/ 170 h 170"/>
                <a:gd name="T28" fmla="*/ 129 w 129"/>
                <a:gd name="T29" fmla="*/ 170 h 170"/>
                <a:gd name="T30" fmla="*/ 129 w 129"/>
                <a:gd name="T31" fmla="*/ 170 h 170"/>
                <a:gd name="T32" fmla="*/ 82 w 129"/>
                <a:gd name="T33" fmla="*/ 96 h 170"/>
                <a:gd name="T34" fmla="*/ 79 w 129"/>
                <a:gd name="T35" fmla="*/ 60 h 170"/>
                <a:gd name="T36" fmla="*/ 71 w 129"/>
                <a:gd name="T37" fmla="*/ 65 h 170"/>
                <a:gd name="T38" fmla="*/ 58 w 129"/>
                <a:gd name="T39" fmla="*/ 68 h 170"/>
                <a:gd name="T40" fmla="*/ 42 w 129"/>
                <a:gd name="T41" fmla="*/ 68 h 170"/>
                <a:gd name="T42" fmla="*/ 34 w 129"/>
                <a:gd name="T43" fmla="*/ 68 h 170"/>
                <a:gd name="T44" fmla="*/ 34 w 129"/>
                <a:gd name="T45" fmla="*/ 32 h 170"/>
                <a:gd name="T46" fmla="*/ 52 w 129"/>
                <a:gd name="T47" fmla="*/ 32 h 170"/>
                <a:gd name="T48" fmla="*/ 64 w 129"/>
                <a:gd name="T49" fmla="*/ 33 h 170"/>
                <a:gd name="T50" fmla="*/ 74 w 129"/>
                <a:gd name="T51" fmla="*/ 36 h 170"/>
                <a:gd name="T52" fmla="*/ 79 w 129"/>
                <a:gd name="T53" fmla="*/ 41 h 170"/>
                <a:gd name="T54" fmla="*/ 81 w 129"/>
                <a:gd name="T55" fmla="*/ 50 h 170"/>
                <a:gd name="T56" fmla="*/ 79 w 129"/>
                <a:gd name="T57" fmla="*/ 6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9" h="170">
                  <a:moveTo>
                    <a:pt x="82" y="96"/>
                  </a:moveTo>
                  <a:cubicBezTo>
                    <a:pt x="91" y="94"/>
                    <a:pt x="98" y="89"/>
                    <a:pt x="104" y="83"/>
                  </a:cubicBezTo>
                  <a:cubicBezTo>
                    <a:pt x="112" y="75"/>
                    <a:pt x="117" y="63"/>
                    <a:pt x="117" y="50"/>
                  </a:cubicBezTo>
                  <a:cubicBezTo>
                    <a:pt x="117" y="39"/>
                    <a:pt x="114" y="30"/>
                    <a:pt x="110" y="23"/>
                  </a:cubicBezTo>
                  <a:cubicBezTo>
                    <a:pt x="106" y="16"/>
                    <a:pt x="100" y="11"/>
                    <a:pt x="93" y="8"/>
                  </a:cubicBezTo>
                  <a:cubicBezTo>
                    <a:pt x="86" y="4"/>
                    <a:pt x="78" y="2"/>
                    <a:pt x="70" y="1"/>
                  </a:cubicBezTo>
                  <a:cubicBezTo>
                    <a:pt x="63" y="0"/>
                    <a:pt x="55" y="0"/>
                    <a:pt x="47" y="0"/>
                  </a:cubicBezTo>
                  <a:cubicBezTo>
                    <a:pt x="0" y="0"/>
                    <a:pt x="0" y="0"/>
                    <a:pt x="0" y="0"/>
                  </a:cubicBezTo>
                  <a:cubicBezTo>
                    <a:pt x="0" y="170"/>
                    <a:pt x="0" y="170"/>
                    <a:pt x="0" y="170"/>
                  </a:cubicBezTo>
                  <a:cubicBezTo>
                    <a:pt x="34" y="170"/>
                    <a:pt x="34" y="170"/>
                    <a:pt x="34" y="170"/>
                  </a:cubicBezTo>
                  <a:cubicBezTo>
                    <a:pt x="34" y="101"/>
                    <a:pt x="34" y="101"/>
                    <a:pt x="34" y="101"/>
                  </a:cubicBezTo>
                  <a:cubicBezTo>
                    <a:pt x="45" y="101"/>
                    <a:pt x="45" y="101"/>
                    <a:pt x="45" y="101"/>
                  </a:cubicBezTo>
                  <a:cubicBezTo>
                    <a:pt x="87" y="170"/>
                    <a:pt x="87" y="170"/>
                    <a:pt x="87" y="170"/>
                  </a:cubicBezTo>
                  <a:cubicBezTo>
                    <a:pt x="116" y="170"/>
                    <a:pt x="116" y="170"/>
                    <a:pt x="116" y="170"/>
                  </a:cubicBezTo>
                  <a:cubicBezTo>
                    <a:pt x="129" y="170"/>
                    <a:pt x="129" y="170"/>
                    <a:pt x="129" y="170"/>
                  </a:cubicBezTo>
                  <a:cubicBezTo>
                    <a:pt x="129" y="170"/>
                    <a:pt x="129" y="170"/>
                    <a:pt x="129" y="170"/>
                  </a:cubicBezTo>
                  <a:lnTo>
                    <a:pt x="82" y="96"/>
                  </a:lnTo>
                  <a:close/>
                  <a:moveTo>
                    <a:pt x="79" y="60"/>
                  </a:moveTo>
                  <a:cubicBezTo>
                    <a:pt x="77" y="62"/>
                    <a:pt x="74" y="64"/>
                    <a:pt x="71" y="65"/>
                  </a:cubicBezTo>
                  <a:cubicBezTo>
                    <a:pt x="67" y="67"/>
                    <a:pt x="62" y="67"/>
                    <a:pt x="58" y="68"/>
                  </a:cubicBezTo>
                  <a:cubicBezTo>
                    <a:pt x="52" y="68"/>
                    <a:pt x="47" y="68"/>
                    <a:pt x="42" y="68"/>
                  </a:cubicBezTo>
                  <a:cubicBezTo>
                    <a:pt x="34" y="68"/>
                    <a:pt x="34" y="68"/>
                    <a:pt x="34" y="68"/>
                  </a:cubicBezTo>
                  <a:cubicBezTo>
                    <a:pt x="34" y="32"/>
                    <a:pt x="34" y="32"/>
                    <a:pt x="34" y="32"/>
                  </a:cubicBezTo>
                  <a:cubicBezTo>
                    <a:pt x="52" y="32"/>
                    <a:pt x="52" y="32"/>
                    <a:pt x="52" y="32"/>
                  </a:cubicBezTo>
                  <a:cubicBezTo>
                    <a:pt x="56" y="32"/>
                    <a:pt x="60" y="33"/>
                    <a:pt x="64" y="33"/>
                  </a:cubicBezTo>
                  <a:cubicBezTo>
                    <a:pt x="68" y="34"/>
                    <a:pt x="71" y="35"/>
                    <a:pt x="74" y="36"/>
                  </a:cubicBezTo>
                  <a:cubicBezTo>
                    <a:pt x="76" y="37"/>
                    <a:pt x="78" y="39"/>
                    <a:pt x="79" y="41"/>
                  </a:cubicBezTo>
                  <a:cubicBezTo>
                    <a:pt x="81" y="43"/>
                    <a:pt x="81" y="46"/>
                    <a:pt x="81" y="50"/>
                  </a:cubicBezTo>
                  <a:cubicBezTo>
                    <a:pt x="81" y="55"/>
                    <a:pt x="81" y="58"/>
                    <a:pt x="7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9" name="Freeform 10"/>
            <p:cNvSpPr>
              <a:spLocks noEditPoints="1"/>
            </p:cNvSpPr>
            <p:nvPr userDrawn="1"/>
          </p:nvSpPr>
          <p:spPr bwMode="auto">
            <a:xfrm>
              <a:off x="8003615" y="2394682"/>
              <a:ext cx="347662" cy="376237"/>
            </a:xfrm>
            <a:custGeom>
              <a:avLst/>
              <a:gdLst>
                <a:gd name="T0" fmla="*/ 119 w 219"/>
                <a:gd name="T1" fmla="*/ 0 h 237"/>
                <a:gd name="T2" fmla="*/ 81 w 219"/>
                <a:gd name="T3" fmla="*/ 0 h 237"/>
                <a:gd name="T4" fmla="*/ 0 w 219"/>
                <a:gd name="T5" fmla="*/ 188 h 237"/>
                <a:gd name="T6" fmla="*/ 30 w 219"/>
                <a:gd name="T7" fmla="*/ 237 h 237"/>
                <a:gd name="T8" fmla="*/ 52 w 219"/>
                <a:gd name="T9" fmla="*/ 184 h 237"/>
                <a:gd name="T10" fmla="*/ 144 w 219"/>
                <a:gd name="T11" fmla="*/ 184 h 237"/>
                <a:gd name="T12" fmla="*/ 166 w 219"/>
                <a:gd name="T13" fmla="*/ 237 h 237"/>
                <a:gd name="T14" fmla="*/ 219 w 219"/>
                <a:gd name="T15" fmla="*/ 237 h 237"/>
                <a:gd name="T16" fmla="*/ 119 w 219"/>
                <a:gd name="T17" fmla="*/ 0 h 237"/>
                <a:gd name="T18" fmla="*/ 70 w 219"/>
                <a:gd name="T19" fmla="*/ 141 h 237"/>
                <a:gd name="T20" fmla="*/ 99 w 219"/>
                <a:gd name="T21" fmla="*/ 71 h 237"/>
                <a:gd name="T22" fmla="*/ 128 w 219"/>
                <a:gd name="T23" fmla="*/ 141 h 237"/>
                <a:gd name="T24" fmla="*/ 70 w 219"/>
                <a:gd name="T25" fmla="*/ 14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7">
                  <a:moveTo>
                    <a:pt x="119" y="0"/>
                  </a:moveTo>
                  <a:lnTo>
                    <a:pt x="81" y="0"/>
                  </a:lnTo>
                  <a:lnTo>
                    <a:pt x="0" y="188"/>
                  </a:lnTo>
                  <a:lnTo>
                    <a:pt x="30" y="237"/>
                  </a:lnTo>
                  <a:lnTo>
                    <a:pt x="52" y="184"/>
                  </a:lnTo>
                  <a:lnTo>
                    <a:pt x="144" y="184"/>
                  </a:lnTo>
                  <a:lnTo>
                    <a:pt x="166" y="237"/>
                  </a:lnTo>
                  <a:lnTo>
                    <a:pt x="219" y="237"/>
                  </a:lnTo>
                  <a:lnTo>
                    <a:pt x="119" y="0"/>
                  </a:lnTo>
                  <a:close/>
                  <a:moveTo>
                    <a:pt x="70" y="141"/>
                  </a:moveTo>
                  <a:lnTo>
                    <a:pt x="99" y="71"/>
                  </a:lnTo>
                  <a:lnTo>
                    <a:pt x="128" y="141"/>
                  </a:lnTo>
                  <a:lnTo>
                    <a:pt x="70" y="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20" name="Freeform 11"/>
            <p:cNvSpPr>
              <a:spLocks/>
            </p:cNvSpPr>
            <p:nvPr userDrawn="1"/>
          </p:nvSpPr>
          <p:spPr bwMode="auto">
            <a:xfrm>
              <a:off x="8340165" y="2394682"/>
              <a:ext cx="295275" cy="376237"/>
            </a:xfrm>
            <a:custGeom>
              <a:avLst/>
              <a:gdLst>
                <a:gd name="T0" fmla="*/ 118 w 135"/>
                <a:gd name="T1" fmla="*/ 129 h 170"/>
                <a:gd name="T2" fmla="*/ 118 w 135"/>
                <a:gd name="T3" fmla="*/ 127 h 170"/>
                <a:gd name="T4" fmla="*/ 116 w 135"/>
                <a:gd name="T5" fmla="*/ 129 h 170"/>
                <a:gd name="T6" fmla="*/ 115 w 135"/>
                <a:gd name="T7" fmla="*/ 129 h 170"/>
                <a:gd name="T8" fmla="*/ 106 w 135"/>
                <a:gd name="T9" fmla="*/ 134 h 170"/>
                <a:gd name="T10" fmla="*/ 87 w 135"/>
                <a:gd name="T11" fmla="*/ 138 h 170"/>
                <a:gd name="T12" fmla="*/ 50 w 135"/>
                <a:gd name="T13" fmla="*/ 123 h 170"/>
                <a:gd name="T14" fmla="*/ 34 w 135"/>
                <a:gd name="T15" fmla="*/ 85 h 170"/>
                <a:gd name="T16" fmla="*/ 50 w 135"/>
                <a:gd name="T17" fmla="*/ 47 h 170"/>
                <a:gd name="T18" fmla="*/ 87 w 135"/>
                <a:gd name="T19" fmla="*/ 32 h 170"/>
                <a:gd name="T20" fmla="*/ 116 w 135"/>
                <a:gd name="T21" fmla="*/ 41 h 170"/>
                <a:gd name="T22" fmla="*/ 117 w 135"/>
                <a:gd name="T23" fmla="*/ 42 h 170"/>
                <a:gd name="T24" fmla="*/ 134 w 135"/>
                <a:gd name="T25" fmla="*/ 15 h 170"/>
                <a:gd name="T26" fmla="*/ 135 w 135"/>
                <a:gd name="T27" fmla="*/ 13 h 170"/>
                <a:gd name="T28" fmla="*/ 132 w 135"/>
                <a:gd name="T29" fmla="*/ 12 h 170"/>
                <a:gd name="T30" fmla="*/ 88 w 135"/>
                <a:gd name="T31" fmla="*/ 0 h 170"/>
                <a:gd name="T32" fmla="*/ 21 w 135"/>
                <a:gd name="T33" fmla="*/ 30 h 170"/>
                <a:gd name="T34" fmla="*/ 0 w 135"/>
                <a:gd name="T35" fmla="*/ 86 h 170"/>
                <a:gd name="T36" fmla="*/ 25 w 135"/>
                <a:gd name="T37" fmla="*/ 145 h 170"/>
                <a:gd name="T38" fmla="*/ 86 w 135"/>
                <a:gd name="T39" fmla="*/ 170 h 170"/>
                <a:gd name="T40" fmla="*/ 132 w 135"/>
                <a:gd name="T41" fmla="*/ 158 h 170"/>
                <a:gd name="T42" fmla="*/ 135 w 135"/>
                <a:gd name="T43" fmla="*/ 156 h 170"/>
                <a:gd name="T44" fmla="*/ 118 w 135"/>
                <a:gd name="T45" fmla="*/ 12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5" h="170">
                  <a:moveTo>
                    <a:pt x="118" y="129"/>
                  </a:moveTo>
                  <a:cubicBezTo>
                    <a:pt x="118" y="127"/>
                    <a:pt x="118" y="127"/>
                    <a:pt x="118" y="127"/>
                  </a:cubicBezTo>
                  <a:cubicBezTo>
                    <a:pt x="116" y="129"/>
                    <a:pt x="116" y="129"/>
                    <a:pt x="116" y="129"/>
                  </a:cubicBezTo>
                  <a:cubicBezTo>
                    <a:pt x="115" y="129"/>
                    <a:pt x="115" y="129"/>
                    <a:pt x="115" y="129"/>
                  </a:cubicBezTo>
                  <a:cubicBezTo>
                    <a:pt x="112" y="131"/>
                    <a:pt x="109" y="133"/>
                    <a:pt x="106" y="134"/>
                  </a:cubicBezTo>
                  <a:cubicBezTo>
                    <a:pt x="101" y="137"/>
                    <a:pt x="94" y="138"/>
                    <a:pt x="87" y="138"/>
                  </a:cubicBezTo>
                  <a:cubicBezTo>
                    <a:pt x="72" y="138"/>
                    <a:pt x="60" y="133"/>
                    <a:pt x="50" y="123"/>
                  </a:cubicBezTo>
                  <a:cubicBezTo>
                    <a:pt x="39" y="112"/>
                    <a:pt x="34" y="100"/>
                    <a:pt x="34" y="85"/>
                  </a:cubicBezTo>
                  <a:cubicBezTo>
                    <a:pt x="34" y="70"/>
                    <a:pt x="39" y="58"/>
                    <a:pt x="50" y="47"/>
                  </a:cubicBezTo>
                  <a:cubicBezTo>
                    <a:pt x="60" y="37"/>
                    <a:pt x="72" y="32"/>
                    <a:pt x="87" y="32"/>
                  </a:cubicBezTo>
                  <a:cubicBezTo>
                    <a:pt x="96" y="32"/>
                    <a:pt x="106" y="35"/>
                    <a:pt x="116" y="41"/>
                  </a:cubicBezTo>
                  <a:cubicBezTo>
                    <a:pt x="117" y="42"/>
                    <a:pt x="117" y="42"/>
                    <a:pt x="117" y="42"/>
                  </a:cubicBezTo>
                  <a:cubicBezTo>
                    <a:pt x="134" y="15"/>
                    <a:pt x="134" y="15"/>
                    <a:pt x="134" y="15"/>
                  </a:cubicBezTo>
                  <a:cubicBezTo>
                    <a:pt x="135" y="13"/>
                    <a:pt x="135" y="13"/>
                    <a:pt x="135" y="13"/>
                  </a:cubicBezTo>
                  <a:cubicBezTo>
                    <a:pt x="132" y="12"/>
                    <a:pt x="132" y="12"/>
                    <a:pt x="132" y="12"/>
                  </a:cubicBezTo>
                  <a:cubicBezTo>
                    <a:pt x="118" y="4"/>
                    <a:pt x="103" y="0"/>
                    <a:pt x="88" y="0"/>
                  </a:cubicBezTo>
                  <a:cubicBezTo>
                    <a:pt x="61" y="0"/>
                    <a:pt x="38" y="10"/>
                    <a:pt x="21" y="30"/>
                  </a:cubicBezTo>
                  <a:cubicBezTo>
                    <a:pt x="7" y="46"/>
                    <a:pt x="0" y="65"/>
                    <a:pt x="0" y="86"/>
                  </a:cubicBezTo>
                  <a:cubicBezTo>
                    <a:pt x="0" y="109"/>
                    <a:pt x="9" y="129"/>
                    <a:pt x="25" y="145"/>
                  </a:cubicBezTo>
                  <a:cubicBezTo>
                    <a:pt x="42" y="161"/>
                    <a:pt x="63" y="170"/>
                    <a:pt x="86" y="170"/>
                  </a:cubicBezTo>
                  <a:cubicBezTo>
                    <a:pt x="102" y="170"/>
                    <a:pt x="117" y="166"/>
                    <a:pt x="132" y="158"/>
                  </a:cubicBezTo>
                  <a:cubicBezTo>
                    <a:pt x="135" y="156"/>
                    <a:pt x="135" y="156"/>
                    <a:pt x="135" y="156"/>
                  </a:cubicBezTo>
                  <a:lnTo>
                    <a:pt x="118" y="1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66613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5428973"/>
      </p:ext>
    </p:extLst>
  </p:cSld>
  <p:clrMap bg1="lt1" tx1="dk1" bg2="lt2" tx2="dk2" accent1="accent1" accent2="accent2" accent3="accent3" accent4="accent4" accent5="accent5" accent6="accent6" hlink="hlink" folHlink="folHlink"/>
  <p:sldLayoutIdLst>
    <p:sldLayoutId id="2147483956" r:id="rId1"/>
    <p:sldLayoutId id="2147484027" r:id="rId2"/>
    <p:sldLayoutId id="2147483958" r:id="rId3"/>
    <p:sldLayoutId id="2147484030" r:id="rId4"/>
    <p:sldLayoutId id="2147484095" r:id="rId5"/>
    <p:sldLayoutId id="2147484097" r:id="rId6"/>
    <p:sldLayoutId id="2147484096" r:id="rId7"/>
  </p:sldLayoutIdLst>
  <p:timing>
    <p:tnLst>
      <p:par>
        <p:cTn id="1" dur="indefinite" restart="never" nodeType="tmRoot"/>
      </p:par>
    </p:tnLst>
  </p:timing>
  <p:hf hdr="0" ftr="0" dt="0"/>
  <p:txStyles>
    <p:titleStyle>
      <a:lvl1pPr algn="ctr" defTabSz="914296" rtl="0" eaLnBrk="1" latinLnBrk="1" hangingPunct="1">
        <a:spcBef>
          <a:spcPct val="0"/>
        </a:spcBef>
        <a:buNone/>
        <a:defRPr sz="4300" kern="1200">
          <a:solidFill>
            <a:schemeClr val="tx1"/>
          </a:solidFill>
          <a:latin typeface="+mj-lt"/>
          <a:ea typeface="+mj-ea"/>
          <a:cs typeface="+mj-cs"/>
        </a:defRPr>
      </a:lvl1pPr>
    </p:titleStyle>
    <p:bodyStyle>
      <a:lvl1pPr marL="342861" indent="-342861" algn="l" defTabSz="914296"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866" indent="-285717" algn="l" defTabSz="914296"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2870" indent="-228574" algn="l" defTabSz="914296" rtl="0" eaLnBrk="1" latinLnBrk="1" hangingPunct="1">
        <a:spcBef>
          <a:spcPct val="20000"/>
        </a:spcBef>
        <a:buFont typeface="Arial" pitchFamily="34" charset="0"/>
        <a:buChar char="•"/>
        <a:defRPr sz="2300" kern="1200">
          <a:solidFill>
            <a:schemeClr val="tx1"/>
          </a:solidFill>
          <a:latin typeface="+mn-lt"/>
          <a:ea typeface="+mn-ea"/>
          <a:cs typeface="+mn-cs"/>
        </a:defRPr>
      </a:lvl3pPr>
      <a:lvl4pPr marL="1600017" indent="-228574" algn="l" defTabSz="914296"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166" indent="-228574" algn="l" defTabSz="914296"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314" indent="-228574" algn="l" defTabSz="914296"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462" indent="-228574" algn="l" defTabSz="914296"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8610" indent="-228574" algn="l" defTabSz="914296"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5758" indent="-228574" algn="l" defTabSz="914296"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296" rtl="0" eaLnBrk="1" latinLnBrk="1" hangingPunct="1">
        <a:defRPr sz="1800" kern="1200">
          <a:solidFill>
            <a:schemeClr val="tx1"/>
          </a:solidFill>
          <a:latin typeface="+mn-lt"/>
          <a:ea typeface="+mn-ea"/>
          <a:cs typeface="+mn-cs"/>
        </a:defRPr>
      </a:lvl1pPr>
      <a:lvl2pPr marL="457148" algn="l" defTabSz="914296" rtl="0" eaLnBrk="1" latinLnBrk="1" hangingPunct="1">
        <a:defRPr sz="1800" kern="1200">
          <a:solidFill>
            <a:schemeClr val="tx1"/>
          </a:solidFill>
          <a:latin typeface="+mn-lt"/>
          <a:ea typeface="+mn-ea"/>
          <a:cs typeface="+mn-cs"/>
        </a:defRPr>
      </a:lvl2pPr>
      <a:lvl3pPr marL="914296" algn="l" defTabSz="914296" rtl="0" eaLnBrk="1" latinLnBrk="1" hangingPunct="1">
        <a:defRPr sz="1800" kern="1200">
          <a:solidFill>
            <a:schemeClr val="tx1"/>
          </a:solidFill>
          <a:latin typeface="+mn-lt"/>
          <a:ea typeface="+mn-ea"/>
          <a:cs typeface="+mn-cs"/>
        </a:defRPr>
      </a:lvl3pPr>
      <a:lvl4pPr marL="1371445" algn="l" defTabSz="914296" rtl="0" eaLnBrk="1" latinLnBrk="1" hangingPunct="1">
        <a:defRPr sz="1800" kern="1200">
          <a:solidFill>
            <a:schemeClr val="tx1"/>
          </a:solidFill>
          <a:latin typeface="+mn-lt"/>
          <a:ea typeface="+mn-ea"/>
          <a:cs typeface="+mn-cs"/>
        </a:defRPr>
      </a:lvl4pPr>
      <a:lvl5pPr marL="1828592" algn="l" defTabSz="914296" rtl="0" eaLnBrk="1" latinLnBrk="1" hangingPunct="1">
        <a:defRPr sz="1800" kern="1200">
          <a:solidFill>
            <a:schemeClr val="tx1"/>
          </a:solidFill>
          <a:latin typeface="+mn-lt"/>
          <a:ea typeface="+mn-ea"/>
          <a:cs typeface="+mn-cs"/>
        </a:defRPr>
      </a:lvl5pPr>
      <a:lvl6pPr marL="2285740" algn="l" defTabSz="914296" rtl="0" eaLnBrk="1" latinLnBrk="1" hangingPunct="1">
        <a:defRPr sz="1800" kern="1200">
          <a:solidFill>
            <a:schemeClr val="tx1"/>
          </a:solidFill>
          <a:latin typeface="+mn-lt"/>
          <a:ea typeface="+mn-ea"/>
          <a:cs typeface="+mn-cs"/>
        </a:defRPr>
      </a:lvl6pPr>
      <a:lvl7pPr marL="2742888" algn="l" defTabSz="914296" rtl="0" eaLnBrk="1" latinLnBrk="1" hangingPunct="1">
        <a:defRPr sz="1800" kern="1200">
          <a:solidFill>
            <a:schemeClr val="tx1"/>
          </a:solidFill>
          <a:latin typeface="+mn-lt"/>
          <a:ea typeface="+mn-ea"/>
          <a:cs typeface="+mn-cs"/>
        </a:defRPr>
      </a:lvl7pPr>
      <a:lvl8pPr marL="3200036" algn="l" defTabSz="914296" rtl="0" eaLnBrk="1" latinLnBrk="1" hangingPunct="1">
        <a:defRPr sz="1800" kern="1200">
          <a:solidFill>
            <a:schemeClr val="tx1"/>
          </a:solidFill>
          <a:latin typeface="+mn-lt"/>
          <a:ea typeface="+mn-ea"/>
          <a:cs typeface="+mn-cs"/>
        </a:defRPr>
      </a:lvl8pPr>
      <a:lvl9pPr marL="3657184" algn="l" defTabSz="914296" rtl="0" eaLnBrk="1" latinLnBrk="1"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부제목 1"/>
          <p:cNvSpPr>
            <a:spLocks noGrp="1"/>
          </p:cNvSpPr>
          <p:nvPr>
            <p:ph type="subTitle" idx="1"/>
          </p:nvPr>
        </p:nvSpPr>
        <p:spPr/>
        <p:txBody>
          <a:bodyPr/>
          <a:lstStyle/>
          <a:p>
            <a:pPr latinLnBrk="0"/>
            <a:r>
              <a:rPr lang="ko-KR" altLang="en-US" dirty="0" smtClean="0"/>
              <a:t>'26.10</a:t>
            </a:r>
            <a:r>
              <a:rPr lang="en-US" altLang="ko-KR" smtClean="0"/>
              <a:t>.29</a:t>
            </a:r>
            <a:endParaRPr lang="ko-KR" altLang="en-US" dirty="0"/>
          </a:p>
        </p:txBody>
      </p:sp>
      <p:sp>
        <p:nvSpPr>
          <p:cNvPr id="3" name="내용 개체 틀 2"/>
          <p:cNvSpPr>
            <a:spLocks noGrp="1"/>
          </p:cNvSpPr>
          <p:nvPr>
            <p:ph sz="quarter" idx="14"/>
          </p:nvPr>
        </p:nvSpPr>
        <p:spPr>
          <a:prstGeom prst="rect">
            <a:avLst/>
          </a:prstGeom>
        </p:spPr>
        <p:txBody>
          <a:bodyPr/>
          <a:lstStyle/>
          <a:p>
            <a:pPr latinLnBrk="0"/>
            <a:r>
              <a:rPr lang="en-US" altLang="ko-KR" sz="2800" dirty="0" smtClean="0"/>
              <a:t>Defect / E-Test Correlation Analysis System</a:t>
            </a:r>
            <a:endParaRPr lang="ko-KR" altLang="en-US" dirty="0"/>
          </a:p>
          <a:p>
            <a:pPr latinLnBrk="0"/>
            <a:r>
              <a:rPr lang="en-US" altLang="ko-KR" sz="2800" dirty="0" smtClean="0"/>
              <a:t>POC Completion Report</a:t>
            </a:r>
            <a:endParaRPr lang="ko-KR" altLang="en-US" dirty="0"/>
          </a:p>
        </p:txBody>
      </p:sp>
      <p:pic>
        <p:nvPicPr>
          <p:cNvPr id="4" name="고객사 CI" descr="sck_ci.png"/>
          <p:cNvPicPr>
            <a:picLocks noChangeAspect="1"/>
          </p:cNvPicPr>
          <p:nvPr/>
        </p:nvPicPr>
        <p:blipFill>
          <a:blip r:embed="rId3"/>
          <a:stretch>
            <a:fillRect/>
          </a:stretch>
        </p:blipFill>
        <p:spPr>
          <a:xfrm>
            <a:off x="345600" y="6214202"/>
            <a:ext cx="1375200" cy="290997"/>
          </a:xfrm>
          <a:prstGeom prst="rect">
            <a:avLst/>
          </a:prstGeom>
        </p:spPr>
      </p:pic>
    </p:spTree>
    <p:extLst>
      <p:ext uri="{BB962C8B-B14F-4D97-AF65-F5344CB8AC3E}">
        <p14:creationId xmlns:p14="http://schemas.microsoft.com/office/powerpoint/2010/main" val="35622828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a:prstGeom prst="rect">
            <a:avLst/>
          </a:prstGeom>
        </p:spPr>
        <p:txBody>
          <a:bodyPr/>
          <a:lstStyle/>
          <a:p>
            <a:pPr lvl="0" latinLnBrk="0"/>
            <a:r>
              <a:rPr lang="en-US" altLang="ko-KR"/>
              <a:t>POC Overview</a:t>
            </a:r>
            <a:endParaRPr lang="ko-KR" altLang="en-US" dirty="0"/>
          </a:p>
          <a:p>
            <a:pPr lvl="0" latinLnBrk="0"/>
            <a:r>
              <a:rPr lang="en-US" altLang="ko-KR"/>
              <a:t>Key POC Functions and Results</a:t>
            </a:r>
            <a:endParaRPr lang="ko-KR" altLang="en-US" dirty="0"/>
          </a:p>
          <a:p>
            <a:pPr lvl="0" latinLnBrk="0"/>
            <a:r>
              <a:rPr lang="en-US" altLang="ko-KR"/>
              <a:t>Post-POC Operation Plan</a:t>
            </a:r>
            <a:endParaRPr lang="ko-KR" altLang="en-US" dirty="0"/>
          </a:p>
        </p:txBody>
      </p:sp>
    </p:spTree>
    <p:extLst>
      <p:ext uri="{BB962C8B-B14F-4D97-AF65-F5344CB8AC3E}">
        <p14:creationId xmlns:p14="http://schemas.microsoft.com/office/powerpoint/2010/main" val="1069921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lstStyle/>
          <a:p>
            <a:pPr latinLnBrk="0"/>
            <a:r>
              <a:rPr lang="en-US" altLang="ko-KR" dirty="0"/>
              <a:t>POC Background and Objectives</a:t>
            </a:r>
          </a:p>
        </p:txBody>
      </p:sp>
      <p:sp>
        <p:nvSpPr>
          <p:cNvPr id="3" name="텍스트 개체 틀 2"/>
          <p:cNvSpPr>
            <a:spLocks noGrp="1"/>
          </p:cNvSpPr>
          <p:nvPr>
            <p:ph type="body" sz="quarter" idx="14"/>
          </p:nvPr>
        </p:nvSpPr>
        <p:spPr>
          <a:xfrm>
            <a:off x="381000" y="959981"/>
            <a:ext cx="9144000" cy="246221"/>
          </a:xfrm>
        </p:spPr>
        <p:txBody>
          <a:bodyPr/>
          <a:lstStyle/>
          <a:p>
            <a:pPr latinLnBrk="0"/>
            <a:r>
              <a:rPr lang="en-US" altLang="ko-KR" dirty="0" smtClean="0"/>
              <a:t>Correlating layout (GDS) &lt;-&gt; visual defects (KLARF) &lt;-&gt; electrical test (E-Test)</a:t>
            </a:r>
          </a:p>
        </p:txBody>
      </p:sp>
      <p:pic>
        <p:nvPicPr>
          <p:cNvPr id="12" name="고객사 CI" descr="sck_ci.png"/>
          <p:cNvPicPr>
            <a:picLocks noChangeAspect="1"/>
          </p:cNvPicPr>
          <p:nvPr/>
        </p:nvPicPr>
        <p:blipFill>
          <a:blip r:embed="rId3"/>
          <a:stretch>
            <a:fillRect/>
          </a:stretch>
        </p:blipFill>
        <p:spPr>
          <a:xfrm>
            <a:off x="381600" y="6554862"/>
            <a:ext cx="684000" cy="144737"/>
          </a:xfrm>
          <a:prstGeom prst="rect">
            <a:avLst/>
          </a:prstGeom>
        </p:spPr>
      </p:pic>
      <p:sp>
        <p:nvSpPr>
          <p:cNvPr id="6" name="텍스트 개체 틀 5"/>
          <p:cNvSpPr>
            <a:spLocks noGrp="1"/>
          </p:cNvSpPr>
          <p:nvPr>
            <p:ph type="body" idx="10"/>
          </p:nvPr>
        </p:nvSpPr>
        <p:spPr/>
        <p:txBody>
          <a:bodyPr/>
          <a:lstStyle/>
          <a:p>
            <a:pPr latinLnBrk="0"/>
            <a:r>
              <a:rPr lang="en-US" altLang="ko-KR" dirty="0" err="1"/>
              <a:t>I. POC Overview</a:t>
            </a:r>
          </a:p>
        </p:txBody>
      </p:sp>
      <p:sp>
        <p:nvSpPr>
          <p:cNvPr id="14" name="Rectangle 13"/>
          <p:cNvSpPr/>
          <p:nvPr/>
        </p:nvSpPr>
        <p:spPr>
          <a:xfrm>
            <a:off x="381600" y="1582506"/>
            <a:ext cx="2664000" cy="28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300" b="1" dirty="0" err="1">
                <a:solidFill>
                  <a:schemeClr val="bg1"/>
                </a:solidFill>
              </a:rPr>
              <a:t>Packaging Process Flow</a:t>
            </a:r>
            <a:endParaRPr lang="ko-KR" altLang="en-US" sz="1300" b="1" dirty="0">
              <a:solidFill>
                <a:schemeClr val="bg1"/>
              </a:solidFill>
            </a:endParaRPr>
          </a:p>
        </p:txBody>
      </p:sp>
      <p:sp>
        <p:nvSpPr>
          <p:cNvPr id="15" name="Rectangle 14"/>
          <p:cNvSpPr/>
          <p:nvPr/>
        </p:nvSpPr>
        <p:spPr>
          <a:xfrm>
            <a:off x="381600" y="1870507"/>
            <a:ext cx="2664000" cy="2736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6" name="Rounded Rectangle 15"/>
          <p:cNvSpPr/>
          <p:nvPr/>
        </p:nvSpPr>
        <p:spPr>
          <a:xfrm>
            <a:off x="525600" y="2050507"/>
            <a:ext cx="1152000" cy="503999"/>
          </a:xfrm>
          <a:prstGeom prst="roundRect">
            <a:avLst/>
          </a:prstGeom>
          <a:solidFill>
            <a:schemeClr val="bg1"/>
          </a:solidFill>
          <a:ln w="15875">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200" b="1">
                <a:solidFill>
                  <a:schemeClr val="accent4"/>
                </a:solidFill>
              </a:rPr>
              <a:t>Package Process</a:t>
            </a:r>
          </a:p>
        </p:txBody>
      </p:sp>
      <p:sp>
        <p:nvSpPr>
          <p:cNvPr id="17" name="Down Arrow 16"/>
          <p:cNvSpPr/>
          <p:nvPr/>
        </p:nvSpPr>
        <p:spPr>
          <a:xfrm>
            <a:off x="1011600" y="2579707"/>
            <a:ext cx="180000" cy="251999"/>
          </a:xfrm>
          <a:prstGeom prst="downArrow">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8" name="Rounded Rectangle 17"/>
          <p:cNvSpPr/>
          <p:nvPr/>
        </p:nvSpPr>
        <p:spPr>
          <a:xfrm>
            <a:off x="525600" y="2860507"/>
            <a:ext cx="1152000" cy="503999"/>
          </a:xfrm>
          <a:prstGeom prst="roundRect">
            <a:avLst/>
          </a:prstGeom>
          <a:solidFill>
            <a:schemeClr val="bg1"/>
          </a:solidFill>
          <a:ln w="15875">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200" b="1">
                <a:solidFill>
                  <a:schemeClr val="accent4"/>
                </a:solidFill>
              </a:rPr>
              <a:t>AOI Inspection</a:t>
            </a:r>
          </a:p>
        </p:txBody>
      </p:sp>
      <p:sp>
        <p:nvSpPr>
          <p:cNvPr id="19" name="Down Arrow 18"/>
          <p:cNvSpPr/>
          <p:nvPr/>
        </p:nvSpPr>
        <p:spPr>
          <a:xfrm>
            <a:off x="1011600" y="3389707"/>
            <a:ext cx="180000" cy="251999"/>
          </a:xfrm>
          <a:prstGeom prst="downArrow">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0" name="Right Arrow 19"/>
          <p:cNvSpPr/>
          <p:nvPr/>
        </p:nvSpPr>
        <p:spPr>
          <a:xfrm>
            <a:off x="1713600" y="3040507"/>
            <a:ext cx="162000" cy="144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1" name="Rectangle 20"/>
          <p:cNvSpPr/>
          <p:nvPr/>
        </p:nvSpPr>
        <p:spPr>
          <a:xfrm>
            <a:off x="1893600" y="2896507"/>
            <a:ext cx="1062000" cy="4320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000" b="1">
                <a:solidFill>
                  <a:schemeClr val="accent1"/>
                </a:solidFill>
              </a:rPr>
              <a:t>KLARF File</a:t>
            </a:r>
          </a:p>
          <a:p>
            <a:pPr algn="ctr" latinLnBrk="0"/>
            <a:r>
              <a:rPr lang="en-US" altLang="ko-KR" sz="1000" b="0">
                <a:solidFill>
                  <a:schemeClr val="accent1"/>
                </a:solidFill>
              </a:rPr>
              <a:t>Defect coordinates, images</a:t>
            </a:r>
          </a:p>
        </p:txBody>
      </p:sp>
      <p:sp>
        <p:nvSpPr>
          <p:cNvPr id="22" name="Rounded Rectangle 21"/>
          <p:cNvSpPr/>
          <p:nvPr/>
        </p:nvSpPr>
        <p:spPr>
          <a:xfrm>
            <a:off x="525600" y="3670507"/>
            <a:ext cx="1152000" cy="503999"/>
          </a:xfrm>
          <a:prstGeom prst="roundRect">
            <a:avLst/>
          </a:prstGeom>
          <a:solidFill>
            <a:schemeClr val="bg1"/>
          </a:solidFill>
          <a:ln w="15875">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200" b="1">
                <a:solidFill>
                  <a:schemeClr val="accent4"/>
                </a:solidFill>
              </a:rPr>
              <a:t>Electrical Test (TEST)</a:t>
            </a:r>
          </a:p>
        </p:txBody>
      </p:sp>
      <p:sp>
        <p:nvSpPr>
          <p:cNvPr id="23" name="Right Arrow 22"/>
          <p:cNvSpPr/>
          <p:nvPr/>
        </p:nvSpPr>
        <p:spPr>
          <a:xfrm>
            <a:off x="1713600" y="3850507"/>
            <a:ext cx="162000" cy="144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4" name="Rectangle 23"/>
          <p:cNvSpPr/>
          <p:nvPr/>
        </p:nvSpPr>
        <p:spPr>
          <a:xfrm>
            <a:off x="1893600" y="3706507"/>
            <a:ext cx="1062000" cy="4320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000" b="1">
                <a:solidFill>
                  <a:schemeClr val="accent1"/>
                </a:solidFill>
              </a:rPr>
              <a:t>E-Test File</a:t>
            </a:r>
          </a:p>
          <a:p>
            <a:pPr algn="ctr" latinLnBrk="0"/>
            <a:r>
              <a:rPr lang="en-US" altLang="ko-KR" sz="1000" b="0">
                <a:solidFill>
                  <a:schemeClr val="accent1"/>
                </a:solidFill>
              </a:rPr>
              <a:t>Measurements by chain</a:t>
            </a:r>
          </a:p>
        </p:txBody>
      </p:sp>
      <p:sp>
        <p:nvSpPr>
          <p:cNvPr id="25" name="Right Arrow 24"/>
          <p:cNvSpPr/>
          <p:nvPr/>
        </p:nvSpPr>
        <p:spPr>
          <a:xfrm>
            <a:off x="3096000" y="2806507"/>
            <a:ext cx="288000" cy="576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6" name="Rectangle 25"/>
          <p:cNvSpPr/>
          <p:nvPr/>
        </p:nvSpPr>
        <p:spPr>
          <a:xfrm>
            <a:off x="3438000" y="1582506"/>
            <a:ext cx="6087600" cy="28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300" b="1">
                <a:solidFill>
                  <a:schemeClr val="bg1"/>
                </a:solidFill>
              </a:rPr>
              <a:t>Correlation Analysis across Data</a:t>
            </a:r>
          </a:p>
        </p:txBody>
      </p:sp>
      <p:sp>
        <p:nvSpPr>
          <p:cNvPr id="27" name="Rectangle 26"/>
          <p:cNvSpPr/>
          <p:nvPr/>
        </p:nvSpPr>
        <p:spPr>
          <a:xfrm>
            <a:off x="3438000" y="1870507"/>
            <a:ext cx="6087600" cy="2736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8" name="Rectangle 27"/>
          <p:cNvSpPr/>
          <p:nvPr/>
        </p:nvSpPr>
        <p:spPr>
          <a:xfrm>
            <a:off x="3582000" y="1942507"/>
            <a:ext cx="1332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100" b="1">
                <a:solidFill>
                  <a:schemeClr val="accent1"/>
                </a:solidFill>
              </a:rPr>
              <a:t>GDS (wiring)</a:t>
            </a:r>
          </a:p>
        </p:txBody>
      </p:sp>
      <p:sp>
        <p:nvSpPr>
          <p:cNvPr id="29" name="Rectangle 28"/>
          <p:cNvSpPr/>
          <p:nvPr/>
        </p:nvSpPr>
        <p:spPr>
          <a:xfrm>
            <a:off x="5071200" y="1942507"/>
            <a:ext cx="28212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100" b="1">
                <a:solidFill>
                  <a:schemeClr val="accent1"/>
                </a:solidFill>
              </a:rPr>
              <a:t>AOI Defect (KLARF map, images)</a:t>
            </a:r>
          </a:p>
        </p:txBody>
      </p:sp>
      <p:sp>
        <p:nvSpPr>
          <p:cNvPr id="30" name="Rectangle 29"/>
          <p:cNvSpPr/>
          <p:nvPr/>
        </p:nvSpPr>
        <p:spPr>
          <a:xfrm>
            <a:off x="8049600" y="1942507"/>
            <a:ext cx="1332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100" b="1">
                <a:solidFill>
                  <a:schemeClr val="accent1"/>
                </a:solidFill>
              </a:rPr>
              <a:t>E-Test (values)</a:t>
            </a:r>
          </a:p>
        </p:txBody>
      </p:sp>
      <p:pic>
        <p:nvPicPr>
          <p:cNvPr id="31" name="Picture 30" descr="crop_gds.png"/>
          <p:cNvPicPr>
            <a:picLocks noChangeAspect="1"/>
          </p:cNvPicPr>
          <p:nvPr/>
        </p:nvPicPr>
        <p:blipFill>
          <a:blip r:embed="rId4"/>
          <a:stretch>
            <a:fillRect/>
          </a:stretch>
        </p:blipFill>
        <p:spPr>
          <a:xfrm>
            <a:off x="3582000" y="2194507"/>
            <a:ext cx="1332000" cy="1332000"/>
          </a:xfrm>
          <a:prstGeom prst="rect">
            <a:avLst/>
          </a:prstGeom>
        </p:spPr>
      </p:pic>
      <p:sp>
        <p:nvSpPr>
          <p:cNvPr id="32" name="Rectangle 31"/>
          <p:cNvSpPr/>
          <p:nvPr/>
        </p:nvSpPr>
        <p:spPr>
          <a:xfrm>
            <a:off x="3582000" y="2194507"/>
            <a:ext cx="1332000" cy="1332000"/>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pic>
        <p:nvPicPr>
          <p:cNvPr id="5" name="그림 4"/>
          <p:cNvPicPr>
            <a:picLocks noChangeAspect="1"/>
          </p:cNvPicPr>
          <p:nvPr/>
        </p:nvPicPr>
        <p:blipFill>
          <a:blip r:embed="rId5"/>
          <a:stretch>
            <a:fillRect/>
          </a:stretch>
        </p:blipFill>
        <p:spPr>
          <a:xfrm>
            <a:off x="5071200" y="2196591"/>
            <a:ext cx="1332000" cy="1327830"/>
          </a:xfrm>
          <a:prstGeom prst="rect">
            <a:avLst/>
          </a:prstGeom>
        </p:spPr>
      </p:pic>
      <p:sp>
        <p:nvSpPr>
          <p:cNvPr id="33" name="Rectangle 32"/>
          <p:cNvSpPr/>
          <p:nvPr/>
        </p:nvSpPr>
        <p:spPr>
          <a:xfrm>
            <a:off x="5071200" y="2196591"/>
            <a:ext cx="1332000" cy="1327830"/>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pic>
        <p:nvPicPr>
          <p:cNvPr id="8" name="그림 7"/>
          <p:cNvPicPr>
            <a:picLocks noChangeAspect="1"/>
          </p:cNvPicPr>
          <p:nvPr/>
        </p:nvPicPr>
        <p:blipFill>
          <a:blip r:embed="rId6"/>
          <a:stretch>
            <a:fillRect/>
          </a:stretch>
        </p:blipFill>
        <p:spPr>
          <a:xfrm>
            <a:off x="6560400" y="2282376"/>
            <a:ext cx="1332000" cy="1156261"/>
          </a:xfrm>
          <a:prstGeom prst="rect">
            <a:avLst/>
          </a:prstGeom>
        </p:spPr>
      </p:pic>
      <p:sp>
        <p:nvSpPr>
          <p:cNvPr id="34" name="Rectangle 33"/>
          <p:cNvSpPr/>
          <p:nvPr/>
        </p:nvSpPr>
        <p:spPr>
          <a:xfrm>
            <a:off x="6560400" y="2282376"/>
            <a:ext cx="1332000" cy="1156261"/>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pic>
        <p:nvPicPr>
          <p:cNvPr id="35" name="Picture 34" descr="crop_et.png"/>
          <p:cNvPicPr>
            <a:picLocks noChangeAspect="1"/>
          </p:cNvPicPr>
          <p:nvPr/>
        </p:nvPicPr>
        <p:blipFill>
          <a:blip r:embed="rId7"/>
          <a:stretch>
            <a:fillRect/>
          </a:stretch>
        </p:blipFill>
        <p:spPr>
          <a:xfrm>
            <a:off x="8049600" y="2194507"/>
            <a:ext cx="1332000" cy="1332000"/>
          </a:xfrm>
          <a:prstGeom prst="rect">
            <a:avLst/>
          </a:prstGeom>
        </p:spPr>
      </p:pic>
      <p:sp>
        <p:nvSpPr>
          <p:cNvPr id="36" name="Rectangle 35"/>
          <p:cNvSpPr/>
          <p:nvPr/>
        </p:nvSpPr>
        <p:spPr>
          <a:xfrm>
            <a:off x="8049600" y="2194507"/>
            <a:ext cx="1332000" cy="1332000"/>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37" name="Rectangle 36"/>
          <p:cNvSpPr/>
          <p:nvPr/>
        </p:nvSpPr>
        <p:spPr>
          <a:xfrm>
            <a:off x="4914000" y="2716507"/>
            <a:ext cx="157199"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600" b="1">
                <a:solidFill>
                  <a:schemeClr val="accent1"/>
                </a:solidFill>
              </a:rPr>
              <a:t>+</a:t>
            </a:r>
          </a:p>
        </p:txBody>
      </p:sp>
      <p:sp>
        <p:nvSpPr>
          <p:cNvPr id="38" name="Rectangle 37"/>
          <p:cNvSpPr/>
          <p:nvPr/>
        </p:nvSpPr>
        <p:spPr>
          <a:xfrm>
            <a:off x="7892400" y="2716507"/>
            <a:ext cx="157199"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600" b="1">
                <a:solidFill>
                  <a:schemeClr val="accent1"/>
                </a:solidFill>
              </a:rPr>
              <a:t>+</a:t>
            </a:r>
          </a:p>
        </p:txBody>
      </p:sp>
      <p:sp>
        <p:nvSpPr>
          <p:cNvPr id="39" name="Down Arrow 38"/>
          <p:cNvSpPr/>
          <p:nvPr/>
        </p:nvSpPr>
        <p:spPr>
          <a:xfrm>
            <a:off x="6355800" y="3580507"/>
            <a:ext cx="251999" cy="180000"/>
          </a:xfrm>
          <a:prstGeom prst="downArrow">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40" name="Rectangle 39"/>
          <p:cNvSpPr/>
          <p:nvPr/>
        </p:nvSpPr>
        <p:spPr>
          <a:xfrm>
            <a:off x="3582000" y="3814507"/>
            <a:ext cx="5799600" cy="684000"/>
          </a:xfrm>
          <a:prstGeom prst="rect">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200" b="1" dirty="0">
                <a:solidFill>
                  <a:schemeClr val="tx1"/>
                </a:solidFill>
              </a:rPr>
              <a:t>Overlay and compare the three data sets by die and chain</a:t>
            </a:r>
          </a:p>
          <a:p>
            <a:pPr algn="ctr" latinLnBrk="0"/>
            <a:r>
              <a:rPr lang="en-US" altLang="ko-KR" sz="1200" b="0" dirty="0" smtClean="0">
                <a:solidFill>
                  <a:schemeClr val="tx1"/>
                </a:solidFill>
              </a:rPr>
              <a:t>The system shows whether an electrical fail is caused by a visual defect</a:t>
            </a:r>
            <a:endParaRPr lang="ko-KR" altLang="en-US" sz="1200" b="0" dirty="0">
              <a:solidFill>
                <a:schemeClr val="tx1"/>
              </a:solidFill>
            </a:endParaRPr>
          </a:p>
        </p:txBody>
      </p:sp>
      <p:sp>
        <p:nvSpPr>
          <p:cNvPr id="41" name="Rectangle 40"/>
          <p:cNvSpPr/>
          <p:nvPr/>
        </p:nvSpPr>
        <p:spPr>
          <a:xfrm>
            <a:off x="381600" y="5274000"/>
            <a:ext cx="1224000" cy="46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400" b="1">
                <a:solidFill>
                  <a:schemeClr val="bg1"/>
                </a:solidFill>
              </a:rPr>
              <a:t>POC Objective</a:t>
            </a:r>
          </a:p>
        </p:txBody>
      </p:sp>
      <p:sp>
        <p:nvSpPr>
          <p:cNvPr id="42" name="Rectangle 41"/>
          <p:cNvSpPr/>
          <p:nvPr/>
        </p:nvSpPr>
        <p:spPr>
          <a:xfrm>
            <a:off x="1605600" y="5274000"/>
            <a:ext cx="7919400" cy="46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l" latinLnBrk="0"/>
            <a:r>
              <a:rPr lang="en-US" altLang="ko-KR" sz="1200" b="0" dirty="0">
                <a:solidFill>
                  <a:schemeClr val="tx1"/>
                </a:solidFill>
              </a:rPr>
              <a:t>Link layout, visual defect and electrical test data on one screen </a:t>
            </a:r>
            <a:r>
              <a:rPr lang="en-US" altLang="ko-KR" sz="1200" b="1" dirty="0">
                <a:solidFill>
                  <a:schemeClr val="tx1"/>
                </a:solidFill>
              </a:rPr>
              <a:t>to provide evidence for root-cause judgment</a:t>
            </a:r>
          </a:p>
        </p:txBody>
      </p:sp>
      <p:sp>
        <p:nvSpPr>
          <p:cNvPr id="43" name="Rectangle 42"/>
          <p:cNvSpPr/>
          <p:nvPr/>
        </p:nvSpPr>
        <p:spPr>
          <a:xfrm>
            <a:off x="381600" y="4752000"/>
            <a:ext cx="1224000" cy="46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400" b="1">
                <a:solidFill>
                  <a:schemeClr val="bg1"/>
                </a:solidFill>
              </a:rPr>
              <a:t>Current State</a:t>
            </a:r>
          </a:p>
        </p:txBody>
      </p:sp>
      <p:sp>
        <p:nvSpPr>
          <p:cNvPr id="44" name="Rectangle 43"/>
          <p:cNvSpPr/>
          <p:nvPr/>
        </p:nvSpPr>
        <p:spPr>
          <a:xfrm>
            <a:off x="1605600" y="4752000"/>
            <a:ext cx="7920000" cy="46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l" latinLnBrk="0"/>
            <a:r>
              <a:rPr lang="en-US" altLang="ko-KR" sz="1200" b="0" dirty="0">
                <a:solidFill>
                  <a:schemeClr val="tx1"/>
                </a:solidFill>
              </a:rPr>
              <a:t>The three data sets are separate, so it is hard to quickly confirm </a:t>
            </a:r>
            <a:r>
              <a:rPr lang="en-US" altLang="ko-KR" sz="1200" b="1" dirty="0">
                <a:solidFill>
                  <a:schemeClr val="tx1"/>
                </a:solidFill>
              </a:rPr>
              <a:t>whether an E-Test fail is caused by a visual defect</a:t>
            </a:r>
          </a:p>
        </p:txBody>
      </p:sp>
      <p:sp>
        <p:nvSpPr>
          <p:cNvPr id="45" name="Rectangle 44"/>
          <p:cNvSpPr/>
          <p:nvPr/>
        </p:nvSpPr>
        <p:spPr>
          <a:xfrm>
            <a:off x="381600" y="5796000"/>
            <a:ext cx="1224000" cy="468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400" b="1">
                <a:solidFill>
                  <a:schemeClr val="bg1"/>
                </a:solidFill>
              </a:rPr>
              <a:t>POC Scope</a:t>
            </a:r>
          </a:p>
        </p:txBody>
      </p:sp>
      <p:sp>
        <p:nvSpPr>
          <p:cNvPr id="46" name="Rectangle 45"/>
          <p:cNvSpPr/>
          <p:nvPr/>
        </p:nvSpPr>
        <p:spPr>
          <a:xfrm>
            <a:off x="1605600" y="5796000"/>
            <a:ext cx="7920000" cy="46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l" latinLnBrk="0"/>
            <a:r>
              <a:rPr lang="en-US" altLang="ko-KR" sz="1200" b="0" dirty="0">
                <a:solidFill>
                  <a:schemeClr val="tx1"/>
                </a:solidFill>
              </a:rPr>
              <a:t>Period '26.10.01 ~ 10.30   /   Target devices U9, U8   /   Manual file upload   /   Correlation analysis of the three data sets</a:t>
            </a:r>
            <a:endParaRPr lang="ko-KR" altLang="en-US" sz="1200" b="0" dirty="0">
              <a:solidFill>
                <a:schemeClr val="tx1"/>
              </a:solidFill>
            </a:endParaRPr>
          </a:p>
        </p:txBody>
      </p:sp>
    </p:spTree>
    <p:extLst>
      <p:ext uri="{BB962C8B-B14F-4D97-AF65-F5344CB8AC3E}">
        <p14:creationId xmlns:p14="http://schemas.microsoft.com/office/powerpoint/2010/main" val="6377465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lstStyle/>
          <a:p>
            <a:pPr latinLnBrk="0"/>
            <a:r>
              <a:rPr lang="en-US" altLang="ko-KR" dirty="0" smtClean="0"/>
              <a:t>System Configuration and Scope of Work</a:t>
            </a:r>
            <a:endParaRPr lang="ko-KR" altLang="en-US" dirty="0"/>
          </a:p>
        </p:txBody>
      </p:sp>
      <p:sp>
        <p:nvSpPr>
          <p:cNvPr id="3" name="텍스트 개체 틀 2"/>
          <p:cNvSpPr>
            <a:spLocks noGrp="1"/>
          </p:cNvSpPr>
          <p:nvPr>
            <p:ph type="body" sz="quarter" idx="14"/>
          </p:nvPr>
        </p:nvSpPr>
        <p:spPr>
          <a:xfrm>
            <a:off x="381000" y="899269"/>
            <a:ext cx="9144000" cy="492443"/>
          </a:xfrm>
        </p:spPr>
        <p:txBody>
          <a:bodyPr/>
          <a:lstStyle/>
          <a:p>
            <a:pPr latinLnBrk="0"/>
            <a:r>
              <a:rPr lang="en-US" altLang="ko-KR" dirty="0" smtClean="0"/>
              <a:t>All POC screens in the initial proposal have been delivered</a:t>
            </a:r>
          </a:p>
          <a:p>
            <a:pPr latinLnBrk="0"/>
            <a:r>
              <a:rPr lang="en-US" altLang="ko-KR" dirty="0" smtClean="0"/>
              <a:t>Development reused existing YMS and DMS screens as much as possible</a:t>
            </a:r>
          </a:p>
        </p:txBody>
      </p:sp>
      <p:sp>
        <p:nvSpPr>
          <p:cNvPr id="6" name="텍스트 개체 틀 5"/>
          <p:cNvSpPr>
            <a:spLocks noGrp="1"/>
          </p:cNvSpPr>
          <p:nvPr>
            <p:ph type="body" idx="10"/>
          </p:nvPr>
        </p:nvSpPr>
        <p:spPr/>
        <p:txBody>
          <a:bodyPr/>
          <a:lstStyle/>
          <a:p>
            <a:pPr latinLnBrk="0"/>
            <a:r>
              <a:rPr lang="en-US" altLang="ko-KR"/>
              <a:t>I. POC Overview</a:t>
            </a:r>
          </a:p>
        </p:txBody>
      </p:sp>
      <p:sp>
        <p:nvSpPr>
          <p:cNvPr id="8" name="Rectangle 7"/>
          <p:cNvSpPr/>
          <p:nvPr/>
        </p:nvSpPr>
        <p:spPr>
          <a:xfrm>
            <a:off x="381600" y="4782261"/>
            <a:ext cx="3002400" cy="36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500" b="1">
                <a:solidFill>
                  <a:schemeClr val="bg1"/>
                </a:solidFill>
              </a:rPr>
              <a:t>Miracom</a:t>
            </a:r>
          </a:p>
        </p:txBody>
      </p:sp>
      <p:sp>
        <p:nvSpPr>
          <p:cNvPr id="9" name="Rectangle 8"/>
          <p:cNvSpPr/>
          <p:nvPr/>
        </p:nvSpPr>
        <p:spPr>
          <a:xfrm>
            <a:off x="381600" y="5142261"/>
            <a:ext cx="3002400" cy="1116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0" name="TextBox 9"/>
          <p:cNvSpPr txBox="1"/>
          <p:nvPr/>
        </p:nvSpPr>
        <p:spPr>
          <a:xfrm>
            <a:off x="489600" y="5312236"/>
            <a:ext cx="2808000" cy="776047"/>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300" dirty="0"/>
              <a:t>PM, design, development, testing</a:t>
            </a:r>
            <a:endParaRPr lang="en-US" altLang="ko-KR" sz="1300" dirty="0" smtClean="0"/>
          </a:p>
          <a:p>
            <a:pPr lvl="1" latinLnBrk="0"/>
            <a:r>
              <a:rPr lang="en-US" altLang="ko-KR" sz="1300" dirty="0" smtClean="0"/>
              <a:t>Handover, training, final report</a:t>
            </a:r>
          </a:p>
        </p:txBody>
      </p:sp>
      <p:sp>
        <p:nvSpPr>
          <p:cNvPr id="11" name="Rectangle 10"/>
          <p:cNvSpPr/>
          <p:nvPr/>
        </p:nvSpPr>
        <p:spPr>
          <a:xfrm>
            <a:off x="3452400" y="4782261"/>
            <a:ext cx="3002400" cy="360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500" b="1">
                <a:solidFill>
                  <a:schemeClr val="bg1"/>
                </a:solidFill>
              </a:rPr>
              <a:t>SCK R&amp;D Center</a:t>
            </a:r>
          </a:p>
        </p:txBody>
      </p:sp>
      <p:sp>
        <p:nvSpPr>
          <p:cNvPr id="12" name="Rectangle 11"/>
          <p:cNvSpPr/>
          <p:nvPr/>
        </p:nvSpPr>
        <p:spPr>
          <a:xfrm>
            <a:off x="3452400" y="5142261"/>
            <a:ext cx="3002400" cy="1116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3" name="TextBox 12"/>
          <p:cNvSpPr txBox="1"/>
          <p:nvPr/>
        </p:nvSpPr>
        <p:spPr>
          <a:xfrm>
            <a:off x="3560400" y="5412937"/>
            <a:ext cx="2808000" cy="574646"/>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300" dirty="0" smtClean="0"/>
              <a:t>Requirements, sample data</a:t>
            </a:r>
          </a:p>
          <a:p>
            <a:pPr lvl="1" latinLnBrk="0"/>
            <a:r>
              <a:rPr lang="en-US" altLang="ko-KR" sz="1300" dirty="0"/>
              <a:t>Result verification</a:t>
            </a:r>
            <a:endParaRPr lang="ko-KR" altLang="en-US" sz="1300" dirty="0"/>
          </a:p>
        </p:txBody>
      </p:sp>
      <p:sp>
        <p:nvSpPr>
          <p:cNvPr id="14" name="Rectangle 13"/>
          <p:cNvSpPr/>
          <p:nvPr/>
        </p:nvSpPr>
        <p:spPr>
          <a:xfrm>
            <a:off x="6523199" y="4782261"/>
            <a:ext cx="3002400" cy="360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500" b="1">
                <a:solidFill>
                  <a:schemeClr val="bg1"/>
                </a:solidFill>
              </a:rPr>
              <a:t>SCK IT Team</a:t>
            </a:r>
          </a:p>
        </p:txBody>
      </p:sp>
      <p:sp>
        <p:nvSpPr>
          <p:cNvPr id="15" name="Rectangle 14"/>
          <p:cNvSpPr/>
          <p:nvPr/>
        </p:nvSpPr>
        <p:spPr>
          <a:xfrm>
            <a:off x="6523199" y="5142261"/>
            <a:ext cx="3002400" cy="1116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6" name="TextBox 15"/>
          <p:cNvSpPr txBox="1"/>
          <p:nvPr/>
        </p:nvSpPr>
        <p:spPr>
          <a:xfrm>
            <a:off x="6631199" y="5412938"/>
            <a:ext cx="2808000" cy="574646"/>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300" dirty="0"/>
              <a:t>Server and DB</a:t>
            </a:r>
            <a:endParaRPr lang="ko-KR" altLang="en-US" sz="1300" dirty="0"/>
          </a:p>
          <a:p>
            <a:pPr lvl="1" latinLnBrk="0"/>
            <a:r>
              <a:rPr lang="en-US" altLang="ko-KR" sz="1300" dirty="0" smtClean="0"/>
              <a:t>System architecture support</a:t>
            </a:r>
            <a:endParaRPr lang="ko-KR" altLang="en-US" sz="1300" dirty="0"/>
          </a:p>
        </p:txBody>
      </p:sp>
      <p:pic>
        <p:nvPicPr>
          <p:cNvPr id="18" name="고객사 CI" descr="sck_ci.png"/>
          <p:cNvPicPr>
            <a:picLocks noChangeAspect="1"/>
          </p:cNvPicPr>
          <p:nvPr/>
        </p:nvPicPr>
        <p:blipFill>
          <a:blip r:embed="rId3"/>
          <a:stretch>
            <a:fillRect/>
          </a:stretch>
        </p:blipFill>
        <p:spPr>
          <a:xfrm>
            <a:off x="381600" y="6554862"/>
            <a:ext cx="684000" cy="144737"/>
          </a:xfrm>
          <a:prstGeom prst="rect">
            <a:avLst/>
          </a:prstGeom>
        </p:spPr>
      </p:pic>
      <p:graphicFrame>
        <p:nvGraphicFramePr>
          <p:cNvPr id="19" name="Table 18"/>
          <p:cNvGraphicFramePr>
            <a:graphicFrameLocks noGrp="1"/>
          </p:cNvGraphicFramePr>
          <p:nvPr>
            <p:extLst>
              <p:ext uri="{D42A27DB-BD31-4B8C-83A1-F6EECF244321}">
                <p14:modId xmlns:p14="http://schemas.microsoft.com/office/powerpoint/2010/main" val="2087709889"/>
              </p:ext>
            </p:extLst>
          </p:nvPr>
        </p:nvGraphicFramePr>
        <p:xfrm>
          <a:off x="381600" y="1519200"/>
          <a:ext cx="9144000" cy="3147480"/>
        </p:xfrm>
        <a:graphic>
          <a:graphicData uri="http://schemas.openxmlformats.org/drawingml/2006/table">
            <a:tbl>
              <a:tblPr>
                <a:tableStyleId>{2D5ABB26-0587-4C30-8999-92F81FD0307C}</a:tableStyleId>
              </a:tblPr>
              <a:tblGrid>
                <a:gridCol w="1080000">
                  <a:extLst>
                    <a:ext uri="{9D8B030D-6E8A-4147-A177-3AD203B41FA5}">
                      <a16:colId xmlns:a16="http://schemas.microsoft.com/office/drawing/2014/main" val="20000"/>
                    </a:ext>
                  </a:extLst>
                </a:gridCol>
                <a:gridCol w="3348000">
                  <a:extLst>
                    <a:ext uri="{9D8B030D-6E8A-4147-A177-3AD203B41FA5}">
                      <a16:colId xmlns:a16="http://schemas.microsoft.com/office/drawing/2014/main" val="20001"/>
                    </a:ext>
                  </a:extLst>
                </a:gridCol>
                <a:gridCol w="3600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tblGrid>
              <a:tr h="288000">
                <a:tc>
                  <a:txBody>
                    <a:bodyPr/>
                    <a:lstStyle/>
                    <a:p>
                      <a:pPr algn="ctr" latinLnBrk="0"/>
                      <a:r>
                        <a:rPr lang="en-US" altLang="ko-KR" sz="1200" b="1">
                          <a:solidFill>
                            <a:schemeClr val="bg1"/>
                          </a:solidFill>
                        </a:rPr>
                        <a:t>Area</a:t>
                      </a:r>
                    </a:p>
                  </a:txBody>
                  <a:tcPr marL="64800" marR="64800" marT="21600" marB="21600" anchor="ctr">
                    <a:lnL w="0">
                      <a:noFill/>
                    </a:lnL>
                    <a:lnR w="0">
                      <a:noFill/>
                    </a:lnR>
                    <a:lnT w="19050" cap="flat" cmpd="sng" algn="ctr">
                      <a:solidFill>
                        <a:schemeClr val="accent1"/>
                      </a:solidFill>
                      <a:prstDash val="solid"/>
                    </a:lnT>
                    <a:lnB w="6350" cap="flat" cmpd="sng" algn="ctr">
                      <a:solidFill>
                        <a:schemeClr val="bg1">
                          <a:lumMod val="75000"/>
                        </a:schemeClr>
                      </a:solidFill>
                      <a:prstDash val="solid"/>
                    </a:lnB>
                    <a:solidFill>
                      <a:schemeClr val="accent1"/>
                    </a:solidFill>
                  </a:tcPr>
                </a:tc>
                <a:tc>
                  <a:txBody>
                    <a:bodyPr/>
                    <a:lstStyle/>
                    <a:p>
                      <a:pPr algn="ctr" latinLnBrk="0"/>
                      <a:r>
                        <a:rPr lang="en-US" altLang="ko-KR" sz="1200" b="1" dirty="0">
                          <a:solidFill>
                            <a:schemeClr val="bg1"/>
                          </a:solidFill>
                        </a:rPr>
                        <a:t>Initially Proposed Functions</a:t>
                      </a:r>
                      <a:endParaRPr lang="ko-KR" altLang="en-US" sz="1200" b="1" dirty="0">
                        <a:solidFill>
                          <a:schemeClr val="bg1"/>
                        </a:solidFill>
                      </a:endParaRPr>
                    </a:p>
                  </a:txBody>
                  <a:tcPr marL="64800" marR="64800" marT="21600" marB="21600" anchor="ctr">
                    <a:lnL w="0">
                      <a:noFill/>
                    </a:lnL>
                    <a:lnR w="0">
                      <a:noFill/>
                    </a:lnR>
                    <a:lnT w="19050" cap="flat" cmpd="sng" algn="ctr">
                      <a:solidFill>
                        <a:schemeClr val="accent1"/>
                      </a:solidFill>
                      <a:prstDash val="solid"/>
                    </a:lnT>
                    <a:lnB w="6350" cap="flat" cmpd="sng" algn="ctr">
                      <a:solidFill>
                        <a:schemeClr val="bg1">
                          <a:lumMod val="75000"/>
                        </a:schemeClr>
                      </a:solidFill>
                      <a:prstDash val="solid"/>
                    </a:lnB>
                    <a:solidFill>
                      <a:schemeClr val="accent1"/>
                    </a:solidFill>
                  </a:tcPr>
                </a:tc>
                <a:tc>
                  <a:txBody>
                    <a:bodyPr/>
                    <a:lstStyle/>
                    <a:p>
                      <a:pPr algn="ctr" latinLnBrk="0"/>
                      <a:r>
                        <a:rPr lang="en-US" altLang="ko-KR" sz="1200" b="1" dirty="0">
                          <a:solidFill>
                            <a:schemeClr val="bg1"/>
                          </a:solidFill>
                        </a:rPr>
                        <a:t>Delivered Screens</a:t>
                      </a:r>
                      <a:endParaRPr lang="ko-KR" altLang="en-US" sz="1200" b="1" dirty="0">
                        <a:solidFill>
                          <a:schemeClr val="bg1"/>
                        </a:solidFill>
                      </a:endParaRPr>
                    </a:p>
                  </a:txBody>
                  <a:tcPr marL="64800" marR="64800" marT="21600" marB="21600" anchor="ctr">
                    <a:lnL w="0">
                      <a:noFill/>
                    </a:lnL>
                    <a:lnR w="0">
                      <a:noFill/>
                    </a:lnR>
                    <a:lnT w="19050" cap="flat" cmpd="sng" algn="ctr">
                      <a:solidFill>
                        <a:schemeClr val="accent1"/>
                      </a:solidFill>
                      <a:prstDash val="solid"/>
                    </a:lnT>
                    <a:lnB w="6350" cap="flat" cmpd="sng" algn="ctr">
                      <a:solidFill>
                        <a:schemeClr val="bg1">
                          <a:lumMod val="75000"/>
                        </a:schemeClr>
                      </a:solidFill>
                      <a:prstDash val="solid"/>
                    </a:lnB>
                    <a:solidFill>
                      <a:schemeClr val="accent1"/>
                    </a:solidFill>
                  </a:tcPr>
                </a:tc>
                <a:tc>
                  <a:txBody>
                    <a:bodyPr/>
                    <a:lstStyle/>
                    <a:p>
                      <a:pPr algn="ctr" latinLnBrk="0"/>
                      <a:r>
                        <a:rPr lang="en-US" altLang="ko-KR" sz="1200" b="1">
                          <a:solidFill>
                            <a:schemeClr val="bg1"/>
                          </a:solidFill>
                        </a:rPr>
                        <a:t>Type</a:t>
                      </a:r>
                    </a:p>
                  </a:txBody>
                  <a:tcPr marL="64800" marR="64800" marT="21600" marB="21600" anchor="ctr">
                    <a:lnL w="0">
                      <a:noFill/>
                    </a:lnL>
                    <a:lnR w="0">
                      <a:noFill/>
                    </a:lnR>
                    <a:lnT w="19050" cap="flat" cmpd="sng" algn="ctr">
                      <a:solidFill>
                        <a:schemeClr val="accent1"/>
                      </a:solidFill>
                      <a:prstDash val="solid"/>
                    </a:lnT>
                    <a:lnB w="6350" cap="flat" cmpd="sng" algn="ctr">
                      <a:solidFill>
                        <a:schemeClr val="bg1">
                          <a:lumMod val="75000"/>
                        </a:schemeClr>
                      </a:solidFill>
                      <a:prstDash val="solid"/>
                    </a:lnB>
                    <a:solidFill>
                      <a:schemeClr val="accent1"/>
                    </a:solidFill>
                  </a:tcPr>
                </a:tc>
                <a:extLst>
                  <a:ext uri="{0D108BD9-81ED-4DB2-BD59-A6C34878D82A}">
                    <a16:rowId xmlns:a16="http://schemas.microsoft.com/office/drawing/2014/main" val="10000"/>
                  </a:ext>
                </a:extLst>
              </a:tr>
              <a:tr h="355500">
                <a:tc rowSpan="3">
                  <a:txBody>
                    <a:bodyPr/>
                    <a:lstStyle/>
                    <a:p>
                      <a:pPr algn="ctr" latinLnBrk="0"/>
                      <a:r>
                        <a:rPr lang="ko-KR" altLang="en-US" sz="1050" b="1">
                          <a:solidFill>
                            <a:schemeClr val="tx1"/>
                          </a:solidFill>
                        </a:rPr>
                        <a:t>Setup</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Map Setup</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en-US" altLang="ko-KR" sz="1050" dirty="0" err="1">
                          <a:solidFill>
                            <a:schemeClr val="tx1"/>
                          </a:solidFill>
                        </a:rPr>
                        <a:t>Wafer Map Setup (based on KLARF file)</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b="1" dirty="0" smtClean="0">
                          <a:solidFill>
                            <a:schemeClr val="accent3"/>
                          </a:solidFill>
                        </a:rPr>
                        <a:t>New + Existing</a:t>
                      </a:r>
                      <a:endParaRPr lang="ko-KR" altLang="en-US" sz="1050" b="1" dirty="0">
                        <a:solidFill>
                          <a:schemeClr val="accent3"/>
                        </a:solidFill>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1"/>
                  </a:ext>
                </a:extLst>
              </a:tr>
              <a:tr h="355500">
                <a:tc vMerge="1">
                  <a:txBody>
                    <a:bodyPr/>
                    <a:lstStyle/>
                    <a:p>
                      <a:pPr algn="ctr" latinLnBrk="0"/>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Bin Setup, Program Parameter Setup</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ko-KR" altLang="en-US" sz="1050" dirty="0" err="1">
                          <a:solidFill>
                            <a:schemeClr val="tx1"/>
                          </a:solidFill>
                        </a:rPr>
                        <a:t>Bin</a:t>
                      </a:r>
                      <a:r>
                        <a:rPr lang="ko-KR" altLang="en-US" sz="1050" dirty="0">
                          <a:solidFill>
                            <a:schemeClr val="tx1"/>
                          </a:solidFill>
                        </a:rPr>
                        <a:t> </a:t>
                      </a:r>
                      <a:r>
                        <a:rPr lang="ko-KR" altLang="en-US" sz="1050" dirty="0" err="1">
                          <a:solidFill>
                            <a:schemeClr val="tx1"/>
                          </a:solidFill>
                        </a:rPr>
                        <a:t>Define</a:t>
                      </a:r>
                      <a:r>
                        <a:rPr lang="ko-KR" altLang="en-US" sz="1050" dirty="0">
                          <a:solidFill>
                            <a:schemeClr val="tx1"/>
                          </a:solidFill>
                        </a:rPr>
                        <a:t> / </a:t>
                      </a:r>
                      <a:r>
                        <a:rPr lang="ko-KR" altLang="en-US" sz="1050" dirty="0" err="1">
                          <a:solidFill>
                            <a:schemeClr val="tx1"/>
                          </a:solidFill>
                        </a:rPr>
                        <a:t>E-Test</a:t>
                      </a:r>
                      <a:r>
                        <a:rPr lang="ko-KR" altLang="en-US" sz="1050" dirty="0">
                          <a:solidFill>
                            <a:schemeClr val="tx1"/>
                          </a:solidFill>
                        </a:rPr>
                        <a:t> </a:t>
                      </a:r>
                      <a:r>
                        <a:rPr lang="ko-KR" altLang="en-US" sz="1050" dirty="0" err="1">
                          <a:solidFill>
                            <a:schemeClr val="tx1"/>
                          </a:solidFill>
                        </a:rPr>
                        <a:t>Para</a:t>
                      </a:r>
                      <a:r>
                        <a:rPr lang="ko-KR" altLang="en-US" sz="1050" dirty="0">
                          <a:solidFill>
                            <a:schemeClr val="tx1"/>
                          </a:solidFill>
                        </a:rPr>
                        <a:t> </a:t>
                      </a:r>
                      <a:r>
                        <a:rPr lang="ko-KR" altLang="en-US" sz="1050" dirty="0" err="1">
                          <a:solidFill>
                            <a:schemeClr val="tx1"/>
                          </a:solidFill>
                        </a:rPr>
                        <a:t>Register</a:t>
                      </a:r>
                      <a:r>
                        <a:rPr lang="ko-KR" altLang="en-US" sz="1050" dirty="0">
                          <a:solidFill>
                            <a:schemeClr val="tx1"/>
                          </a:solidFill>
                        </a:rPr>
                        <a:t>, </a:t>
                      </a:r>
                      <a:r>
                        <a:rPr lang="ko-KR" altLang="en-US" sz="1050" dirty="0" err="1">
                          <a:solidFill>
                            <a:schemeClr val="tx1"/>
                          </a:solidFill>
                        </a:rPr>
                        <a:t>Para</a:t>
                      </a:r>
                      <a:r>
                        <a:rPr lang="ko-KR" altLang="en-US" sz="1050" dirty="0">
                          <a:solidFill>
                            <a:schemeClr val="tx1"/>
                          </a:solidFill>
                        </a:rPr>
                        <a:t> </a:t>
                      </a:r>
                      <a:r>
                        <a:rPr lang="ko-KR" altLang="en-US" sz="1050" dirty="0" err="1">
                          <a:solidFill>
                            <a:schemeClr val="tx1"/>
                          </a:solidFill>
                        </a:rPr>
                        <a:t>Setup</a:t>
                      </a:r>
                      <a:endParaRPr lang="ko-KR" altLang="en-US" sz="1050" dirty="0">
                        <a:solidFill>
                          <a:schemeClr val="tx1"/>
                        </a:solidFill>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b="1" dirty="0">
                          <a:solidFill>
                            <a:schemeClr val="accent3"/>
                          </a:solidFill>
                        </a:rPr>
                        <a:t>New + Existing</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2"/>
                  </a:ext>
                </a:extLst>
              </a:tr>
              <a:tr h="355500">
                <a:tc vMerge="1">
                  <a:txBody>
                    <a:bodyPr/>
                    <a:lstStyle/>
                    <a:p>
                      <a:pPr algn="ctr" latinLnBrk="0"/>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Defect Setup, Defect Type Setup</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ko-KR" altLang="en-US" sz="1050" dirty="0" err="1">
                          <a:solidFill>
                            <a:schemeClr val="tx1"/>
                          </a:solidFill>
                        </a:rPr>
                        <a:t>Defect</a:t>
                      </a:r>
                      <a:r>
                        <a:rPr lang="ko-KR" altLang="en-US" sz="1050" dirty="0">
                          <a:solidFill>
                            <a:schemeClr val="tx1"/>
                          </a:solidFill>
                        </a:rPr>
                        <a:t> </a:t>
                      </a:r>
                      <a:r>
                        <a:rPr lang="ko-KR" altLang="en-US" sz="1050" dirty="0" err="1">
                          <a:solidFill>
                            <a:schemeClr val="tx1"/>
                          </a:solidFill>
                        </a:rPr>
                        <a:t>Type</a:t>
                      </a:r>
                      <a:r>
                        <a:rPr lang="ko-KR" altLang="en-US" sz="1050" dirty="0">
                          <a:solidFill>
                            <a:schemeClr val="tx1"/>
                          </a:solidFill>
                        </a:rPr>
                        <a:t> </a:t>
                      </a:r>
                      <a:r>
                        <a:rPr lang="ko-KR" altLang="en-US" sz="1050" dirty="0" err="1">
                          <a:solidFill>
                            <a:schemeClr val="tx1"/>
                          </a:solidFill>
                        </a:rPr>
                        <a:t>Define</a:t>
                      </a:r>
                      <a:endParaRPr lang="ko-KR" altLang="en-US" sz="1050" dirty="0">
                        <a:solidFill>
                          <a:schemeClr val="tx1"/>
                        </a:solidFill>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a:solidFill>
                            <a:schemeClr val="tx1">
                              <a:lumMod val="50000"/>
                              <a:lumOff val="50000"/>
                            </a:schemeClr>
                          </a:solidFill>
                        </a:rPr>
                        <a:t>Existing</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3"/>
                  </a:ext>
                </a:extLst>
              </a:tr>
              <a:tr h="355500">
                <a:tc rowSpan="2">
                  <a:txBody>
                    <a:bodyPr/>
                    <a:lstStyle/>
                    <a:p>
                      <a:pPr algn="ctr" latinLnBrk="0"/>
                      <a:r>
                        <a:rPr lang="ko-KR" altLang="en-US" sz="1050" b="1">
                          <a:solidFill>
                            <a:schemeClr val="tx1"/>
                          </a:solidFill>
                        </a:rPr>
                        <a:t>Correlation</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GDS Data Registration, Chain Name / Data Setup</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ko-KR" altLang="en-US" sz="1050" dirty="0">
                          <a:solidFill>
                            <a:schemeClr val="tx1"/>
                          </a:solidFill>
                        </a:rPr>
                        <a:t>GDS </a:t>
                      </a:r>
                      <a:r>
                        <a:rPr lang="ko-KR" altLang="en-US" sz="1050" dirty="0" err="1">
                          <a:solidFill>
                            <a:schemeClr val="tx1"/>
                          </a:solidFill>
                        </a:rPr>
                        <a:t>Map</a:t>
                      </a:r>
                      <a:r>
                        <a:rPr lang="ko-KR" altLang="en-US" sz="1050" dirty="0">
                          <a:solidFill>
                            <a:schemeClr val="tx1"/>
                          </a:solidFill>
                        </a:rPr>
                        <a:t> </a:t>
                      </a:r>
                      <a:r>
                        <a:rPr lang="ko-KR" altLang="en-US" sz="1050" dirty="0" err="1">
                          <a:solidFill>
                            <a:schemeClr val="tx1"/>
                          </a:solidFill>
                        </a:rPr>
                        <a:t>Setup</a:t>
                      </a:r>
                      <a:r>
                        <a:rPr lang="ko-KR" altLang="en-US" sz="1050" dirty="0">
                          <a:solidFill>
                            <a:schemeClr val="tx1"/>
                          </a:solidFill>
                        </a:rPr>
                        <a:t> / GDS </a:t>
                      </a:r>
                      <a:r>
                        <a:rPr lang="ko-KR" altLang="en-US" sz="1050" dirty="0" err="1">
                          <a:solidFill>
                            <a:schemeClr val="tx1"/>
                          </a:solidFill>
                        </a:rPr>
                        <a:t>Map</a:t>
                      </a:r>
                      <a:r>
                        <a:rPr lang="ko-KR" altLang="en-US" sz="1050" dirty="0">
                          <a:solidFill>
                            <a:schemeClr val="tx1"/>
                          </a:solidFill>
                        </a:rPr>
                        <a:t> </a:t>
                      </a:r>
                      <a:r>
                        <a:rPr lang="ko-KR" altLang="en-US" sz="1050" dirty="0" err="1">
                          <a:solidFill>
                            <a:schemeClr val="tx1"/>
                          </a:solidFill>
                        </a:rPr>
                        <a:t>View</a:t>
                      </a:r>
                      <a:r>
                        <a:rPr lang="ko-KR" altLang="en-US" sz="1050" dirty="0">
                          <a:solidFill>
                            <a:schemeClr val="tx1"/>
                          </a:solidFill>
                        </a:rPr>
                        <a:t>, GDS </a:t>
                      </a:r>
                      <a:r>
                        <a:rPr lang="ko-KR" altLang="en-US" sz="1050" dirty="0" err="1">
                          <a:solidFill>
                            <a:schemeClr val="tx1"/>
                          </a:solidFill>
                        </a:rPr>
                        <a:t>Map</a:t>
                      </a:r>
                      <a:r>
                        <a:rPr lang="ko-KR" altLang="en-US" sz="1050" dirty="0">
                          <a:solidFill>
                            <a:schemeClr val="tx1"/>
                          </a:solidFill>
                        </a:rPr>
                        <a:t> </a:t>
                      </a:r>
                      <a:r>
                        <a:rPr lang="ko-KR" altLang="en-US" sz="1050" dirty="0" err="1">
                          <a:solidFill>
                            <a:schemeClr val="tx1"/>
                          </a:solidFill>
                        </a:rPr>
                        <a:t>View</a:t>
                      </a:r>
                      <a:r>
                        <a:rPr lang="ko-KR" altLang="en-US" sz="1050" dirty="0">
                          <a:solidFill>
                            <a:schemeClr val="tx1"/>
                          </a:solidFill>
                        </a:rPr>
                        <a:t> U8</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b="1">
                          <a:solidFill>
                            <a:schemeClr val="accent1"/>
                          </a:solidFill>
                        </a:rPr>
                        <a:t>New</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4"/>
                  </a:ext>
                </a:extLst>
              </a:tr>
              <a:tr h="355500">
                <a:tc vMerge="1">
                  <a:txBody>
                    <a:bodyPr/>
                    <a:lstStyle/>
                    <a:p>
                      <a:pPr algn="ctr" latinLnBrk="0"/>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Defect / Test Correlation View</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ko-KR" altLang="en-US" sz="1050" dirty="0">
                          <a:solidFill>
                            <a:schemeClr val="tx1"/>
                          </a:solidFill>
                        </a:rPr>
                        <a:t>GDS-KLARF-ET </a:t>
                      </a:r>
                      <a:r>
                        <a:rPr lang="ko-KR" altLang="en-US" sz="1050" dirty="0" err="1">
                          <a:solidFill>
                            <a:schemeClr val="tx1"/>
                          </a:solidFill>
                        </a:rPr>
                        <a:t>Correlation</a:t>
                      </a:r>
                      <a:r>
                        <a:rPr lang="ko-KR" altLang="en-US" sz="1050" dirty="0">
                          <a:solidFill>
                            <a:schemeClr val="tx1"/>
                          </a:solidFill>
                        </a:rPr>
                        <a:t> / </a:t>
                      </a:r>
                      <a:r>
                        <a:rPr lang="ko-KR" altLang="en-US" sz="1050" dirty="0" err="1">
                          <a:solidFill>
                            <a:schemeClr val="tx1"/>
                          </a:solidFill>
                        </a:rPr>
                        <a:t>Die</a:t>
                      </a:r>
                      <a:r>
                        <a:rPr lang="ko-KR" altLang="en-US" sz="1050" dirty="0">
                          <a:solidFill>
                            <a:schemeClr val="tx1"/>
                          </a:solidFill>
                        </a:rPr>
                        <a:t> </a:t>
                      </a:r>
                      <a:r>
                        <a:rPr lang="ko-KR" altLang="en-US" sz="1050" dirty="0" err="1">
                          <a:solidFill>
                            <a:schemeClr val="tx1"/>
                          </a:solidFill>
                        </a:rPr>
                        <a:t>Detail</a:t>
                      </a:r>
                      <a:r>
                        <a:rPr lang="ko-KR" altLang="en-US" sz="1050" dirty="0">
                          <a:solidFill>
                            <a:schemeClr val="tx1"/>
                          </a:solidFill>
                        </a:rPr>
                        <a:t> </a:t>
                      </a:r>
                      <a:r>
                        <a:rPr lang="ko-KR" altLang="en-US" sz="1050" dirty="0" err="1">
                          <a:solidFill>
                            <a:schemeClr val="tx1"/>
                          </a:solidFill>
                        </a:rPr>
                        <a:t>Analysis</a:t>
                      </a:r>
                      <a:endParaRPr lang="ko-KR" altLang="en-US" sz="1050" dirty="0">
                        <a:solidFill>
                          <a:schemeClr val="tx1"/>
                        </a:solidFill>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b="1">
                          <a:solidFill>
                            <a:schemeClr val="accent1"/>
                          </a:solidFill>
                        </a:rPr>
                        <a:t>New</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5"/>
                  </a:ext>
                </a:extLst>
              </a:tr>
              <a:tr h="355500">
                <a:tc>
                  <a:txBody>
                    <a:bodyPr/>
                    <a:lstStyle/>
                    <a:p>
                      <a:pPr algn="ctr" latinLnBrk="0"/>
                      <a:r>
                        <a:rPr lang="ko-KR" altLang="en-US" sz="1050" b="1">
                          <a:solidFill>
                            <a:schemeClr val="tx1"/>
                          </a:solidFill>
                        </a:rPr>
                        <a:t>DMS</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Defect Data Manual Input, Map / Image Gallery, Chart Analysis</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ko-KR" altLang="en-US" sz="1050" dirty="0">
                          <a:solidFill>
                            <a:schemeClr val="tx1"/>
                          </a:solidFill>
                        </a:rPr>
                        <a:t>KLARF </a:t>
                      </a:r>
                      <a:r>
                        <a:rPr lang="ko-KR" altLang="en-US" sz="1050" dirty="0" err="1">
                          <a:solidFill>
                            <a:schemeClr val="tx1"/>
                          </a:solidFill>
                        </a:rPr>
                        <a:t>File</a:t>
                      </a:r>
                      <a:r>
                        <a:rPr lang="ko-KR" altLang="en-US" sz="1050" dirty="0">
                          <a:solidFill>
                            <a:schemeClr val="tx1"/>
                          </a:solidFill>
                        </a:rPr>
                        <a:t> </a:t>
                      </a:r>
                      <a:r>
                        <a:rPr lang="ko-KR" altLang="en-US" sz="1050" dirty="0" err="1">
                          <a:solidFill>
                            <a:schemeClr val="tx1"/>
                          </a:solidFill>
                        </a:rPr>
                        <a:t>Upload</a:t>
                      </a:r>
                      <a:r>
                        <a:rPr lang="ko-KR" altLang="en-US" sz="1050" dirty="0">
                          <a:solidFill>
                            <a:schemeClr val="tx1"/>
                          </a:solidFill>
                        </a:rPr>
                        <a:t> / </a:t>
                      </a:r>
                      <a:r>
                        <a:rPr lang="ko-KR" altLang="en-US" sz="1050" dirty="0" err="1">
                          <a:solidFill>
                            <a:schemeClr val="tx1"/>
                          </a:solidFill>
                        </a:rPr>
                        <a:t>Map</a:t>
                      </a:r>
                      <a:r>
                        <a:rPr lang="ko-KR" altLang="en-US" sz="1050" dirty="0">
                          <a:solidFill>
                            <a:schemeClr val="tx1"/>
                          </a:solidFill>
                        </a:rPr>
                        <a:t>, </a:t>
                      </a:r>
                      <a:r>
                        <a:rPr lang="ko-KR" altLang="en-US" sz="1050" dirty="0" err="1">
                          <a:solidFill>
                            <a:schemeClr val="tx1"/>
                          </a:solidFill>
                        </a:rPr>
                        <a:t>Image</a:t>
                      </a:r>
                      <a:r>
                        <a:rPr lang="ko-KR" altLang="en-US" sz="1050" dirty="0">
                          <a:solidFill>
                            <a:schemeClr val="tx1"/>
                          </a:solidFill>
                        </a:rPr>
                        <a:t> </a:t>
                      </a:r>
                      <a:r>
                        <a:rPr lang="ko-KR" altLang="en-US" sz="1050" dirty="0" err="1">
                          <a:solidFill>
                            <a:schemeClr val="tx1"/>
                          </a:solidFill>
                        </a:rPr>
                        <a:t>Gallery</a:t>
                      </a:r>
                      <a:r>
                        <a:rPr lang="ko-KR" altLang="en-US" sz="1050" dirty="0">
                          <a:solidFill>
                            <a:schemeClr val="tx1"/>
                          </a:solidFill>
                        </a:rPr>
                        <a:t>, </a:t>
                      </a:r>
                      <a:r>
                        <a:rPr lang="ko-KR" altLang="en-US" sz="1050" dirty="0" err="1">
                          <a:solidFill>
                            <a:schemeClr val="tx1"/>
                          </a:solidFill>
                        </a:rPr>
                        <a:t>Chart</a:t>
                      </a:r>
                      <a:r>
                        <a:rPr lang="ko-KR" altLang="en-US" sz="1050" dirty="0">
                          <a:solidFill>
                            <a:schemeClr val="tx1"/>
                          </a:solidFill>
                        </a:rPr>
                        <a:t> </a:t>
                      </a:r>
                      <a:r>
                        <a:rPr lang="ko-KR" altLang="en-US" sz="1050" dirty="0" err="1">
                          <a:solidFill>
                            <a:schemeClr val="tx1"/>
                          </a:solidFill>
                        </a:rPr>
                        <a:t>Analysis</a:t>
                      </a:r>
                      <a:endParaRPr lang="ko-KR" altLang="en-US" sz="1050" dirty="0">
                        <a:solidFill>
                          <a:schemeClr val="tx1"/>
                        </a:solidFill>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b="1" dirty="0">
                          <a:solidFill>
                            <a:schemeClr val="accent3"/>
                          </a:solidFill>
                        </a:rPr>
                        <a:t>New + Existing</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6"/>
                  </a:ext>
                </a:extLst>
              </a:tr>
              <a:tr h="355500">
                <a:tc rowSpan="2">
                  <a:txBody>
                    <a:bodyPr/>
                    <a:lstStyle/>
                    <a:p>
                      <a:pPr algn="ctr" latinLnBrk="0"/>
                      <a:r>
                        <a:rPr lang="ko-KR" altLang="en-US" sz="1050" b="1" dirty="0">
                          <a:solidFill>
                            <a:schemeClr val="tx1"/>
                          </a:solidFill>
                        </a:rPr>
                        <a:t>YMS</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solidFill>
                      <a:schemeClr val="bg1">
                        <a:lumMod val="95000"/>
                      </a:schemeClr>
                    </a:solidFill>
                  </a:tcPr>
                </a:tc>
                <a:tc>
                  <a:txBody>
                    <a:bodyPr/>
                    <a:lstStyle/>
                    <a:p>
                      <a:pPr algn="l" latinLnBrk="0"/>
                      <a:r>
                        <a:rPr lang="ko-KR" altLang="en-US" sz="1050">
                          <a:solidFill>
                            <a:schemeClr val="tx1"/>
                          </a:solidFill>
                        </a:rPr>
                        <a:t>E-Test Data Manual Input</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l" latinLnBrk="0"/>
                      <a:r>
                        <a:rPr lang="ko-KR" altLang="en-US" sz="1050" dirty="0" err="1">
                          <a:solidFill>
                            <a:schemeClr val="tx1"/>
                          </a:solidFill>
                        </a:rPr>
                        <a:t>E-Test</a:t>
                      </a:r>
                      <a:r>
                        <a:rPr lang="ko-KR" altLang="en-US" sz="1050" dirty="0">
                          <a:solidFill>
                            <a:schemeClr val="tx1"/>
                          </a:solidFill>
                        </a:rPr>
                        <a:t> </a:t>
                      </a:r>
                      <a:r>
                        <a:rPr lang="ko-KR" altLang="en-US" sz="1050" dirty="0" err="1">
                          <a:solidFill>
                            <a:schemeClr val="tx1"/>
                          </a:solidFill>
                        </a:rPr>
                        <a:t>Result</a:t>
                      </a:r>
                      <a:r>
                        <a:rPr lang="ko-KR" altLang="en-US" sz="1050" dirty="0">
                          <a:solidFill>
                            <a:schemeClr val="tx1"/>
                          </a:solidFill>
                        </a:rPr>
                        <a:t> </a:t>
                      </a:r>
                      <a:r>
                        <a:rPr lang="ko-KR" altLang="en-US" sz="1050" dirty="0" err="1">
                          <a:solidFill>
                            <a:schemeClr val="tx1"/>
                          </a:solidFill>
                        </a:rPr>
                        <a:t>Upload</a:t>
                      </a:r>
                      <a:r>
                        <a:rPr lang="ko-KR" altLang="en-US" sz="1050" dirty="0">
                          <a:solidFill>
                            <a:schemeClr val="tx1"/>
                          </a:solidFill>
                        </a:rPr>
                        <a:t>, </a:t>
                      </a:r>
                      <a:r>
                        <a:rPr lang="ko-KR" altLang="en-US" sz="1050" dirty="0" err="1">
                          <a:solidFill>
                            <a:schemeClr val="tx1"/>
                          </a:solidFill>
                        </a:rPr>
                        <a:t>E-Test</a:t>
                      </a:r>
                      <a:r>
                        <a:rPr lang="ko-KR" altLang="en-US" sz="1050" dirty="0">
                          <a:solidFill>
                            <a:schemeClr val="tx1"/>
                          </a:solidFill>
                        </a:rPr>
                        <a:t> </a:t>
                      </a:r>
                      <a:r>
                        <a:rPr lang="ko-KR" altLang="en-US" sz="1050" dirty="0" err="1">
                          <a:solidFill>
                            <a:schemeClr val="tx1"/>
                          </a:solidFill>
                        </a:rPr>
                        <a:t>Limit</a:t>
                      </a:r>
                      <a:r>
                        <a:rPr lang="ko-KR" altLang="en-US" sz="1050" dirty="0">
                          <a:solidFill>
                            <a:schemeClr val="tx1"/>
                          </a:solidFill>
                        </a:rPr>
                        <a:t> </a:t>
                      </a:r>
                      <a:r>
                        <a:rPr lang="ko-KR" altLang="en-US" sz="1050" dirty="0" err="1">
                          <a:solidFill>
                            <a:schemeClr val="tx1"/>
                          </a:solidFill>
                        </a:rPr>
                        <a:t>Setup</a:t>
                      </a:r>
                      <a:endParaRPr lang="ko-KR" altLang="en-US" sz="1050" dirty="0">
                        <a:solidFill>
                          <a:schemeClr val="tx1"/>
                        </a:solidFill>
                      </a:endParaRP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tc>
                  <a:txBody>
                    <a:bodyPr/>
                    <a:lstStyle/>
                    <a:p>
                      <a:pPr algn="ctr" latinLnBrk="0"/>
                      <a:r>
                        <a:rPr lang="en-US" altLang="ko-KR" sz="1050" b="1" dirty="0">
                          <a:solidFill>
                            <a:schemeClr val="accent1"/>
                          </a:solidFill>
                        </a:rPr>
                        <a:t>New</a:t>
                      </a:r>
                    </a:p>
                  </a:txBody>
                  <a:tcPr marL="64800" marR="64800" marT="21600" marB="21600" anchor="ctr">
                    <a:lnL w="0">
                      <a:noFill/>
                    </a:lnL>
                    <a:lnR w="0">
                      <a:noFill/>
                    </a:lnR>
                    <a:lnT w="6350" cap="flat" cmpd="sng" algn="ctr">
                      <a:solidFill>
                        <a:schemeClr val="bg1">
                          <a:lumMod val="75000"/>
                        </a:schemeClr>
                      </a:solidFill>
                      <a:prstDash val="solid"/>
                    </a:lnT>
                    <a:lnB w="6350" cap="flat" cmpd="sng" algn="ctr">
                      <a:solidFill>
                        <a:schemeClr val="bg1">
                          <a:lumMod val="75000"/>
                        </a:schemeClr>
                      </a:solidFill>
                      <a:prstDash val="solid"/>
                    </a:lnB>
                    <a:noFill/>
                  </a:tcPr>
                </a:tc>
                <a:extLst>
                  <a:ext uri="{0D108BD9-81ED-4DB2-BD59-A6C34878D82A}">
                    <a16:rowId xmlns:a16="http://schemas.microsoft.com/office/drawing/2014/main" val="10007"/>
                  </a:ext>
                </a:extLst>
              </a:tr>
              <a:tr h="355500">
                <a:tc vMerge="1">
                  <a:txBody>
                    <a:bodyPr/>
                    <a:lstStyle/>
                    <a:p>
                      <a:pPr algn="ctr" latinLnBrk="0"/>
                      <a:endParaRPr/>
                    </a:p>
                  </a:txBody>
                  <a:tcPr marL="64800" marR="64800" marT="21600" marB="21600" anchor="ctr">
                    <a:lnL w="0">
                      <a:noFill/>
                    </a:lnL>
                    <a:lnR w="0">
                      <a:noFill/>
                    </a:lnR>
                    <a:lnT w="6350" cap="flat" cmpd="sng" algn="ctr">
                      <a:solidFill>
                        <a:schemeClr val="bg1">
                          <a:lumMod val="75000"/>
                        </a:schemeClr>
                      </a:solidFill>
                      <a:prstDash val="solid"/>
                    </a:lnT>
                    <a:lnB w="19050" cap="flat" cmpd="sng" algn="ctr">
                      <a:solidFill>
                        <a:schemeClr val="accent1"/>
                      </a:solidFill>
                      <a:prstDash val="solid"/>
                    </a:lnB>
                    <a:solidFill>
                      <a:schemeClr val="bg1">
                        <a:lumMod val="95000"/>
                      </a:schemeClr>
                    </a:solidFill>
                  </a:tcPr>
                </a:tc>
                <a:tc>
                  <a:txBody>
                    <a:bodyPr/>
                    <a:lstStyle/>
                    <a:p>
                      <a:pPr algn="l" latinLnBrk="0"/>
                      <a:r>
                        <a:rPr lang="en-US" altLang="ko-KR" sz="1050" dirty="0" err="1">
                          <a:solidFill>
                            <a:schemeClr val="tx1"/>
                          </a:solidFill>
                        </a:rPr>
                        <a:t>11 reports incl. Bin Map, Wafer Cumulative, Bin Stack, Yield, Test Map, Parameter Report</a:t>
                      </a:r>
                    </a:p>
                  </a:txBody>
                  <a:tcPr marL="64800" marR="64800" marT="21600" marB="21600" anchor="ctr">
                    <a:lnL w="0">
                      <a:noFill/>
                    </a:lnL>
                    <a:lnR w="0">
                      <a:noFill/>
                    </a:lnR>
                    <a:lnT w="6350" cap="flat" cmpd="sng" algn="ctr">
                      <a:solidFill>
                        <a:schemeClr val="bg1">
                          <a:lumMod val="75000"/>
                        </a:schemeClr>
                      </a:solidFill>
                      <a:prstDash val="solid"/>
                    </a:lnT>
                    <a:lnB w="19050" cap="flat" cmpd="sng" algn="ctr">
                      <a:solidFill>
                        <a:schemeClr val="accent1"/>
                      </a:solidFill>
                      <a:prstDash val="solid"/>
                    </a:lnB>
                    <a:noFill/>
                  </a:tcPr>
                </a:tc>
                <a:tc>
                  <a:txBody>
                    <a:bodyPr/>
                    <a:lstStyle/>
                    <a:p>
                      <a:pPr algn="l" latinLnBrk="0"/>
                      <a:r>
                        <a:rPr lang="en-US" altLang="ko-KR" sz="1050" dirty="0">
                          <a:solidFill>
                            <a:schemeClr val="tx1"/>
                          </a:solidFill>
                        </a:rPr>
                        <a:t>TEST Map View, Bin Map Gallery, Wafer Cum / Bin Report, Yield Report, Param Analysis, etc.</a:t>
                      </a:r>
                    </a:p>
                  </a:txBody>
                  <a:tcPr marL="64800" marR="64800" marT="21600" marB="21600" anchor="ctr">
                    <a:lnL w="0">
                      <a:noFill/>
                    </a:lnL>
                    <a:lnR w="0">
                      <a:noFill/>
                    </a:lnR>
                    <a:lnT w="6350" cap="flat" cmpd="sng" algn="ctr">
                      <a:solidFill>
                        <a:schemeClr val="bg1">
                          <a:lumMod val="75000"/>
                        </a:schemeClr>
                      </a:solidFill>
                      <a:prstDash val="solid"/>
                    </a:lnT>
                    <a:lnB w="19050" cap="flat" cmpd="sng" algn="ctr">
                      <a:solidFill>
                        <a:schemeClr val="accent1"/>
                      </a:solidFill>
                      <a:prstDash val="solid"/>
                    </a:lnB>
                    <a:noFill/>
                  </a:tcPr>
                </a:tc>
                <a:tc>
                  <a:txBody>
                    <a:bodyPr/>
                    <a:lstStyle/>
                    <a:p>
                      <a:pPr algn="ctr" latinLnBrk="0"/>
                      <a:r>
                        <a:rPr lang="en-US" altLang="ko-KR" sz="1050" dirty="0">
                          <a:solidFill>
                            <a:schemeClr val="tx1">
                              <a:lumMod val="50000"/>
                              <a:lumOff val="50000"/>
                            </a:schemeClr>
                          </a:solidFill>
                        </a:rPr>
                        <a:t>Existing</a:t>
                      </a:r>
                    </a:p>
                  </a:txBody>
                  <a:tcPr marL="64800" marR="64800" marT="21600" marB="21600" anchor="ctr">
                    <a:lnL w="0">
                      <a:noFill/>
                    </a:lnL>
                    <a:lnR w="0">
                      <a:noFill/>
                    </a:lnR>
                    <a:lnT w="6350" cap="flat" cmpd="sng" algn="ctr">
                      <a:solidFill>
                        <a:schemeClr val="bg1">
                          <a:lumMod val="75000"/>
                        </a:schemeClr>
                      </a:solidFill>
                      <a:prstDash val="solid"/>
                    </a:lnT>
                    <a:lnB w="19050" cap="flat" cmpd="sng" algn="ctr">
                      <a:solidFill>
                        <a:schemeClr val="accent1"/>
                      </a:solidFill>
                      <a:prstDash val="solid"/>
                    </a:lnB>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377465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atinLnBrk="0"/>
            <a:r>
              <a:rPr lang="en-US" altLang="ko-KR" dirty="0" smtClean="0"/>
              <a:t>Key Functions - Miracom Solution + New Development</a:t>
            </a:r>
          </a:p>
        </p:txBody>
      </p:sp>
      <p:sp>
        <p:nvSpPr>
          <p:cNvPr id="3" name="Text Placeholder 2"/>
          <p:cNvSpPr>
            <a:spLocks noGrp="1"/>
          </p:cNvSpPr>
          <p:nvPr>
            <p:ph type="body" idx="10"/>
          </p:nvPr>
        </p:nvSpPr>
        <p:spPr/>
        <p:txBody>
          <a:bodyPr/>
          <a:lstStyle/>
          <a:p>
            <a:pPr latinLnBrk="0"/>
            <a:r>
              <a:rPr lang="en-US" altLang="ko-KR"/>
              <a:t>II. Key POC Functions and Results</a:t>
            </a:r>
          </a:p>
        </p:txBody>
      </p:sp>
      <p:sp>
        <p:nvSpPr>
          <p:cNvPr id="4" name="Text Placeholder 3"/>
          <p:cNvSpPr>
            <a:spLocks noGrp="1"/>
          </p:cNvSpPr>
          <p:nvPr>
            <p:ph type="body" sz="quarter" idx="14"/>
          </p:nvPr>
        </p:nvSpPr>
        <p:spPr>
          <a:xfrm>
            <a:off x="381000" y="899269"/>
            <a:ext cx="9144000" cy="492443"/>
          </a:xfrm>
        </p:spPr>
        <p:txBody>
          <a:bodyPr/>
          <a:lstStyle/>
          <a:p>
            <a:pPr latinLnBrk="0"/>
            <a:r>
              <a:rPr lang="en-US" altLang="ko-KR" dirty="0"/>
              <a:t>Reused DMS and YMS functions; only GDS and Chain were newly developed</a:t>
            </a:r>
            <a:endParaRPr lang="en-US" altLang="ko-KR" dirty="0" smtClean="0"/>
          </a:p>
          <a:p>
            <a:pPr latinLnBrk="0"/>
            <a:r>
              <a:rPr lang="en-US" altLang="ko-KR" dirty="0" smtClean="0"/>
              <a:t>to link the three data sets in the POC</a:t>
            </a:r>
            <a:endParaRPr lang="ko-KR" altLang="en-US" dirty="0"/>
          </a:p>
        </p:txBody>
      </p:sp>
      <p:sp>
        <p:nvSpPr>
          <p:cNvPr id="5" name="Rectangle 4"/>
          <p:cNvSpPr/>
          <p:nvPr/>
        </p:nvSpPr>
        <p:spPr>
          <a:xfrm>
            <a:off x="381600" y="1519200"/>
            <a:ext cx="3002400" cy="432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ko-KR" altLang="en-US" sz="1300" b="1">
                <a:solidFill>
                  <a:schemeClr val="bg1"/>
                </a:solidFill>
              </a:rPr>
              <a:t>DMS</a:t>
            </a:r>
          </a:p>
          <a:p>
            <a:pPr algn="ctr" latinLnBrk="0"/>
            <a:r>
              <a:rPr lang="en-US" altLang="ko-KR" sz="1300" b="0">
                <a:solidFill>
                  <a:schemeClr val="bg1"/>
                </a:solidFill>
              </a:rPr>
              <a:t>KLARF Defect Analysis</a:t>
            </a:r>
          </a:p>
        </p:txBody>
      </p:sp>
      <p:pic>
        <p:nvPicPr>
          <p:cNvPr id="6" name="Picture 5" descr="cap_dms.png"/>
          <p:cNvPicPr>
            <a:picLocks noChangeAspect="1"/>
          </p:cNvPicPr>
          <p:nvPr/>
        </p:nvPicPr>
        <p:blipFill>
          <a:blip r:embed="rId3"/>
          <a:stretch>
            <a:fillRect/>
          </a:stretch>
        </p:blipFill>
        <p:spPr>
          <a:xfrm>
            <a:off x="405876" y="2015999"/>
            <a:ext cx="2953846" cy="2015999"/>
          </a:xfrm>
          <a:prstGeom prst="rect">
            <a:avLst/>
          </a:prstGeom>
        </p:spPr>
      </p:pic>
      <p:sp>
        <p:nvSpPr>
          <p:cNvPr id="7" name="Rectangle 6"/>
          <p:cNvSpPr/>
          <p:nvPr/>
        </p:nvSpPr>
        <p:spPr>
          <a:xfrm>
            <a:off x="405876" y="2015999"/>
            <a:ext cx="2953846" cy="2015999"/>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8" name="Rectangle 7"/>
          <p:cNvSpPr/>
          <p:nvPr/>
        </p:nvSpPr>
        <p:spPr>
          <a:xfrm>
            <a:off x="381600" y="4121999"/>
            <a:ext cx="3002400" cy="127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9" name="TextBox 8"/>
          <p:cNvSpPr txBox="1"/>
          <p:nvPr/>
        </p:nvSpPr>
        <p:spPr>
          <a:xfrm>
            <a:off x="471600" y="4381111"/>
            <a:ext cx="2858400" cy="777778"/>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200" dirty="0"/>
              <a:t>View KLARF defect wafer maps</a:t>
            </a:r>
          </a:p>
          <a:p>
            <a:pPr marL="125999" lvl="1" indent="-125999" latinLnBrk="0"/>
            <a:r>
              <a:rPr lang="en-US" altLang="ko-KR" sz="1200" dirty="0" err="1"/>
              <a:t>Defect distribution by die, charts by class</a:t>
            </a:r>
            <a:endParaRPr lang="ko-KR" altLang="en-US" sz="1200" dirty="0"/>
          </a:p>
          <a:p>
            <a:pPr marL="125999" lvl="1" indent="-125999" latinLnBrk="0"/>
            <a:r>
              <a:rPr lang="en-US" altLang="ko-KR" sz="1200" dirty="0" err="1"/>
              <a:t>View defect images</a:t>
            </a:r>
          </a:p>
        </p:txBody>
      </p:sp>
      <p:sp>
        <p:nvSpPr>
          <p:cNvPr id="10" name="Rectangle 9"/>
          <p:cNvSpPr/>
          <p:nvPr/>
        </p:nvSpPr>
        <p:spPr>
          <a:xfrm>
            <a:off x="3452400" y="1519200"/>
            <a:ext cx="3002400" cy="432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ko-KR" altLang="en-US" sz="1300" b="1">
                <a:solidFill>
                  <a:schemeClr val="bg1"/>
                </a:solidFill>
              </a:rPr>
              <a:t>YMS</a:t>
            </a:r>
          </a:p>
          <a:p>
            <a:pPr algn="ctr" latinLnBrk="0"/>
            <a:r>
              <a:rPr lang="en-US" altLang="ko-KR" sz="1300" b="0">
                <a:solidFill>
                  <a:schemeClr val="bg1"/>
                </a:solidFill>
              </a:rPr>
              <a:t>E-Test Measurement Analysis</a:t>
            </a:r>
          </a:p>
        </p:txBody>
      </p:sp>
      <p:pic>
        <p:nvPicPr>
          <p:cNvPr id="11" name="Picture 10" descr="cap_yms.png"/>
          <p:cNvPicPr>
            <a:picLocks noChangeAspect="1"/>
          </p:cNvPicPr>
          <p:nvPr/>
        </p:nvPicPr>
        <p:blipFill>
          <a:blip r:embed="rId4"/>
          <a:stretch>
            <a:fillRect/>
          </a:stretch>
        </p:blipFill>
        <p:spPr>
          <a:xfrm>
            <a:off x="3495899" y="2015999"/>
            <a:ext cx="2915401" cy="2015999"/>
          </a:xfrm>
          <a:prstGeom prst="rect">
            <a:avLst/>
          </a:prstGeom>
        </p:spPr>
      </p:pic>
      <p:sp>
        <p:nvSpPr>
          <p:cNvPr id="12" name="Rectangle 11"/>
          <p:cNvSpPr/>
          <p:nvPr/>
        </p:nvSpPr>
        <p:spPr>
          <a:xfrm>
            <a:off x="3495899" y="2015999"/>
            <a:ext cx="2915401" cy="2015999"/>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3" name="Rectangle 12"/>
          <p:cNvSpPr/>
          <p:nvPr/>
        </p:nvSpPr>
        <p:spPr>
          <a:xfrm>
            <a:off x="3452400" y="4121999"/>
            <a:ext cx="3002400" cy="127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4" name="TextBox 13"/>
          <p:cNvSpPr txBox="1"/>
          <p:nvPr/>
        </p:nvSpPr>
        <p:spPr>
          <a:xfrm>
            <a:off x="3542400" y="4176000"/>
            <a:ext cx="2858400" cy="1188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200"/>
              <a:t>E-Test measurements on wafer maps</a:t>
            </a:r>
          </a:p>
          <a:p>
            <a:pPr marL="125999" lvl="1" indent="-125999" latinLnBrk="0"/>
            <a:r>
              <a:rPr lang="en-US" altLang="ko-KR" sz="1200"/>
              <a:t>Maps by parameter, bin info, range filters</a:t>
            </a:r>
          </a:p>
          <a:p>
            <a:pPr marL="125999" lvl="1" indent="-125999" latinLnBrk="0"/>
            <a:r>
              <a:rPr lang="en-US" altLang="ko-KR" sz="1200"/>
              <a:t>Spec judgment and yield analysis screens</a:t>
            </a:r>
          </a:p>
        </p:txBody>
      </p:sp>
      <p:sp>
        <p:nvSpPr>
          <p:cNvPr id="15" name="Rectangle 14"/>
          <p:cNvSpPr/>
          <p:nvPr/>
        </p:nvSpPr>
        <p:spPr>
          <a:xfrm>
            <a:off x="6523199" y="1519200"/>
            <a:ext cx="3002400" cy="43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300" b="1">
                <a:solidFill>
                  <a:schemeClr val="bg1"/>
                </a:solidFill>
              </a:rPr>
              <a:t>POC New Development</a:t>
            </a:r>
          </a:p>
          <a:p>
            <a:pPr algn="ctr" latinLnBrk="0"/>
            <a:r>
              <a:rPr lang="en-US" altLang="ko-KR" sz="1300" b="0">
                <a:solidFill>
                  <a:schemeClr val="bg1"/>
                </a:solidFill>
              </a:rPr>
              <a:t>GDS, Chain + Correlation Analysis</a:t>
            </a:r>
          </a:p>
        </p:txBody>
      </p:sp>
      <p:sp>
        <p:nvSpPr>
          <p:cNvPr id="17" name="Rectangle 16"/>
          <p:cNvSpPr/>
          <p:nvPr/>
        </p:nvSpPr>
        <p:spPr>
          <a:xfrm>
            <a:off x="6568804" y="2015999"/>
            <a:ext cx="2911191" cy="2015999"/>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8" name="Rectangle 17"/>
          <p:cNvSpPr/>
          <p:nvPr/>
        </p:nvSpPr>
        <p:spPr>
          <a:xfrm>
            <a:off x="6523199" y="4121999"/>
            <a:ext cx="3002400" cy="127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9" name="TextBox 18"/>
          <p:cNvSpPr txBox="1"/>
          <p:nvPr/>
        </p:nvSpPr>
        <p:spPr>
          <a:xfrm>
            <a:off x="6613199" y="4176000"/>
            <a:ext cx="2858400" cy="1188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200"/>
              <a:t>Register GDS layouts, define chain areas</a:t>
            </a:r>
          </a:p>
          <a:p>
            <a:pPr marL="125999" lvl="1" indent="-125999" latinLnBrk="0"/>
            <a:r>
              <a:rPr lang="en-US" altLang="ko-KR" sz="1200"/>
              <a:t>Link DMS and YMS data to chains</a:t>
            </a:r>
          </a:p>
          <a:p>
            <a:pPr marL="125999" lvl="1" indent="-125999" latinLnBrk="0"/>
            <a:r>
              <a:rPr lang="en-US" altLang="ko-KR" sz="1200"/>
              <a:t>Defects on chains by die, image analysis</a:t>
            </a:r>
          </a:p>
        </p:txBody>
      </p:sp>
      <p:sp>
        <p:nvSpPr>
          <p:cNvPr id="20" name="Rectangle 19"/>
          <p:cNvSpPr/>
          <p:nvPr/>
        </p:nvSpPr>
        <p:spPr>
          <a:xfrm>
            <a:off x="381600" y="5454000"/>
            <a:ext cx="6073200" cy="1980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100" b="1">
                <a:solidFill>
                  <a:schemeClr val="accent1"/>
                </a:solidFill>
              </a:rPr>
              <a:t>Miracom Solution (existing functions)</a:t>
            </a:r>
          </a:p>
        </p:txBody>
      </p:sp>
      <p:sp>
        <p:nvSpPr>
          <p:cNvPr id="21" name="Rectangle 20"/>
          <p:cNvSpPr/>
          <p:nvPr/>
        </p:nvSpPr>
        <p:spPr>
          <a:xfrm>
            <a:off x="6523200" y="5454000"/>
            <a:ext cx="3002400" cy="198000"/>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100" b="1">
                <a:solidFill>
                  <a:schemeClr val="accent1"/>
                </a:solidFill>
              </a:rPr>
              <a:t>New</a:t>
            </a:r>
          </a:p>
        </p:txBody>
      </p:sp>
      <p:sp>
        <p:nvSpPr>
          <p:cNvPr id="22" name="Rectangle 21"/>
          <p:cNvSpPr/>
          <p:nvPr/>
        </p:nvSpPr>
        <p:spPr>
          <a:xfrm>
            <a:off x="381600" y="5742000"/>
            <a:ext cx="1512000" cy="72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500" b="1" dirty="0" smtClean="0">
                <a:solidFill>
                  <a:schemeClr val="bg1"/>
                </a:solidFill>
              </a:rPr>
              <a:t>Work Done</a:t>
            </a:r>
            <a:endParaRPr lang="ko-KR" altLang="en-US" sz="1500" b="1" dirty="0">
              <a:solidFill>
                <a:schemeClr val="bg1"/>
              </a:solidFill>
            </a:endParaRPr>
          </a:p>
        </p:txBody>
      </p:sp>
      <p:sp>
        <p:nvSpPr>
          <p:cNvPr id="23" name="Rectangle 22"/>
          <p:cNvSpPr/>
          <p:nvPr/>
        </p:nvSpPr>
        <p:spPr>
          <a:xfrm>
            <a:off x="1893600" y="5742000"/>
            <a:ext cx="7632000" cy="720000"/>
          </a:xfrm>
          <a:prstGeom prst="rect">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4" name="TextBox 23"/>
          <p:cNvSpPr txBox="1"/>
          <p:nvPr/>
        </p:nvSpPr>
        <p:spPr>
          <a:xfrm>
            <a:off x="2015999" y="5833144"/>
            <a:ext cx="7416000" cy="537712"/>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dirty="0"/>
              <a:t>Combined DMS (KLARF) and YMS (E-Test) data by GDS chain </a:t>
            </a:r>
            <a:r>
              <a:rPr lang="en-US" altLang="ko-KR" sz="1200" b="1" dirty="0" err="1"/>
              <a:t>for Defect / E-Test correlation</a:t>
            </a:r>
          </a:p>
          <a:p>
            <a:pPr lvl="1" latinLnBrk="0"/>
            <a:r>
              <a:rPr lang="en-US" altLang="ko-KR" sz="1200" dirty="0"/>
              <a:t>Reusing solution functions let new work focus on GDS, chain and correlation</a:t>
            </a:r>
            <a:endParaRPr lang="ko-KR" altLang="en-US" sz="1200" dirty="0"/>
          </a:p>
        </p:txBody>
      </p:sp>
      <p:pic>
        <p:nvPicPr>
          <p:cNvPr id="25" name="고객사 CI" descr="image.png"/>
          <p:cNvPicPr>
            <a:picLocks noChangeAspect="1"/>
          </p:cNvPicPr>
          <p:nvPr/>
        </p:nvPicPr>
        <p:blipFill>
          <a:blip r:embed="rId5"/>
          <a:stretch>
            <a:fillRect/>
          </a:stretch>
        </p:blipFill>
        <p:spPr>
          <a:xfrm>
            <a:off x="381600" y="6554862"/>
            <a:ext cx="684000" cy="144737"/>
          </a:xfrm>
          <a:prstGeom prst="rect">
            <a:avLst/>
          </a:prstGeom>
        </p:spPr>
      </p:pic>
      <p:pic>
        <p:nvPicPr>
          <p:cNvPr id="26" name="그림 25"/>
          <p:cNvPicPr>
            <a:picLocks noChangeAspect="1"/>
          </p:cNvPicPr>
          <p:nvPr/>
        </p:nvPicPr>
        <p:blipFill>
          <a:blip r:embed="rId6"/>
          <a:stretch>
            <a:fillRect/>
          </a:stretch>
        </p:blipFill>
        <p:spPr>
          <a:xfrm>
            <a:off x="6575975" y="2015468"/>
            <a:ext cx="2936031" cy="201653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atinLnBrk="0"/>
            <a:r>
              <a:rPr lang="en-US" altLang="ko-KR" dirty="0"/>
              <a:t>Key Functions - Auto Chain and File-based Setup</a:t>
            </a:r>
            <a:endParaRPr lang="ko-KR" altLang="en-US" dirty="0"/>
          </a:p>
        </p:txBody>
      </p:sp>
      <p:sp>
        <p:nvSpPr>
          <p:cNvPr id="3" name="Text Placeholder 2"/>
          <p:cNvSpPr>
            <a:spLocks noGrp="1"/>
          </p:cNvSpPr>
          <p:nvPr>
            <p:ph type="body" idx="10"/>
          </p:nvPr>
        </p:nvSpPr>
        <p:spPr/>
        <p:txBody>
          <a:bodyPr/>
          <a:lstStyle/>
          <a:p>
            <a:pPr latinLnBrk="0"/>
            <a:r>
              <a:rPr lang="en-US" altLang="ko-KR"/>
              <a:t>II. Key POC Functions and Results</a:t>
            </a:r>
          </a:p>
        </p:txBody>
      </p:sp>
      <p:sp>
        <p:nvSpPr>
          <p:cNvPr id="4" name="Text Placeholder 3"/>
          <p:cNvSpPr>
            <a:spLocks noGrp="1"/>
          </p:cNvSpPr>
          <p:nvPr>
            <p:ph type="body" sz="quarter" idx="14"/>
          </p:nvPr>
        </p:nvSpPr>
        <p:spPr/>
        <p:txBody>
          <a:bodyPr/>
          <a:lstStyle/>
          <a:p>
            <a:pPr latinLnBrk="0"/>
            <a:r>
              <a:rPr lang="en-US" altLang="ko-KR" dirty="0"/>
              <a:t>GDS chains are </a:t>
            </a:r>
            <a:r>
              <a:rPr lang="en-US" altLang="ko-KR" b="1" dirty="0"/>
              <a:t>auto-created from one start shape</a:t>
            </a:r>
            <a:r>
              <a:rPr lang="en-US" altLang="ko-KR" dirty="0"/>
              <a:t>; wafer maps and parameters are </a:t>
            </a:r>
            <a:r>
              <a:rPr lang="en-US" altLang="ko-KR" b="1" dirty="0"/>
              <a:t>registered from files</a:t>
            </a:r>
            <a:r>
              <a:rPr lang="en-US" altLang="ko-KR" dirty="0"/>
              <a:t> for simple setup</a:t>
            </a:r>
          </a:p>
        </p:txBody>
      </p:sp>
      <p:sp>
        <p:nvSpPr>
          <p:cNvPr id="5" name="Rectangle 4"/>
          <p:cNvSpPr/>
          <p:nvPr/>
        </p:nvSpPr>
        <p:spPr>
          <a:xfrm>
            <a:off x="381600" y="1519200"/>
            <a:ext cx="4435200" cy="34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400" b="1" dirty="0">
                <a:solidFill>
                  <a:schemeClr val="bg1"/>
                </a:solidFill>
              </a:rPr>
              <a:t>Automatic GDS Chain Creation</a:t>
            </a:r>
            <a:endParaRPr lang="ko-KR" altLang="en-US" sz="1400" b="1" dirty="0">
              <a:solidFill>
                <a:schemeClr val="bg1"/>
              </a:solidFill>
            </a:endParaRPr>
          </a:p>
        </p:txBody>
      </p:sp>
      <p:sp>
        <p:nvSpPr>
          <p:cNvPr id="6" name="Rectangle 5"/>
          <p:cNvSpPr/>
          <p:nvPr/>
        </p:nvSpPr>
        <p:spPr>
          <a:xfrm>
            <a:off x="381600" y="1915200"/>
            <a:ext cx="4435200" cy="16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000" b="1">
                <a:solidFill>
                  <a:schemeClr val="accent4"/>
                </a:solidFill>
              </a:rPr>
              <a:t>GDS Map View: automatically created U9 chains, color-coded</a:t>
            </a:r>
          </a:p>
        </p:txBody>
      </p:sp>
      <p:sp>
        <p:nvSpPr>
          <p:cNvPr id="8" name="Rectangle 7"/>
          <p:cNvSpPr/>
          <p:nvPr/>
        </p:nvSpPr>
        <p:spPr>
          <a:xfrm>
            <a:off x="819873" y="2095200"/>
            <a:ext cx="3558653" cy="1872000"/>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9" name="Rectangle 8"/>
          <p:cNvSpPr/>
          <p:nvPr/>
        </p:nvSpPr>
        <p:spPr>
          <a:xfrm>
            <a:off x="381600" y="4050000"/>
            <a:ext cx="4435200" cy="156599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0" name="TextBox 9"/>
          <p:cNvSpPr txBox="1"/>
          <p:nvPr/>
        </p:nvSpPr>
        <p:spPr>
          <a:xfrm>
            <a:off x="489600" y="4240978"/>
            <a:ext cx="4255200" cy="1184043"/>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200" b="1" dirty="0" err="1"/>
              <a:t>Select one input shape</a:t>
            </a:r>
            <a:r>
              <a:rPr lang="en-US" altLang="ko-KR" sz="1200" dirty="0" smtClean="0"/>
              <a:t>: connected wiring is traced into a chain (by actual overlap)</a:t>
            </a:r>
          </a:p>
          <a:p>
            <a:pPr marL="125999" lvl="1" indent="-125999" latinLnBrk="0"/>
            <a:r>
              <a:rPr lang="en-US" altLang="ko-KR" sz="1200" b="1" dirty="0" err="1"/>
              <a:t>Auto chain naming</a:t>
            </a:r>
            <a:r>
              <a:rPr lang="en-US" altLang="ko-KR" sz="1200" dirty="0"/>
              <a:t>: label near the input matched to the E-Test chain name</a:t>
            </a:r>
          </a:p>
          <a:p>
            <a:pPr marL="125999" lvl="1" indent="-125999" latinLnBrk="0"/>
            <a:r>
              <a:rPr lang="en-US" altLang="ko-KR" sz="1200" b="1" dirty="0"/>
              <a:t>Auto coloring, bulk exclusion of similar groups</a:t>
            </a:r>
            <a:r>
              <a:rPr lang="en-US" altLang="ko-KR" sz="1200" dirty="0"/>
              <a:t> to minimize manual editing</a:t>
            </a:r>
            <a:endParaRPr lang="ko-KR" altLang="en-US" sz="1200" dirty="0"/>
          </a:p>
        </p:txBody>
      </p:sp>
      <p:sp>
        <p:nvSpPr>
          <p:cNvPr id="11" name="Rectangle 10"/>
          <p:cNvSpPr/>
          <p:nvPr/>
        </p:nvSpPr>
        <p:spPr>
          <a:xfrm>
            <a:off x="5090400" y="1519200"/>
            <a:ext cx="4435200" cy="342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400" b="1">
                <a:solidFill>
                  <a:schemeClr val="bg1"/>
                </a:solidFill>
              </a:rPr>
              <a:t>File-based Wafer Map and Parameter Setup</a:t>
            </a:r>
          </a:p>
        </p:txBody>
      </p:sp>
      <p:sp>
        <p:nvSpPr>
          <p:cNvPr id="12" name="Rectangle 11"/>
          <p:cNvSpPr/>
          <p:nvPr/>
        </p:nvSpPr>
        <p:spPr>
          <a:xfrm>
            <a:off x="5090400" y="1915200"/>
            <a:ext cx="2163600" cy="16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000" b="1">
                <a:solidFill>
                  <a:schemeClr val="accent4"/>
                </a:solidFill>
              </a:rPr>
              <a:t>Wafer Map Setup (KLARF file)</a:t>
            </a:r>
          </a:p>
        </p:txBody>
      </p:sp>
      <p:sp>
        <p:nvSpPr>
          <p:cNvPr id="13" name="Rectangle 12"/>
          <p:cNvSpPr/>
          <p:nvPr/>
        </p:nvSpPr>
        <p:spPr>
          <a:xfrm>
            <a:off x="7362000" y="1915200"/>
            <a:ext cx="2163600" cy="16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000" b="1">
                <a:solidFill>
                  <a:schemeClr val="accent4"/>
                </a:solidFill>
              </a:rPr>
              <a:t>E-Test Para Register (result file)</a:t>
            </a:r>
          </a:p>
        </p:txBody>
      </p:sp>
      <p:sp>
        <p:nvSpPr>
          <p:cNvPr id="15" name="Rectangle 14"/>
          <p:cNvSpPr/>
          <p:nvPr/>
        </p:nvSpPr>
        <p:spPr>
          <a:xfrm>
            <a:off x="5192095" y="2095200"/>
            <a:ext cx="1960209" cy="1872000"/>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7" name="Rectangle 16"/>
          <p:cNvSpPr/>
          <p:nvPr/>
        </p:nvSpPr>
        <p:spPr>
          <a:xfrm>
            <a:off x="7463695" y="2095200"/>
            <a:ext cx="1960209" cy="1872000"/>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8" name="Rectangle 17"/>
          <p:cNvSpPr/>
          <p:nvPr/>
        </p:nvSpPr>
        <p:spPr>
          <a:xfrm>
            <a:off x="5090400" y="4050000"/>
            <a:ext cx="4435200" cy="156599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9" name="TextBox 18"/>
          <p:cNvSpPr txBox="1"/>
          <p:nvPr/>
        </p:nvSpPr>
        <p:spPr>
          <a:xfrm>
            <a:off x="5198400" y="4444111"/>
            <a:ext cx="4255200" cy="777778"/>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200" b="1" dirty="0"/>
              <a:t>Select a KLARF file</a:t>
            </a:r>
            <a:r>
              <a:rPr lang="en-US" altLang="ko-KR" sz="1200" dirty="0" smtClean="0"/>
              <a:t>: wafer map is created automatically (only check the origin)</a:t>
            </a:r>
          </a:p>
          <a:p>
            <a:pPr marL="125999" lvl="1" indent="-125999" latinLnBrk="0"/>
            <a:r>
              <a:rPr lang="en-US" altLang="ko-KR" sz="1200" b="1" dirty="0" err="1"/>
              <a:t>Open an E-Test result file</a:t>
            </a:r>
            <a:r>
              <a:rPr lang="en-US" altLang="ko-KR" sz="1200" dirty="0" smtClean="0"/>
              <a:t>: headers are split into measurement, condition and chain</a:t>
            </a:r>
          </a:p>
          <a:p>
            <a:pPr marL="125999" lvl="1" indent="-125999" latinLnBrk="0"/>
            <a:r>
              <a:rPr lang="en-US" altLang="ko-KR" sz="1200" b="1" dirty="0"/>
              <a:t>Select all new, then save</a:t>
            </a:r>
            <a:r>
              <a:rPr lang="en-US" altLang="ko-KR" sz="1200" dirty="0"/>
              <a:t> to register parameters in bulk</a:t>
            </a:r>
            <a:endParaRPr lang="en-US" altLang="ko-KR" sz="1200" dirty="0" smtClean="0"/>
          </a:p>
        </p:txBody>
      </p:sp>
      <p:sp>
        <p:nvSpPr>
          <p:cNvPr id="20" name="Rectangle 19"/>
          <p:cNvSpPr/>
          <p:nvPr/>
        </p:nvSpPr>
        <p:spPr>
          <a:xfrm>
            <a:off x="381600" y="5724000"/>
            <a:ext cx="1512000" cy="61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500" b="1">
                <a:solidFill>
                  <a:schemeClr val="bg1"/>
                </a:solidFill>
              </a:rPr>
              <a:t>Benefits</a:t>
            </a:r>
          </a:p>
        </p:txBody>
      </p:sp>
      <p:sp>
        <p:nvSpPr>
          <p:cNvPr id="21" name="Rectangle 20"/>
          <p:cNvSpPr/>
          <p:nvPr/>
        </p:nvSpPr>
        <p:spPr>
          <a:xfrm>
            <a:off x="1893600" y="5724000"/>
            <a:ext cx="7632000" cy="612000"/>
          </a:xfrm>
          <a:prstGeom prst="rect">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2" name="TextBox 21"/>
          <p:cNvSpPr txBox="1"/>
          <p:nvPr/>
        </p:nvSpPr>
        <p:spPr>
          <a:xfrm>
            <a:off x="2037600" y="5742000"/>
            <a:ext cx="7343999" cy="576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dirty="0"/>
              <a:t>New devices: </a:t>
            </a:r>
            <a:r>
              <a:rPr lang="en-US" altLang="ko-KR" sz="1200" b="1" dirty="0"/>
              <a:t>setup with a file and a few clicks</a:t>
            </a:r>
            <a:r>
              <a:rPr lang="en-US" altLang="ko-KR" sz="1200" dirty="0"/>
              <a:t>, registered directly by the R&amp;D Center</a:t>
            </a:r>
          </a:p>
          <a:p>
            <a:pPr lvl="1" latinLnBrk="0"/>
            <a:r>
              <a:rPr lang="en-US" altLang="ko-KR" sz="1200" dirty="0"/>
              <a:t>No manual entry of thousands of parameters and shapes: </a:t>
            </a:r>
            <a:r>
              <a:rPr lang="en-US" altLang="ko-KR" sz="1200" b="1" dirty="0"/>
              <a:t>fewer errors, less time</a:t>
            </a:r>
          </a:p>
        </p:txBody>
      </p:sp>
      <p:pic>
        <p:nvPicPr>
          <p:cNvPr id="23" name="고객사 CI" descr="image.png"/>
          <p:cNvPicPr>
            <a:picLocks noChangeAspect="1"/>
          </p:cNvPicPr>
          <p:nvPr/>
        </p:nvPicPr>
        <p:blipFill>
          <a:blip r:embed="rId3"/>
          <a:stretch>
            <a:fillRect/>
          </a:stretch>
        </p:blipFill>
        <p:spPr>
          <a:xfrm>
            <a:off x="381600" y="6554862"/>
            <a:ext cx="684000" cy="144737"/>
          </a:xfrm>
          <a:prstGeom prst="rect">
            <a:avLst/>
          </a:prstGeom>
        </p:spPr>
      </p:pic>
      <p:pic>
        <p:nvPicPr>
          <p:cNvPr id="25" name="그림 24"/>
          <p:cNvPicPr>
            <a:picLocks noChangeAspect="1"/>
          </p:cNvPicPr>
          <p:nvPr/>
        </p:nvPicPr>
        <p:blipFill>
          <a:blip r:embed="rId4"/>
          <a:stretch>
            <a:fillRect/>
          </a:stretch>
        </p:blipFill>
        <p:spPr>
          <a:xfrm>
            <a:off x="5192095" y="2215652"/>
            <a:ext cx="1958413" cy="1618348"/>
          </a:xfrm>
          <a:prstGeom prst="rect">
            <a:avLst/>
          </a:prstGeom>
        </p:spPr>
      </p:pic>
      <p:pic>
        <p:nvPicPr>
          <p:cNvPr id="26" name="그림 25"/>
          <p:cNvPicPr>
            <a:picLocks noChangeAspect="1"/>
          </p:cNvPicPr>
          <p:nvPr/>
        </p:nvPicPr>
        <p:blipFill>
          <a:blip r:embed="rId5"/>
          <a:stretch>
            <a:fillRect/>
          </a:stretch>
        </p:blipFill>
        <p:spPr>
          <a:xfrm>
            <a:off x="7463695" y="2233664"/>
            <a:ext cx="1991701" cy="1600336"/>
          </a:xfrm>
          <a:prstGeom prst="rect">
            <a:avLst/>
          </a:prstGeom>
        </p:spPr>
      </p:pic>
      <p:pic>
        <p:nvPicPr>
          <p:cNvPr id="27" name="그림 26"/>
          <p:cNvPicPr>
            <a:picLocks noChangeAspect="1"/>
          </p:cNvPicPr>
          <p:nvPr/>
        </p:nvPicPr>
        <p:blipFill>
          <a:blip r:embed="rId6"/>
          <a:stretch>
            <a:fillRect/>
          </a:stretch>
        </p:blipFill>
        <p:spPr>
          <a:xfrm>
            <a:off x="885810" y="2099117"/>
            <a:ext cx="3406790" cy="1859816"/>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atinLnBrk="0"/>
            <a:r>
              <a:rPr lang="en-US" altLang="ko-KR" dirty="0"/>
              <a:t>Key Functions - File-based Manual Upload</a:t>
            </a:r>
            <a:endParaRPr lang="ko-KR" altLang="en-US" dirty="0"/>
          </a:p>
        </p:txBody>
      </p:sp>
      <p:sp>
        <p:nvSpPr>
          <p:cNvPr id="3" name="Text Placeholder 2"/>
          <p:cNvSpPr>
            <a:spLocks noGrp="1"/>
          </p:cNvSpPr>
          <p:nvPr>
            <p:ph type="body" idx="10"/>
          </p:nvPr>
        </p:nvSpPr>
        <p:spPr/>
        <p:txBody>
          <a:bodyPr/>
          <a:lstStyle/>
          <a:p>
            <a:pPr latinLnBrk="0"/>
            <a:r>
              <a:rPr lang="en-US" altLang="ko-KR"/>
              <a:t>II. Key POC Functions and Results</a:t>
            </a:r>
          </a:p>
        </p:txBody>
      </p:sp>
      <p:sp>
        <p:nvSpPr>
          <p:cNvPr id="4" name="Text Placeholder 3"/>
          <p:cNvSpPr>
            <a:spLocks noGrp="1"/>
          </p:cNvSpPr>
          <p:nvPr>
            <p:ph type="body" sz="quarter" idx="14"/>
          </p:nvPr>
        </p:nvSpPr>
        <p:spPr>
          <a:xfrm>
            <a:off x="381000" y="899269"/>
            <a:ext cx="9144000" cy="492443"/>
          </a:xfrm>
        </p:spPr>
        <p:txBody>
          <a:bodyPr/>
          <a:lstStyle/>
          <a:p>
            <a:pPr latinLnBrk="0"/>
            <a:r>
              <a:rPr lang="en-US" altLang="ko-KR" dirty="0"/>
              <a:t>Without MES or QMS integration, </a:t>
            </a:r>
            <a:r>
              <a:rPr lang="en-US" altLang="ko-KR" b="1" dirty="0"/>
              <a:t>KLARF and E-Test files are uploaded manually</a:t>
            </a:r>
            <a:r>
              <a:rPr lang="en-US" altLang="ko-KR" dirty="0"/>
              <a:t>, and master data and correlation mapping are created from the information inside the files</a:t>
            </a:r>
          </a:p>
        </p:txBody>
      </p:sp>
      <p:sp>
        <p:nvSpPr>
          <p:cNvPr id="5" name="Rectangle 4"/>
          <p:cNvSpPr/>
          <p:nvPr/>
        </p:nvSpPr>
        <p:spPr>
          <a:xfrm>
            <a:off x="381600" y="1519200"/>
            <a:ext cx="4435200" cy="360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ko-KR" altLang="en-US" sz="1400" b="1">
                <a:solidFill>
                  <a:schemeClr val="bg1"/>
                </a:solidFill>
              </a:rPr>
              <a:t>KLARF File Upload (DMS)</a:t>
            </a:r>
          </a:p>
        </p:txBody>
      </p:sp>
      <p:pic>
        <p:nvPicPr>
          <p:cNvPr id="6" name="Picture 5" descr="cap_klarf_up.png"/>
          <p:cNvPicPr>
            <a:picLocks noChangeAspect="1"/>
          </p:cNvPicPr>
          <p:nvPr/>
        </p:nvPicPr>
        <p:blipFill>
          <a:blip r:embed="rId3"/>
          <a:stretch>
            <a:fillRect/>
          </a:stretch>
        </p:blipFill>
        <p:spPr>
          <a:xfrm>
            <a:off x="381600" y="1925999"/>
            <a:ext cx="4435200" cy="2428272"/>
          </a:xfrm>
          <a:prstGeom prst="rect">
            <a:avLst/>
          </a:prstGeom>
        </p:spPr>
      </p:pic>
      <p:sp>
        <p:nvSpPr>
          <p:cNvPr id="7" name="Rectangle 6"/>
          <p:cNvSpPr/>
          <p:nvPr/>
        </p:nvSpPr>
        <p:spPr>
          <a:xfrm>
            <a:off x="381600" y="1925999"/>
            <a:ext cx="4435200" cy="2428272"/>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8" name="Rectangle 7"/>
          <p:cNvSpPr/>
          <p:nvPr/>
        </p:nvSpPr>
        <p:spPr>
          <a:xfrm>
            <a:off x="381600" y="4408272"/>
            <a:ext cx="4435200" cy="97372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9" name="TextBox 8"/>
          <p:cNvSpPr txBox="1"/>
          <p:nvPr/>
        </p:nvSpPr>
        <p:spPr>
          <a:xfrm>
            <a:off x="471600" y="4534716"/>
            <a:ext cx="4291200" cy="720839"/>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100" dirty="0"/>
              <a:t>Select a KLARF file and defect image folder to save to DB</a:t>
            </a:r>
          </a:p>
          <a:p>
            <a:pPr marL="125999" lvl="1" indent="-125999" latinLnBrk="0"/>
            <a:r>
              <a:rPr lang="en-US" altLang="ko-KR" sz="1100" dirty="0" err="1"/>
              <a:t>Extract lot, device, step, wafer and defect info</a:t>
            </a:r>
            <a:endParaRPr lang="en-US" altLang="ko-KR" sz="1100" dirty="0" smtClean="0"/>
          </a:p>
          <a:p>
            <a:pPr marL="125999" lvl="1" indent="-125999" latinLnBrk="0"/>
            <a:r>
              <a:rPr lang="en-US" altLang="ko-KR" sz="1100" dirty="0" err="1" smtClean="0"/>
              <a:t>Map die index and XREL / YREL coordinates to wafer map and GDS positions</a:t>
            </a:r>
            <a:endParaRPr lang="ko-KR" altLang="en-US" sz="1100" dirty="0"/>
          </a:p>
        </p:txBody>
      </p:sp>
      <p:sp>
        <p:nvSpPr>
          <p:cNvPr id="10" name="Rectangle 9"/>
          <p:cNvSpPr/>
          <p:nvPr/>
        </p:nvSpPr>
        <p:spPr>
          <a:xfrm>
            <a:off x="5090400" y="1519200"/>
            <a:ext cx="4435200" cy="360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ko-KR" altLang="en-US" sz="1400" b="1">
                <a:solidFill>
                  <a:schemeClr val="bg1"/>
                </a:solidFill>
              </a:rPr>
              <a:t>E-Test Result Upload (YMS)</a:t>
            </a:r>
          </a:p>
        </p:txBody>
      </p:sp>
      <p:pic>
        <p:nvPicPr>
          <p:cNvPr id="11" name="Picture 10" descr="cap_etest_up.png"/>
          <p:cNvPicPr>
            <a:picLocks noChangeAspect="1"/>
          </p:cNvPicPr>
          <p:nvPr/>
        </p:nvPicPr>
        <p:blipFill>
          <a:blip r:embed="rId4"/>
          <a:stretch>
            <a:fillRect/>
          </a:stretch>
        </p:blipFill>
        <p:spPr>
          <a:xfrm>
            <a:off x="5090400" y="1925999"/>
            <a:ext cx="4435200" cy="2417184"/>
          </a:xfrm>
          <a:prstGeom prst="rect">
            <a:avLst/>
          </a:prstGeom>
        </p:spPr>
      </p:pic>
      <p:sp>
        <p:nvSpPr>
          <p:cNvPr id="12" name="Rectangle 11"/>
          <p:cNvSpPr/>
          <p:nvPr/>
        </p:nvSpPr>
        <p:spPr>
          <a:xfrm>
            <a:off x="5090400" y="1925999"/>
            <a:ext cx="4435200" cy="2417184"/>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3" name="Rectangle 12"/>
          <p:cNvSpPr/>
          <p:nvPr/>
        </p:nvSpPr>
        <p:spPr>
          <a:xfrm>
            <a:off x="5090400" y="4397184"/>
            <a:ext cx="4435200" cy="984815"/>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4" name="TextBox 13"/>
          <p:cNvSpPr txBox="1"/>
          <p:nvPr/>
        </p:nvSpPr>
        <p:spPr>
          <a:xfrm>
            <a:off x="5180400" y="4529172"/>
            <a:ext cx="4291200" cy="720839"/>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100" dirty="0" err="1"/>
              <a:t>Upload E-Test result files (xlsx) with preview before saving</a:t>
            </a:r>
            <a:endParaRPr lang="ko-KR" altLang="en-US" sz="1100" dirty="0"/>
          </a:p>
          <a:p>
            <a:pPr marL="125999" lvl="1" indent="-125999" latinLnBrk="0"/>
            <a:r>
              <a:rPr lang="en-US" altLang="ko-KR" sz="1100" dirty="0" err="1"/>
              <a:t>Extract device, process, lot, wafer and parameters</a:t>
            </a:r>
            <a:endParaRPr lang="en-US" altLang="ko-KR" sz="1100" dirty="0" smtClean="0"/>
          </a:p>
          <a:p>
            <a:pPr marL="125999" lvl="1" indent="-125999" latinLnBrk="0"/>
            <a:r>
              <a:rPr lang="en-US" altLang="ko-KR" sz="1100" dirty="0" err="1" smtClean="0"/>
              <a:t>Map parameter name -&gt; GDS chain, die X / Y -&gt; map position</a:t>
            </a:r>
            <a:endParaRPr lang="ko-KR" altLang="en-US" sz="1100" dirty="0"/>
          </a:p>
        </p:txBody>
      </p:sp>
      <p:sp>
        <p:nvSpPr>
          <p:cNvPr id="15" name="Pentagon 14"/>
          <p:cNvSpPr/>
          <p:nvPr/>
        </p:nvSpPr>
        <p:spPr>
          <a:xfrm>
            <a:off x="381600" y="5472000"/>
            <a:ext cx="2340000" cy="468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ctr" latinLnBrk="0"/>
            <a:r>
              <a:rPr lang="en-US" altLang="ko-KR" sz="1200" b="1">
                <a:solidFill>
                  <a:schemeClr val="bg1"/>
                </a:solidFill>
              </a:rPr>
              <a:t>Manual File Upload</a:t>
            </a:r>
          </a:p>
        </p:txBody>
      </p:sp>
      <p:sp>
        <p:nvSpPr>
          <p:cNvPr id="16" name="Chevron 15"/>
          <p:cNvSpPr/>
          <p:nvPr/>
        </p:nvSpPr>
        <p:spPr>
          <a:xfrm>
            <a:off x="2667600" y="5472000"/>
            <a:ext cx="2340000" cy="46800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ctr" latinLnBrk="0"/>
            <a:r>
              <a:rPr lang="en-US" altLang="ko-KR" sz="1200" b="1">
                <a:solidFill>
                  <a:schemeClr val="bg1"/>
                </a:solidFill>
              </a:rPr>
              <a:t>Extract File Info</a:t>
            </a:r>
          </a:p>
        </p:txBody>
      </p:sp>
      <p:sp>
        <p:nvSpPr>
          <p:cNvPr id="17" name="Chevron 16"/>
          <p:cNvSpPr/>
          <p:nvPr/>
        </p:nvSpPr>
        <p:spPr>
          <a:xfrm>
            <a:off x="4953600" y="5472000"/>
            <a:ext cx="2340000" cy="46800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ctr" latinLnBrk="0"/>
            <a:r>
              <a:rPr lang="en-US" altLang="ko-KR" sz="1200" b="1">
                <a:solidFill>
                  <a:schemeClr val="bg1"/>
                </a:solidFill>
              </a:rPr>
              <a:t>Create Master Data</a:t>
            </a:r>
          </a:p>
          <a:p>
            <a:pPr algn="ctr" latinLnBrk="0"/>
            <a:r>
              <a:rPr lang="ko-KR" altLang="en-US" sz="1200" b="1">
                <a:solidFill>
                  <a:schemeClr val="bg1"/>
                </a:solidFill>
              </a:rPr>
              <a:t>(Device, Lot, Wafer)</a:t>
            </a:r>
          </a:p>
        </p:txBody>
      </p:sp>
      <p:sp>
        <p:nvSpPr>
          <p:cNvPr id="18" name="Chevron 17"/>
          <p:cNvSpPr/>
          <p:nvPr/>
        </p:nvSpPr>
        <p:spPr>
          <a:xfrm>
            <a:off x="7239599" y="5472000"/>
            <a:ext cx="2340000" cy="468000"/>
          </a:xfrm>
          <a:prstGeom prst="chevron">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ctr" latinLnBrk="0"/>
            <a:r>
              <a:rPr lang="en-US" altLang="ko-KR" sz="1200" b="1">
                <a:solidFill>
                  <a:schemeClr val="bg1"/>
                </a:solidFill>
              </a:rPr>
              <a:t>Correlation Mapping</a:t>
            </a:r>
          </a:p>
          <a:p>
            <a:pPr algn="ctr" latinLnBrk="0"/>
            <a:r>
              <a:rPr lang="en-US" altLang="ko-KR" sz="1200" b="1">
                <a:solidFill>
                  <a:schemeClr val="bg1"/>
                </a:solidFill>
              </a:rPr>
              <a:t>(Die XY, chain)</a:t>
            </a:r>
          </a:p>
        </p:txBody>
      </p:sp>
      <p:sp>
        <p:nvSpPr>
          <p:cNvPr id="19" name="TextBox 18"/>
          <p:cNvSpPr txBox="1"/>
          <p:nvPr/>
        </p:nvSpPr>
        <p:spPr>
          <a:xfrm>
            <a:off x="381600" y="6030000"/>
            <a:ext cx="9144000" cy="234000"/>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000" b="0" dirty="0">
                <a:solidFill>
                  <a:schemeClr val="tx1"/>
                </a:solidFill>
              </a:rPr>
              <a:t>※ MES master data, QMS integration and automatic file collection are main project scope (the POC used only data inside the files)</a:t>
            </a:r>
          </a:p>
        </p:txBody>
      </p:sp>
      <p:pic>
        <p:nvPicPr>
          <p:cNvPr id="20" name="고객사 CI" descr="image.png"/>
          <p:cNvPicPr>
            <a:picLocks noChangeAspect="1"/>
          </p:cNvPicPr>
          <p:nvPr/>
        </p:nvPicPr>
        <p:blipFill>
          <a:blip r:embed="rId5"/>
          <a:stretch>
            <a:fillRect/>
          </a:stretch>
        </p:blipFill>
        <p:spPr>
          <a:xfrm>
            <a:off x="381600" y="6554862"/>
            <a:ext cx="684000" cy="144737"/>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380999" y="427042"/>
            <a:ext cx="9144001" cy="400110"/>
          </a:xfrm>
        </p:spPr>
        <p:txBody>
          <a:bodyPr/>
          <a:lstStyle/>
          <a:p>
            <a:pPr latinLnBrk="0"/>
            <a:r>
              <a:rPr lang="en-US" altLang="ko-KR" dirty="0"/>
              <a:t>Key Functions - Die Detail Correlation Analysis</a:t>
            </a:r>
            <a:endParaRPr lang="ko-KR" altLang="en-US" dirty="0"/>
          </a:p>
        </p:txBody>
      </p:sp>
      <p:sp>
        <p:nvSpPr>
          <p:cNvPr id="3" name="텍스트 개체 틀 2"/>
          <p:cNvSpPr>
            <a:spLocks noGrp="1"/>
          </p:cNvSpPr>
          <p:nvPr>
            <p:ph type="body" sz="quarter" idx="14"/>
          </p:nvPr>
        </p:nvSpPr>
        <p:spPr>
          <a:xfrm>
            <a:off x="381000" y="899269"/>
            <a:ext cx="9144000" cy="492443"/>
          </a:xfrm>
        </p:spPr>
        <p:txBody>
          <a:bodyPr/>
          <a:lstStyle/>
          <a:p>
            <a:pPr latinLnBrk="0"/>
            <a:r>
              <a:rPr lang="en-US" altLang="ko-KR" b="1" dirty="0" smtClean="0"/>
              <a:t>GDS, KLARF and E-Test data overlaid on one map</a:t>
            </a:r>
            <a:r>
              <a:rPr lang="en-US" altLang="ko-KR" dirty="0" smtClean="0"/>
              <a:t> for location and E-Test correlation</a:t>
            </a:r>
          </a:p>
          <a:p>
            <a:pPr latinLnBrk="0"/>
            <a:r>
              <a:rPr lang="en-US" altLang="ko-KR" b="1" dirty="0" smtClean="0"/>
              <a:t>Final POC analysis result screen</a:t>
            </a:r>
          </a:p>
        </p:txBody>
      </p:sp>
      <p:sp>
        <p:nvSpPr>
          <p:cNvPr id="6" name="텍스트 개체 틀 5"/>
          <p:cNvSpPr>
            <a:spLocks noGrp="1"/>
          </p:cNvSpPr>
          <p:nvPr>
            <p:ph type="body" idx="10"/>
          </p:nvPr>
        </p:nvSpPr>
        <p:spPr/>
        <p:txBody>
          <a:bodyPr/>
          <a:lstStyle/>
          <a:p>
            <a:pPr latinLnBrk="0"/>
            <a:r>
              <a:rPr lang="en-US" altLang="ko-KR"/>
              <a:t>II. Key POC Functions and Results</a:t>
            </a:r>
          </a:p>
        </p:txBody>
      </p:sp>
      <p:pic>
        <p:nvPicPr>
          <p:cNvPr id="10" name="고객사 CI" descr="sck_ci.png"/>
          <p:cNvPicPr>
            <a:picLocks noChangeAspect="1"/>
          </p:cNvPicPr>
          <p:nvPr/>
        </p:nvPicPr>
        <p:blipFill>
          <a:blip r:embed="rId3"/>
          <a:stretch>
            <a:fillRect/>
          </a:stretch>
        </p:blipFill>
        <p:spPr>
          <a:xfrm>
            <a:off x="381600" y="6554862"/>
            <a:ext cx="684000" cy="144737"/>
          </a:xfrm>
          <a:prstGeom prst="rect">
            <a:avLst/>
          </a:prstGeom>
        </p:spPr>
      </p:pic>
      <p:pic>
        <p:nvPicPr>
          <p:cNvPr id="11" name="Picture 10" descr="image.png"/>
          <p:cNvPicPr>
            <a:picLocks noChangeAspect="1"/>
          </p:cNvPicPr>
          <p:nvPr/>
        </p:nvPicPr>
        <p:blipFill>
          <a:blip r:embed="rId4"/>
          <a:stretch>
            <a:fillRect/>
          </a:stretch>
        </p:blipFill>
        <p:spPr>
          <a:xfrm>
            <a:off x="381600" y="1519200"/>
            <a:ext cx="5903554" cy="3851999"/>
          </a:xfrm>
          <a:prstGeom prst="rect">
            <a:avLst/>
          </a:prstGeom>
        </p:spPr>
      </p:pic>
      <p:sp>
        <p:nvSpPr>
          <p:cNvPr id="12" name="Rectangle 11"/>
          <p:cNvSpPr/>
          <p:nvPr/>
        </p:nvSpPr>
        <p:spPr>
          <a:xfrm>
            <a:off x="381600" y="1519200"/>
            <a:ext cx="5903554" cy="3851999"/>
          </a:xfrm>
          <a:prstGeom prst="rect">
            <a:avLst/>
          </a:prstGeom>
          <a:noFill/>
          <a:ln w="9525">
            <a:solidFill>
              <a:schemeClr val="tx1">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3" name="Rectangle 12"/>
          <p:cNvSpPr/>
          <p:nvPr/>
        </p:nvSpPr>
        <p:spPr>
          <a:xfrm>
            <a:off x="405214" y="1642463"/>
            <a:ext cx="2703827" cy="154079"/>
          </a:xfrm>
          <a:prstGeom prst="rect">
            <a:avLst/>
          </a:prstGeom>
          <a:noFill/>
          <a:ln w="25400">
            <a:solidFill>
              <a:schemeClr val="accent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4" name="Oval 13"/>
          <p:cNvSpPr/>
          <p:nvPr/>
        </p:nvSpPr>
        <p:spPr>
          <a:xfrm>
            <a:off x="3080305" y="1584504"/>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1</a:t>
            </a:r>
          </a:p>
        </p:txBody>
      </p:sp>
      <p:sp>
        <p:nvSpPr>
          <p:cNvPr id="15" name="Rectangle 14"/>
          <p:cNvSpPr/>
          <p:nvPr/>
        </p:nvSpPr>
        <p:spPr>
          <a:xfrm>
            <a:off x="399310" y="1858176"/>
            <a:ext cx="3199726" cy="3493764"/>
          </a:xfrm>
          <a:prstGeom prst="rect">
            <a:avLst/>
          </a:prstGeom>
          <a:noFill/>
          <a:ln w="25400">
            <a:solidFill>
              <a:schemeClr val="accent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6" name="Oval 15"/>
          <p:cNvSpPr/>
          <p:nvPr/>
        </p:nvSpPr>
        <p:spPr>
          <a:xfrm>
            <a:off x="482742" y="1923480"/>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2</a:t>
            </a:r>
          </a:p>
        </p:txBody>
      </p:sp>
      <p:sp>
        <p:nvSpPr>
          <p:cNvPr id="17" name="Rectangle 16"/>
          <p:cNvSpPr/>
          <p:nvPr/>
        </p:nvSpPr>
        <p:spPr>
          <a:xfrm>
            <a:off x="3622651" y="2154780"/>
            <a:ext cx="2632985" cy="2060819"/>
          </a:xfrm>
          <a:prstGeom prst="rect">
            <a:avLst/>
          </a:prstGeom>
          <a:noFill/>
          <a:ln w="25400">
            <a:solidFill>
              <a:schemeClr val="accent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18" name="Oval 17"/>
          <p:cNvSpPr/>
          <p:nvPr/>
        </p:nvSpPr>
        <p:spPr>
          <a:xfrm>
            <a:off x="5914011" y="2193120"/>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3</a:t>
            </a:r>
          </a:p>
        </p:txBody>
      </p:sp>
      <p:sp>
        <p:nvSpPr>
          <p:cNvPr id="19" name="Rectangle 18"/>
          <p:cNvSpPr/>
          <p:nvPr/>
        </p:nvSpPr>
        <p:spPr>
          <a:xfrm>
            <a:off x="3622651" y="4273380"/>
            <a:ext cx="2632985" cy="539280"/>
          </a:xfrm>
          <a:prstGeom prst="rect">
            <a:avLst/>
          </a:prstGeom>
          <a:noFill/>
          <a:ln w="25400">
            <a:solidFill>
              <a:schemeClr val="accent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endParaRPr/>
          </a:p>
        </p:txBody>
      </p:sp>
      <p:sp>
        <p:nvSpPr>
          <p:cNvPr id="20" name="Oval 19"/>
          <p:cNvSpPr/>
          <p:nvPr/>
        </p:nvSpPr>
        <p:spPr>
          <a:xfrm>
            <a:off x="5914011" y="4311720"/>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4</a:t>
            </a:r>
          </a:p>
        </p:txBody>
      </p:sp>
      <p:sp>
        <p:nvSpPr>
          <p:cNvPr id="21" name="Oval 20"/>
          <p:cNvSpPr/>
          <p:nvPr/>
        </p:nvSpPr>
        <p:spPr>
          <a:xfrm>
            <a:off x="6447154" y="1537199"/>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1</a:t>
            </a:r>
          </a:p>
        </p:txBody>
      </p:sp>
      <p:sp>
        <p:nvSpPr>
          <p:cNvPr id="22" name="TextBox 21"/>
          <p:cNvSpPr txBox="1"/>
          <p:nvPr/>
        </p:nvSpPr>
        <p:spPr>
          <a:xfrm>
            <a:off x="6789154" y="1519200"/>
            <a:ext cx="2736445" cy="306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300" b="1"/>
              <a:t>Die Analysis Summary</a:t>
            </a:r>
          </a:p>
        </p:txBody>
      </p:sp>
      <p:sp>
        <p:nvSpPr>
          <p:cNvPr id="23" name="TextBox 22"/>
          <p:cNvSpPr txBox="1"/>
          <p:nvPr/>
        </p:nvSpPr>
        <p:spPr>
          <a:xfrm>
            <a:off x="6789154" y="1807199"/>
            <a:ext cx="2736445" cy="639000"/>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100" dirty="0"/>
              <a:t>Die defects in / out of chains</a:t>
            </a:r>
          </a:p>
          <a:p>
            <a:pPr marL="125999" lvl="1" indent="-125999" latinLnBrk="0"/>
            <a:r>
              <a:rPr lang="en-US" altLang="ko-KR" sz="1100" dirty="0" err="1"/>
              <a:t>Fail chains, correlation matches</a:t>
            </a:r>
          </a:p>
        </p:txBody>
      </p:sp>
      <p:cxnSp>
        <p:nvCxnSpPr>
          <p:cNvPr id="24" name="Connector 23"/>
          <p:cNvCxnSpPr/>
          <p:nvPr/>
        </p:nvCxnSpPr>
        <p:spPr>
          <a:xfrm>
            <a:off x="6427824" y="2439000"/>
            <a:ext cx="3078446"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447154" y="2500200"/>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2</a:t>
            </a:r>
          </a:p>
        </p:txBody>
      </p:sp>
      <p:sp>
        <p:nvSpPr>
          <p:cNvPr id="26" name="TextBox 25"/>
          <p:cNvSpPr txBox="1"/>
          <p:nvPr/>
        </p:nvSpPr>
        <p:spPr>
          <a:xfrm>
            <a:off x="6789154" y="2482200"/>
            <a:ext cx="2736445" cy="306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ko-KR" altLang="en-US" sz="1300" b="1"/>
              <a:t>GDS + KLARF Map</a:t>
            </a:r>
          </a:p>
        </p:txBody>
      </p:sp>
      <p:sp>
        <p:nvSpPr>
          <p:cNvPr id="27" name="TextBox 26"/>
          <p:cNvSpPr txBox="1"/>
          <p:nvPr/>
        </p:nvSpPr>
        <p:spPr>
          <a:xfrm>
            <a:off x="6789154" y="2770200"/>
            <a:ext cx="2736445" cy="639000"/>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100"/>
              <a:t>KLARF defects on the GDS layout</a:t>
            </a:r>
          </a:p>
          <a:p>
            <a:pPr marL="125999" lvl="1" indent="-125999" latinLnBrk="0"/>
            <a:r>
              <a:rPr lang="en-US" altLang="ko-KR" sz="1100"/>
              <a:t>Defects on chains (Bump, RDL)</a:t>
            </a:r>
          </a:p>
        </p:txBody>
      </p:sp>
      <p:cxnSp>
        <p:nvCxnSpPr>
          <p:cNvPr id="28" name="Connector 27"/>
          <p:cNvCxnSpPr/>
          <p:nvPr/>
        </p:nvCxnSpPr>
        <p:spPr>
          <a:xfrm>
            <a:off x="6427824" y="3402000"/>
            <a:ext cx="3078446"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447154" y="3463200"/>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3</a:t>
            </a:r>
          </a:p>
        </p:txBody>
      </p:sp>
      <p:sp>
        <p:nvSpPr>
          <p:cNvPr id="30" name="TextBox 29"/>
          <p:cNvSpPr txBox="1"/>
          <p:nvPr/>
        </p:nvSpPr>
        <p:spPr>
          <a:xfrm>
            <a:off x="6789154" y="3445200"/>
            <a:ext cx="2736445" cy="306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300" b="1"/>
              <a:t>Location Analysis by Chain</a:t>
            </a:r>
          </a:p>
        </p:txBody>
      </p:sp>
      <p:sp>
        <p:nvSpPr>
          <p:cNvPr id="31" name="TextBox 30"/>
          <p:cNvSpPr txBox="1"/>
          <p:nvPr/>
        </p:nvSpPr>
        <p:spPr>
          <a:xfrm>
            <a:off x="6789154" y="3733200"/>
            <a:ext cx="2736445" cy="639000"/>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100" dirty="0" err="1"/>
              <a:t>Defects in / out of chain areas</a:t>
            </a:r>
          </a:p>
          <a:p>
            <a:pPr marL="125999" lvl="1" indent="-125999" latinLnBrk="0"/>
            <a:r>
              <a:rPr lang="en-US" altLang="ko-KR" sz="1100" dirty="0" err="1"/>
              <a:t>With E-Test result and correlation</a:t>
            </a:r>
          </a:p>
        </p:txBody>
      </p:sp>
      <p:cxnSp>
        <p:nvCxnSpPr>
          <p:cNvPr id="32" name="Connector 31"/>
          <p:cNvCxnSpPr/>
          <p:nvPr/>
        </p:nvCxnSpPr>
        <p:spPr>
          <a:xfrm>
            <a:off x="6427824" y="4365000"/>
            <a:ext cx="3078446"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6447154" y="4426200"/>
            <a:ext cx="270000" cy="27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4</a:t>
            </a:r>
          </a:p>
        </p:txBody>
      </p:sp>
      <p:sp>
        <p:nvSpPr>
          <p:cNvPr id="34" name="TextBox 33"/>
          <p:cNvSpPr txBox="1"/>
          <p:nvPr/>
        </p:nvSpPr>
        <p:spPr>
          <a:xfrm>
            <a:off x="6789154" y="4408200"/>
            <a:ext cx="2736445" cy="306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300" b="1"/>
              <a:t>E-Test Correlation</a:t>
            </a:r>
          </a:p>
        </p:txBody>
      </p:sp>
      <p:sp>
        <p:nvSpPr>
          <p:cNvPr id="35" name="TextBox 34"/>
          <p:cNvSpPr txBox="1"/>
          <p:nvPr/>
        </p:nvSpPr>
        <p:spPr>
          <a:xfrm>
            <a:off x="6789154" y="4696200"/>
            <a:ext cx="2736445" cy="639000"/>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25999" lvl="1" indent="-125999" latinLnBrk="0"/>
            <a:r>
              <a:rPr lang="en-US" altLang="ko-KR" sz="1100"/>
              <a:t>Parameter values, specs of chain</a:t>
            </a:r>
          </a:p>
          <a:p>
            <a:pPr marL="125999" lvl="1" indent="-125999" latinLnBrk="0"/>
            <a:r>
              <a:rPr lang="en-US" altLang="ko-KR" sz="1100"/>
              <a:t>Spec-out items flagged as evidence</a:t>
            </a:r>
          </a:p>
        </p:txBody>
      </p:sp>
      <p:sp>
        <p:nvSpPr>
          <p:cNvPr id="36" name="Rectangle 35"/>
          <p:cNvSpPr/>
          <p:nvPr/>
        </p:nvSpPr>
        <p:spPr>
          <a:xfrm>
            <a:off x="381600" y="5479200"/>
            <a:ext cx="1512000" cy="96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400" b="1">
                <a:solidFill>
                  <a:schemeClr val="bg1"/>
                </a:solidFill>
              </a:rPr>
              <a:t>Customer Requirements Addressed</a:t>
            </a:r>
          </a:p>
        </p:txBody>
      </p:sp>
      <p:sp>
        <p:nvSpPr>
          <p:cNvPr id="37" name="Rectangle 36"/>
          <p:cNvSpPr/>
          <p:nvPr/>
        </p:nvSpPr>
        <p:spPr>
          <a:xfrm>
            <a:off x="1893600" y="5479200"/>
            <a:ext cx="7632000" cy="9648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38" name="TextBox 37"/>
          <p:cNvSpPr txBox="1"/>
          <p:nvPr/>
        </p:nvSpPr>
        <p:spPr>
          <a:xfrm>
            <a:off x="2015999" y="5572710"/>
            <a:ext cx="7416000" cy="777778"/>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b="1" dirty="0"/>
              <a:t>Location match</a:t>
            </a:r>
            <a:r>
              <a:rPr lang="en-US" altLang="ko-KR" sz="1200" dirty="0"/>
              <a:t>: check on the layout whether a KLARF defect lies on a GDS chain</a:t>
            </a:r>
          </a:p>
          <a:p>
            <a:pPr lvl="1" latinLnBrk="0"/>
            <a:r>
              <a:rPr lang="en-US" altLang="ko-KR" sz="1200" b="1" dirty="0"/>
              <a:t>Exact location</a:t>
            </a:r>
            <a:r>
              <a:rPr lang="en-US" altLang="ko-KR" sz="1200" dirty="0"/>
              <a:t>: list of defect ID, coordinates and size by chain</a:t>
            </a:r>
          </a:p>
          <a:p>
            <a:pPr lvl="1" latinLnBrk="0"/>
            <a:r>
              <a:rPr lang="en-US" altLang="ko-KR" sz="1200" b="1" dirty="0" err="1"/>
              <a:t>E-Test correlation</a:t>
            </a:r>
            <a:r>
              <a:rPr lang="en-US" altLang="ko-KR" sz="1200" dirty="0"/>
              <a:t>: fail chains shown with overlapping defects (engineers judge)</a:t>
            </a:r>
          </a:p>
        </p:txBody>
      </p:sp>
      <p:cxnSp>
        <p:nvCxnSpPr>
          <p:cNvPr id="39" name="Connector 23"/>
          <p:cNvCxnSpPr/>
          <p:nvPr/>
        </p:nvCxnSpPr>
        <p:spPr>
          <a:xfrm>
            <a:off x="6427824" y="1520825"/>
            <a:ext cx="3078446"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 name="Connector 31"/>
          <p:cNvCxnSpPr/>
          <p:nvPr/>
        </p:nvCxnSpPr>
        <p:spPr>
          <a:xfrm>
            <a:off x="6427824" y="5371199"/>
            <a:ext cx="3078446"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7523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lstStyle/>
          <a:p>
            <a:pPr latinLnBrk="0"/>
            <a:r>
              <a:rPr lang="en-US" altLang="ko-KR" dirty="0"/>
              <a:t>POC Results and Implications</a:t>
            </a:r>
          </a:p>
        </p:txBody>
      </p:sp>
      <p:sp>
        <p:nvSpPr>
          <p:cNvPr id="3" name="텍스트 개체 틀 2"/>
          <p:cNvSpPr>
            <a:spLocks noGrp="1"/>
          </p:cNvSpPr>
          <p:nvPr>
            <p:ph type="body" sz="quarter" idx="14"/>
          </p:nvPr>
        </p:nvSpPr>
        <p:spPr>
          <a:xfrm>
            <a:off x="381000" y="899269"/>
            <a:ext cx="9144000" cy="493200"/>
          </a:xfrm>
        </p:spPr>
        <p:txBody>
          <a:bodyPr/>
          <a:lstStyle/>
          <a:p>
            <a:pPr latinLnBrk="0"/>
            <a:r>
              <a:rPr lang="en-US" altLang="ko-KR" dirty="0"/>
              <a:t>Layout-based defect correlation analysis </a:t>
            </a:r>
            <a:r>
              <a:rPr lang="en-US" altLang="ko-KR" b="1" dirty="0"/>
              <a:t>was confirmed feasible</a:t>
            </a:r>
            <a:r>
              <a:rPr lang="en-US" altLang="ko-KR" dirty="0"/>
              <a:t>; for real use, data standards such as wafer names and coordinate origins must be fixed first</a:t>
            </a:r>
            <a:endParaRPr lang="en-US" altLang="ko-KR" dirty="0" smtClean="0"/>
          </a:p>
        </p:txBody>
      </p:sp>
      <p:sp>
        <p:nvSpPr>
          <p:cNvPr id="6" name="텍스트 개체 틀 5"/>
          <p:cNvSpPr>
            <a:spLocks noGrp="1"/>
          </p:cNvSpPr>
          <p:nvPr>
            <p:ph type="body" idx="10"/>
          </p:nvPr>
        </p:nvSpPr>
        <p:spPr/>
        <p:txBody>
          <a:bodyPr/>
          <a:lstStyle/>
          <a:p>
            <a:pPr latinLnBrk="0"/>
            <a:r>
              <a:rPr lang="en-US" altLang="ko-KR"/>
              <a:t>II. Key POC Functions and Results</a:t>
            </a:r>
          </a:p>
        </p:txBody>
      </p:sp>
      <p:sp>
        <p:nvSpPr>
          <p:cNvPr id="7" name="Rectangle 6"/>
          <p:cNvSpPr/>
          <p:nvPr/>
        </p:nvSpPr>
        <p:spPr>
          <a:xfrm>
            <a:off x="381600" y="1519200"/>
            <a:ext cx="4334748" cy="396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600" b="1" dirty="0">
                <a:solidFill>
                  <a:schemeClr val="bg1"/>
                </a:solidFill>
              </a:rPr>
              <a:t>Confirmed Feasibility</a:t>
            </a:r>
          </a:p>
        </p:txBody>
      </p:sp>
      <p:sp>
        <p:nvSpPr>
          <p:cNvPr id="8" name="Rectangle 7"/>
          <p:cNvSpPr/>
          <p:nvPr/>
        </p:nvSpPr>
        <p:spPr>
          <a:xfrm>
            <a:off x="381600" y="1980000"/>
            <a:ext cx="4334748" cy="1980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9" name="TextBox 8"/>
          <p:cNvSpPr txBox="1"/>
          <p:nvPr/>
        </p:nvSpPr>
        <p:spPr>
          <a:xfrm>
            <a:off x="441530" y="2202545"/>
            <a:ext cx="4054081" cy="1534908"/>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300" dirty="0" smtClean="0"/>
              <a:t>Correlation analysis by linking layout, defect and electrical test data on one screen</a:t>
            </a:r>
          </a:p>
          <a:p>
            <a:pPr lvl="1" latinLnBrk="0"/>
            <a:r>
              <a:rPr lang="en-US" altLang="ko-KR" sz="1300" dirty="0"/>
              <a:t>Chain creation rules improve ease of use</a:t>
            </a:r>
          </a:p>
          <a:p>
            <a:pPr lvl="1" latinLnBrk="0"/>
            <a:r>
              <a:rPr lang="en-US" altLang="ko-KR" sz="1300" dirty="0"/>
              <a:t>GDS chains and E-Test chains linked by mapping naming rules</a:t>
            </a:r>
          </a:p>
          <a:p>
            <a:pPr lvl="1" latinLnBrk="0"/>
            <a:r>
              <a:rPr lang="en-US" altLang="ko-KR" sz="1300" dirty="0"/>
              <a:t>Expandable to other products (devices)</a:t>
            </a:r>
          </a:p>
        </p:txBody>
      </p:sp>
      <p:sp>
        <p:nvSpPr>
          <p:cNvPr id="10" name="Rectangle 9"/>
          <p:cNvSpPr/>
          <p:nvPr/>
        </p:nvSpPr>
        <p:spPr>
          <a:xfrm>
            <a:off x="5180911" y="1519200"/>
            <a:ext cx="4334748" cy="396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600" b="1">
                <a:solidFill>
                  <a:schemeClr val="bg1"/>
                </a:solidFill>
              </a:rPr>
              <a:t>Remaining Issues</a:t>
            </a:r>
          </a:p>
        </p:txBody>
      </p:sp>
      <p:sp>
        <p:nvSpPr>
          <p:cNvPr id="11" name="Rectangle 10"/>
          <p:cNvSpPr/>
          <p:nvPr/>
        </p:nvSpPr>
        <p:spPr>
          <a:xfrm>
            <a:off x="5180911" y="1980000"/>
            <a:ext cx="4334748" cy="1980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2" name="TextBox 11"/>
          <p:cNvSpPr txBox="1"/>
          <p:nvPr/>
        </p:nvSpPr>
        <p:spPr>
          <a:xfrm>
            <a:off x="5031255" y="2110845"/>
            <a:ext cx="2798027" cy="1674947"/>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300" dirty="0" smtClean="0"/>
              <a:t>Fix data standards such as wafer names and coordinate origins (U8 and U9 use different origins)</a:t>
            </a:r>
          </a:p>
          <a:p>
            <a:pPr lvl="1" latinLnBrk="0"/>
            <a:r>
              <a:rPr lang="en-US" altLang="ko-KR" sz="1300" dirty="0" smtClean="0"/>
              <a:t>Define master data rules for result data (E-Test file, chain naming rule, wafer ID and lot ID inside KLARF files, etc.)</a:t>
            </a:r>
          </a:p>
        </p:txBody>
      </p:sp>
      <p:pic>
        <p:nvPicPr>
          <p:cNvPr id="18" name="고객사 CI" descr="sck_ci.png"/>
          <p:cNvPicPr>
            <a:picLocks noChangeAspect="1"/>
          </p:cNvPicPr>
          <p:nvPr/>
        </p:nvPicPr>
        <p:blipFill>
          <a:blip r:embed="rId3"/>
          <a:stretch>
            <a:fillRect/>
          </a:stretch>
        </p:blipFill>
        <p:spPr>
          <a:xfrm>
            <a:off x="381600" y="6554862"/>
            <a:ext cx="684000" cy="144737"/>
          </a:xfrm>
          <a:prstGeom prst="rect">
            <a:avLst/>
          </a:prstGeom>
        </p:spPr>
      </p:pic>
      <p:sp>
        <p:nvSpPr>
          <p:cNvPr id="19" name="Rectangle 18"/>
          <p:cNvSpPr/>
          <p:nvPr/>
        </p:nvSpPr>
        <p:spPr>
          <a:xfrm>
            <a:off x="381600" y="4140000"/>
            <a:ext cx="9144000" cy="360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500" b="1">
                <a:solidFill>
                  <a:schemeClr val="bg1"/>
                </a:solidFill>
              </a:rPr>
              <a:t>Functions for the Main Project</a:t>
            </a:r>
          </a:p>
        </p:txBody>
      </p:sp>
      <p:sp>
        <p:nvSpPr>
          <p:cNvPr id="20" name="Rectangle 19"/>
          <p:cNvSpPr/>
          <p:nvPr/>
        </p:nvSpPr>
        <p:spPr>
          <a:xfrm>
            <a:off x="381600" y="4554000"/>
            <a:ext cx="2205000" cy="149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1" name="Oval 20"/>
          <p:cNvSpPr/>
          <p:nvPr/>
        </p:nvSpPr>
        <p:spPr>
          <a:xfrm>
            <a:off x="471600" y="4644000"/>
            <a:ext cx="270000" cy="27000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1</a:t>
            </a:r>
          </a:p>
        </p:txBody>
      </p:sp>
      <p:sp>
        <p:nvSpPr>
          <p:cNvPr id="22" name="Rectangle 21"/>
          <p:cNvSpPr/>
          <p:nvPr/>
        </p:nvSpPr>
        <p:spPr>
          <a:xfrm>
            <a:off x="777600" y="4608000"/>
            <a:ext cx="1755000" cy="34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36000" rIns="18000" bIns="36000" rtlCol="0" anchor="ctr"/>
          <a:lstStyle/>
          <a:p>
            <a:pPr algn="l" latinLnBrk="0"/>
            <a:r>
              <a:rPr lang="en-US" altLang="ko-KR" sz="1200" b="1">
                <a:solidFill>
                  <a:schemeClr val="accent4"/>
                </a:solidFill>
              </a:rPr>
              <a:t>Auto Collection, MES Link</a:t>
            </a:r>
          </a:p>
        </p:txBody>
      </p:sp>
      <p:cxnSp>
        <p:nvCxnSpPr>
          <p:cNvPr id="23" name="Connector 22"/>
          <p:cNvCxnSpPr/>
          <p:nvPr/>
        </p:nvCxnSpPr>
        <p:spPr>
          <a:xfrm>
            <a:off x="471600" y="5022000"/>
            <a:ext cx="2025000" cy="0"/>
          </a:xfrm>
          <a:prstGeom prst="line">
            <a:avLst/>
          </a:prstGeom>
          <a:ln w="9525">
            <a:solidFill>
              <a:schemeClr val="accent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3600" y="5090478"/>
            <a:ext cx="2060999" cy="907044"/>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200" b="0" dirty="0"/>
              <a:t>Auto-collect KLARF / E-Test files and link MES master data (no manual upload), add STDF (E-Test)</a:t>
            </a:r>
            <a:br>
              <a:rPr lang="en-US" altLang="ko-KR" sz="1200" b="0" dirty="0"/>
            </a:br>
            <a:endParaRPr lang="en-US" altLang="ko-KR" sz="1200" b="0" dirty="0"/>
          </a:p>
        </p:txBody>
      </p:sp>
      <p:sp>
        <p:nvSpPr>
          <p:cNvPr id="25" name="Rectangle 24"/>
          <p:cNvSpPr/>
          <p:nvPr/>
        </p:nvSpPr>
        <p:spPr>
          <a:xfrm>
            <a:off x="2694600" y="4554000"/>
            <a:ext cx="2205000" cy="149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26" name="Oval 25"/>
          <p:cNvSpPr/>
          <p:nvPr/>
        </p:nvSpPr>
        <p:spPr>
          <a:xfrm>
            <a:off x="2784600" y="4644000"/>
            <a:ext cx="270000" cy="27000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2</a:t>
            </a:r>
          </a:p>
        </p:txBody>
      </p:sp>
      <p:sp>
        <p:nvSpPr>
          <p:cNvPr id="27" name="Rectangle 26"/>
          <p:cNvSpPr/>
          <p:nvPr/>
        </p:nvSpPr>
        <p:spPr>
          <a:xfrm>
            <a:off x="3090599" y="4608000"/>
            <a:ext cx="1755000" cy="34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36000" rIns="18000" bIns="36000" rtlCol="0" anchor="ctr"/>
          <a:lstStyle/>
          <a:p>
            <a:pPr algn="l" latinLnBrk="0"/>
            <a:r>
              <a:rPr lang="en-US" altLang="ko-KR" sz="1200" b="1">
                <a:solidFill>
                  <a:schemeClr val="accent4"/>
                </a:solidFill>
              </a:rPr>
              <a:t>Defect Spec, Equip. Monitoring</a:t>
            </a:r>
          </a:p>
        </p:txBody>
      </p:sp>
      <p:cxnSp>
        <p:nvCxnSpPr>
          <p:cNvPr id="28" name="Connector 27"/>
          <p:cNvCxnSpPr/>
          <p:nvPr/>
        </p:nvCxnSpPr>
        <p:spPr>
          <a:xfrm>
            <a:off x="2784600" y="5022000"/>
            <a:ext cx="2025000" cy="0"/>
          </a:xfrm>
          <a:prstGeom prst="line">
            <a:avLst/>
          </a:prstGeom>
          <a:ln w="9525">
            <a:solidFill>
              <a:schemeClr val="accent4"/>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766600" y="5192044"/>
            <a:ext cx="2060999" cy="703912"/>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200" b="0" dirty="0"/>
              <a:t>Manage AOI defect and electrical fail specs; hold lot or equipment and auto-mail when exceeded</a:t>
            </a:r>
            <a:endParaRPr lang="ko-KR" altLang="en-US" sz="1200" b="0" dirty="0"/>
          </a:p>
        </p:txBody>
      </p:sp>
      <p:sp>
        <p:nvSpPr>
          <p:cNvPr id="30" name="Rectangle 29"/>
          <p:cNvSpPr/>
          <p:nvPr/>
        </p:nvSpPr>
        <p:spPr>
          <a:xfrm>
            <a:off x="5007600" y="4554000"/>
            <a:ext cx="2205000" cy="149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31" name="Oval 30"/>
          <p:cNvSpPr/>
          <p:nvPr/>
        </p:nvSpPr>
        <p:spPr>
          <a:xfrm>
            <a:off x="5097600" y="4644000"/>
            <a:ext cx="270000" cy="27000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3</a:t>
            </a:r>
          </a:p>
        </p:txBody>
      </p:sp>
      <p:sp>
        <p:nvSpPr>
          <p:cNvPr id="32" name="Rectangle 31"/>
          <p:cNvSpPr/>
          <p:nvPr/>
        </p:nvSpPr>
        <p:spPr>
          <a:xfrm>
            <a:off x="5403600" y="4608000"/>
            <a:ext cx="1755000" cy="34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36000" rIns="18000" bIns="36000" rtlCol="0" anchor="ctr"/>
          <a:lstStyle/>
          <a:p>
            <a:pPr algn="l" latinLnBrk="0"/>
            <a:r>
              <a:rPr lang="en-US" altLang="ko-KR" sz="1200" b="1">
                <a:solidFill>
                  <a:schemeClr val="accent4"/>
                </a:solidFill>
              </a:rPr>
              <a:t>BS / FS Master Data</a:t>
            </a:r>
          </a:p>
        </p:txBody>
      </p:sp>
      <p:cxnSp>
        <p:nvCxnSpPr>
          <p:cNvPr id="33" name="Connector 32"/>
          <p:cNvCxnSpPr/>
          <p:nvPr/>
        </p:nvCxnSpPr>
        <p:spPr>
          <a:xfrm>
            <a:off x="5097600" y="5022000"/>
            <a:ext cx="2025000" cy="0"/>
          </a:xfrm>
          <a:prstGeom prst="line">
            <a:avLst/>
          </a:prstGeom>
          <a:ln w="9525">
            <a:solidFill>
              <a:schemeClr val="accent4"/>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79600" y="5094000"/>
            <a:ext cx="2060999" cy="900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200" b="0"/>
              <a:t>Manage back / front side master data by revision and operation</a:t>
            </a:r>
          </a:p>
        </p:txBody>
      </p:sp>
      <p:sp>
        <p:nvSpPr>
          <p:cNvPr id="35" name="Rectangle 34"/>
          <p:cNvSpPr/>
          <p:nvPr/>
        </p:nvSpPr>
        <p:spPr>
          <a:xfrm>
            <a:off x="7320599" y="4554000"/>
            <a:ext cx="2205000" cy="149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36" name="Oval 35"/>
          <p:cNvSpPr/>
          <p:nvPr/>
        </p:nvSpPr>
        <p:spPr>
          <a:xfrm>
            <a:off x="7410599" y="4644000"/>
            <a:ext cx="270000" cy="27000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0" tIns="36000" rIns="0" bIns="36000" rtlCol="0" anchor="ctr"/>
          <a:lstStyle/>
          <a:p>
            <a:pPr algn="ctr" latinLnBrk="0"/>
            <a:r>
              <a:rPr lang="ko-KR" altLang="en-US" sz="1200" b="1">
                <a:solidFill>
                  <a:schemeClr val="bg1"/>
                </a:solidFill>
              </a:rPr>
              <a:t>4</a:t>
            </a:r>
          </a:p>
        </p:txBody>
      </p:sp>
      <p:sp>
        <p:nvSpPr>
          <p:cNvPr id="37" name="Rectangle 36"/>
          <p:cNvSpPr/>
          <p:nvPr/>
        </p:nvSpPr>
        <p:spPr>
          <a:xfrm>
            <a:off x="7716600" y="4608000"/>
            <a:ext cx="1755000" cy="34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36000" rIns="18000" bIns="36000" rtlCol="0" anchor="ctr"/>
          <a:lstStyle/>
          <a:p>
            <a:pPr algn="l" latinLnBrk="0"/>
            <a:r>
              <a:rPr lang="en-US" altLang="ko-KR" sz="1200" b="1">
                <a:solidFill>
                  <a:schemeClr val="accent4"/>
                </a:solidFill>
              </a:rPr>
              <a:t>New GDS Formats</a:t>
            </a:r>
          </a:p>
        </p:txBody>
      </p:sp>
      <p:cxnSp>
        <p:nvCxnSpPr>
          <p:cNvPr id="38" name="Connector 37"/>
          <p:cNvCxnSpPr/>
          <p:nvPr/>
        </p:nvCxnSpPr>
        <p:spPr>
          <a:xfrm>
            <a:off x="7410599" y="5022000"/>
            <a:ext cx="2025000" cy="0"/>
          </a:xfrm>
          <a:prstGeom prst="line">
            <a:avLst/>
          </a:prstGeom>
          <a:ln w="9525">
            <a:solidFill>
              <a:schemeClr val="accent4"/>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392599" y="5094000"/>
            <a:ext cx="2060999" cy="900000"/>
          </a:xfrm>
          <a:prstGeom prst="rect">
            <a:avLst/>
          </a:prstGeom>
          <a:noFill/>
        </p:spPr>
        <p:txBody>
          <a:bodyPr wrap="square" lIns="0" tIns="46800" rIns="0" bIns="46800" anchor="ctr">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latinLnBrk="0">
              <a:buNone/>
            </a:pPr>
            <a:r>
              <a:rPr lang="en-US" altLang="ko-KR" sz="1200" b="0" dirty="0"/>
              <a:t>Extend auto chain creation rules to new GDS formats (U8, U9 done)</a:t>
            </a:r>
          </a:p>
        </p:txBody>
      </p:sp>
      <p:pic>
        <p:nvPicPr>
          <p:cNvPr id="13" name="그림 12"/>
          <p:cNvPicPr>
            <a:picLocks noChangeAspect="1"/>
          </p:cNvPicPr>
          <p:nvPr/>
        </p:nvPicPr>
        <p:blipFill>
          <a:blip r:embed="rId4"/>
          <a:stretch>
            <a:fillRect/>
          </a:stretch>
        </p:blipFill>
        <p:spPr>
          <a:xfrm>
            <a:off x="7844451" y="1987199"/>
            <a:ext cx="1656038" cy="1986774"/>
          </a:xfrm>
          <a:prstGeom prst="rect">
            <a:avLst/>
          </a:prstGeom>
        </p:spPr>
      </p:pic>
    </p:spTree>
    <p:extLst>
      <p:ext uri="{BB962C8B-B14F-4D97-AF65-F5344CB8AC3E}">
        <p14:creationId xmlns:p14="http://schemas.microsoft.com/office/powerpoint/2010/main" val="6377465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p:txBody>
          <a:bodyPr/>
          <a:lstStyle/>
          <a:p>
            <a:pPr latinLnBrk="0"/>
            <a:r>
              <a:rPr lang="en-US" altLang="ko-KR" dirty="0"/>
              <a:t>Post-POC Operation Plan</a:t>
            </a:r>
          </a:p>
        </p:txBody>
      </p:sp>
      <p:sp>
        <p:nvSpPr>
          <p:cNvPr id="3" name="텍스트 개체 틀 2"/>
          <p:cNvSpPr>
            <a:spLocks noGrp="1"/>
          </p:cNvSpPr>
          <p:nvPr>
            <p:ph type="body" sz="quarter" idx="14"/>
          </p:nvPr>
        </p:nvSpPr>
        <p:spPr>
          <a:xfrm>
            <a:off x="381000" y="899269"/>
            <a:ext cx="9144000" cy="492443"/>
          </a:xfrm>
        </p:spPr>
        <p:txBody>
          <a:bodyPr/>
          <a:lstStyle/>
          <a:p>
            <a:pPr latinLnBrk="0"/>
            <a:r>
              <a:rPr lang="en-US" altLang="ko-KR" dirty="0"/>
              <a:t>After Miracom leaves the site, the R&amp;D Center </a:t>
            </a:r>
            <a:r>
              <a:rPr lang="en-US" altLang="ko-KR" b="1" dirty="0"/>
              <a:t>uses the POC system directly until '27.1.31</a:t>
            </a:r>
          </a:p>
          <a:p>
            <a:pPr latinLnBrk="0"/>
            <a:r>
              <a:rPr lang="en-US" altLang="ko-KR" dirty="0" smtClean="0"/>
              <a:t>View only after '27.1.31</a:t>
            </a:r>
          </a:p>
        </p:txBody>
      </p:sp>
      <p:sp>
        <p:nvSpPr>
          <p:cNvPr id="6" name="텍스트 개체 틀 5"/>
          <p:cNvSpPr>
            <a:spLocks noGrp="1"/>
          </p:cNvSpPr>
          <p:nvPr>
            <p:ph type="body" idx="10"/>
          </p:nvPr>
        </p:nvSpPr>
        <p:spPr/>
        <p:txBody>
          <a:bodyPr/>
          <a:lstStyle/>
          <a:p>
            <a:pPr latinLnBrk="0"/>
            <a:r>
              <a:rPr lang="en-US" altLang="ko-KR"/>
              <a:t>III. Post-POC Operation Plan</a:t>
            </a:r>
          </a:p>
        </p:txBody>
      </p:sp>
      <p:sp>
        <p:nvSpPr>
          <p:cNvPr id="7" name="Rectangle 6"/>
          <p:cNvSpPr/>
          <p:nvPr/>
        </p:nvSpPr>
        <p:spPr>
          <a:xfrm>
            <a:off x="381600" y="1519200"/>
            <a:ext cx="3002400" cy="396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600" b="1">
                <a:solidFill>
                  <a:schemeClr val="bg1"/>
                </a:solidFill>
              </a:rPr>
              <a:t>System Use</a:t>
            </a:r>
          </a:p>
        </p:txBody>
      </p:sp>
      <p:sp>
        <p:nvSpPr>
          <p:cNvPr id="8" name="Rectangle 7"/>
          <p:cNvSpPr/>
          <p:nvPr/>
        </p:nvSpPr>
        <p:spPr>
          <a:xfrm>
            <a:off x="381600" y="1980000"/>
            <a:ext cx="3002400" cy="266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9" name="TextBox 8"/>
          <p:cNvSpPr txBox="1"/>
          <p:nvPr/>
        </p:nvSpPr>
        <p:spPr>
          <a:xfrm>
            <a:off x="489600" y="2070000"/>
            <a:ext cx="2808000" cy="2195089"/>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dirty="0"/>
              <a:t>POC license: data entry and edit until '27.1.31</a:t>
            </a:r>
          </a:p>
          <a:p>
            <a:pPr lvl="1" latinLnBrk="0"/>
            <a:r>
              <a:rPr lang="en-US" altLang="ko-KR" sz="1200" dirty="0"/>
              <a:t>View-only after that (data is kept)</a:t>
            </a:r>
          </a:p>
          <a:p>
            <a:pPr lvl="1" latinLnBrk="0"/>
            <a:r>
              <a:rPr lang="en-US" altLang="ko-KR" sz="1200" dirty="0"/>
              <a:t>Results inform the main project decision (about 3 months, as noted at kickoff)</a:t>
            </a:r>
          </a:p>
          <a:p>
            <a:pPr lvl="1" latinLnBrk="0"/>
            <a:r>
              <a:rPr lang="en-US" altLang="ko-KR" sz="1200" dirty="0" err="1" smtClean="0"/>
              <a:t>No device limit (5 at kickoff, later removed)</a:t>
            </a:r>
            <a:r>
              <a:rPr lang="en-US" altLang="ko-KR" sz="1300" dirty="0"/>
              <a:t/>
            </a:r>
            <a:br>
              <a:rPr lang="en-US" altLang="ko-KR" sz="1300" dirty="0"/>
            </a:br>
            <a:endParaRPr lang="en-US" altLang="ko-KR" sz="1300" dirty="0"/>
          </a:p>
        </p:txBody>
      </p:sp>
      <p:sp>
        <p:nvSpPr>
          <p:cNvPr id="10" name="Rectangle 9"/>
          <p:cNvSpPr/>
          <p:nvPr/>
        </p:nvSpPr>
        <p:spPr>
          <a:xfrm>
            <a:off x="3452400" y="1519200"/>
            <a:ext cx="3002400" cy="396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600" b="1">
                <a:solidFill>
                  <a:schemeClr val="bg1"/>
                </a:solidFill>
              </a:rPr>
              <a:t>Operating Roles</a:t>
            </a:r>
          </a:p>
        </p:txBody>
      </p:sp>
      <p:sp>
        <p:nvSpPr>
          <p:cNvPr id="11" name="Rectangle 10"/>
          <p:cNvSpPr/>
          <p:nvPr/>
        </p:nvSpPr>
        <p:spPr>
          <a:xfrm>
            <a:off x="3452400" y="1980000"/>
            <a:ext cx="3002400" cy="266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2" name="TextBox 11"/>
          <p:cNvSpPr txBox="1"/>
          <p:nvPr/>
        </p:nvSpPr>
        <p:spPr>
          <a:xfrm>
            <a:off x="3560400" y="2070000"/>
            <a:ext cx="2808000" cy="1975029"/>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dirty="0" smtClean="0"/>
              <a:t>R&amp;D Center: upload, setup, analysis (key users)</a:t>
            </a:r>
            <a:endParaRPr lang="ko-KR" altLang="en-US" sz="1300" dirty="0">
              <a:solidFill>
                <a:schemeClr val="accent6"/>
              </a:solidFill>
            </a:endParaRPr>
          </a:p>
          <a:p>
            <a:pPr lvl="1" latinLnBrk="0"/>
            <a:r>
              <a:rPr lang="en-US" altLang="ko-KR" sz="1200" dirty="0" smtClean="0"/>
              <a:t>IT Team: check / restart 3 services (auto-start)</a:t>
            </a:r>
            <a:endParaRPr lang="ko-KR" altLang="en-US" sz="1300" dirty="0">
              <a:solidFill>
                <a:schemeClr val="accent6"/>
              </a:solidFill>
            </a:endParaRPr>
          </a:p>
          <a:p>
            <a:pPr lvl="1" latinLnBrk="0"/>
            <a:r>
              <a:rPr lang="en-US" altLang="ko-KR" sz="1200" dirty="0" smtClean="0"/>
              <a:t>IT Team: deploy new versions (after backup)</a:t>
            </a:r>
            <a:endParaRPr lang="ko-KR" altLang="en-US" sz="1300" dirty="0">
              <a:solidFill>
                <a:schemeClr val="accent6"/>
              </a:solidFill>
            </a:endParaRPr>
          </a:p>
          <a:p>
            <a:pPr lvl="1" latinLnBrk="0"/>
            <a:r>
              <a:rPr lang="en-US" altLang="ko-KR" sz="1200" dirty="0" smtClean="0"/>
              <a:t>Miracom: bug-fix updates, inquiries</a:t>
            </a:r>
            <a:endParaRPr lang="ko-KR" altLang="en-US" sz="1300" dirty="0">
              <a:solidFill>
                <a:schemeClr val="accent6"/>
              </a:solidFill>
            </a:endParaRPr>
          </a:p>
        </p:txBody>
      </p:sp>
      <p:sp>
        <p:nvSpPr>
          <p:cNvPr id="13" name="Rectangle 12"/>
          <p:cNvSpPr/>
          <p:nvPr/>
        </p:nvSpPr>
        <p:spPr>
          <a:xfrm>
            <a:off x="6523199" y="1519200"/>
            <a:ext cx="3002400" cy="396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600" b="1">
                <a:solidFill>
                  <a:schemeClr val="bg1"/>
                </a:solidFill>
              </a:rPr>
              <a:t>Handover Materials</a:t>
            </a:r>
          </a:p>
        </p:txBody>
      </p:sp>
      <p:sp>
        <p:nvSpPr>
          <p:cNvPr id="14" name="Rectangle 13"/>
          <p:cNvSpPr/>
          <p:nvPr/>
        </p:nvSpPr>
        <p:spPr>
          <a:xfrm>
            <a:off x="6523199" y="1980000"/>
            <a:ext cx="3002400" cy="2664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endParaRPr/>
          </a:p>
        </p:txBody>
      </p:sp>
      <p:sp>
        <p:nvSpPr>
          <p:cNvPr id="15" name="TextBox 14"/>
          <p:cNvSpPr txBox="1"/>
          <p:nvPr/>
        </p:nvSpPr>
        <p:spPr>
          <a:xfrm>
            <a:off x="6631199" y="2070000"/>
            <a:ext cx="2808000" cy="794706"/>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dirty="0" smtClean="0"/>
              <a:t>IT Maintenance Guide: servers, services, updates</a:t>
            </a:r>
            <a:endParaRPr lang="ko-KR" altLang="en-US" sz="1300" dirty="0"/>
          </a:p>
          <a:p>
            <a:pPr lvl="1" latinLnBrk="0"/>
            <a:r>
              <a:rPr lang="en-US" altLang="ko-KR" sz="1200" dirty="0" smtClean="0"/>
              <a:t>User Manual v1.0: screens, troubleshooting</a:t>
            </a:r>
            <a:endParaRPr lang="ko-KR" altLang="en-US" sz="1300" dirty="0"/>
          </a:p>
        </p:txBody>
      </p:sp>
      <p:sp>
        <p:nvSpPr>
          <p:cNvPr id="16" name="Rectangle 15"/>
          <p:cNvSpPr/>
          <p:nvPr/>
        </p:nvSpPr>
        <p:spPr>
          <a:xfrm>
            <a:off x="381600" y="4788000"/>
            <a:ext cx="9144000" cy="324000"/>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36000" rIns="144000" bIns="36000" rtlCol="0" anchor="ctr"/>
          <a:lstStyle/>
          <a:p>
            <a:pPr algn="l" latinLnBrk="0"/>
            <a:r>
              <a:rPr lang="en-US" altLang="ko-KR" sz="1400" b="1" dirty="0" smtClean="0">
                <a:solidFill>
                  <a:schemeClr val="accent1"/>
                </a:solidFill>
              </a:rPr>
              <a:t>Next Schedule</a:t>
            </a:r>
            <a:endParaRPr lang="ko-KR" altLang="en-US" sz="1400" b="1" dirty="0">
              <a:solidFill>
                <a:schemeClr val="accent1"/>
              </a:solidFill>
            </a:endParaRPr>
          </a:p>
        </p:txBody>
      </p:sp>
      <p:sp>
        <p:nvSpPr>
          <p:cNvPr id="17" name="Pentagon 16"/>
          <p:cNvSpPr/>
          <p:nvPr/>
        </p:nvSpPr>
        <p:spPr>
          <a:xfrm>
            <a:off x="381600" y="5243293"/>
            <a:ext cx="1908000" cy="792000"/>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16000" tIns="36000" rIns="216000" bIns="36000" rtlCol="0" anchor="ctr"/>
          <a:lstStyle/>
          <a:p>
            <a:pPr algn="ctr" latinLnBrk="0"/>
            <a:r>
              <a:rPr lang="ko-KR" altLang="en-US" sz="1200" b="1">
                <a:solidFill>
                  <a:schemeClr val="bg1"/>
                </a:solidFill>
              </a:rPr>
              <a:t>10.26~10.28</a:t>
            </a:r>
          </a:p>
          <a:p>
            <a:pPr algn="ctr" latinLnBrk="0"/>
            <a:r>
              <a:rPr lang="en-US" altLang="ko-KR" sz="1200" b="0">
                <a:solidFill>
                  <a:schemeClr val="bg1"/>
                </a:solidFill>
              </a:rPr>
              <a:t>Customer Verification</a:t>
            </a:r>
          </a:p>
        </p:txBody>
      </p:sp>
      <p:sp>
        <p:nvSpPr>
          <p:cNvPr id="18" name="Chevron 17"/>
          <p:cNvSpPr/>
          <p:nvPr/>
        </p:nvSpPr>
        <p:spPr>
          <a:xfrm>
            <a:off x="2190600" y="5243293"/>
            <a:ext cx="1908000" cy="79200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16000" tIns="36000" rIns="216000" bIns="36000" rtlCol="0" anchor="ctr"/>
          <a:lstStyle/>
          <a:p>
            <a:pPr algn="ctr" latinLnBrk="0"/>
            <a:r>
              <a:rPr lang="ko-KR" altLang="en-US" sz="1200" b="1">
                <a:solidFill>
                  <a:schemeClr val="bg1"/>
                </a:solidFill>
              </a:rPr>
              <a:t>10.29</a:t>
            </a:r>
          </a:p>
          <a:p>
            <a:pPr algn="ctr" latinLnBrk="0"/>
            <a:r>
              <a:rPr lang="en-US" altLang="ko-KR" sz="1200" b="0">
                <a:solidFill>
                  <a:schemeClr val="bg1"/>
                </a:solidFill>
              </a:rPr>
              <a:t>Final Report</a:t>
            </a:r>
          </a:p>
        </p:txBody>
      </p:sp>
      <p:sp>
        <p:nvSpPr>
          <p:cNvPr id="19" name="Chevron 18"/>
          <p:cNvSpPr/>
          <p:nvPr/>
        </p:nvSpPr>
        <p:spPr>
          <a:xfrm>
            <a:off x="3999600" y="5243293"/>
            <a:ext cx="1908000" cy="79200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216000" tIns="36000" rIns="216000" bIns="36000" rtlCol="0" anchor="ctr"/>
          <a:lstStyle/>
          <a:p>
            <a:pPr algn="ctr" latinLnBrk="0"/>
            <a:r>
              <a:rPr lang="en-US" altLang="ko-KR" sz="1200" b="1">
                <a:solidFill>
                  <a:schemeClr val="bg1"/>
                </a:solidFill>
              </a:rPr>
              <a:t>End of Oct.</a:t>
            </a:r>
          </a:p>
          <a:p>
            <a:pPr algn="ctr" latinLnBrk="0"/>
            <a:r>
              <a:rPr lang="en-US" altLang="ko-KR" sz="1200" b="0">
                <a:solidFill>
                  <a:schemeClr val="bg1"/>
                </a:solidFill>
              </a:rPr>
              <a:t>Site Exit</a:t>
            </a:r>
          </a:p>
        </p:txBody>
      </p:sp>
      <p:sp>
        <p:nvSpPr>
          <p:cNvPr id="20" name="Chevron 19"/>
          <p:cNvSpPr/>
          <p:nvPr/>
        </p:nvSpPr>
        <p:spPr>
          <a:xfrm>
            <a:off x="5808600" y="5243293"/>
            <a:ext cx="1908000" cy="792000"/>
          </a:xfrm>
          <a:prstGeom prst="chevron">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216000" tIns="36000" rIns="216000" bIns="36000" rtlCol="0" anchor="ctr"/>
          <a:lstStyle/>
          <a:p>
            <a:pPr algn="ctr" latinLnBrk="0"/>
            <a:r>
              <a:rPr lang="ko-KR" altLang="en-US" sz="1200" b="1">
                <a:solidFill>
                  <a:schemeClr val="bg1"/>
                </a:solidFill>
              </a:rPr>
              <a:t>~'27.1.31</a:t>
            </a:r>
          </a:p>
          <a:p>
            <a:pPr algn="ctr" latinLnBrk="0"/>
            <a:r>
              <a:rPr lang="en-US" altLang="ko-KR" sz="1200" b="0">
                <a:solidFill>
                  <a:schemeClr val="bg1"/>
                </a:solidFill>
              </a:rPr>
              <a:t>POC Use</a:t>
            </a:r>
          </a:p>
        </p:txBody>
      </p:sp>
      <p:sp>
        <p:nvSpPr>
          <p:cNvPr id="21" name="Chevron 20"/>
          <p:cNvSpPr/>
          <p:nvPr/>
        </p:nvSpPr>
        <p:spPr>
          <a:xfrm>
            <a:off x="7617600" y="5243293"/>
            <a:ext cx="1908000" cy="792000"/>
          </a:xfrm>
          <a:prstGeom prst="chevron">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216000" tIns="36000" rIns="216000" bIns="36000" rtlCol="0" anchor="ctr"/>
          <a:lstStyle/>
          <a:p>
            <a:pPr algn="ctr" latinLnBrk="0"/>
            <a:r>
              <a:rPr lang="ko-KR" altLang="en-US" sz="1200" b="1" dirty="0" smtClean="0">
                <a:solidFill>
                  <a:schemeClr val="bg1"/>
                </a:solidFill>
              </a:rPr>
              <a:t>'27.</a:t>
            </a:r>
            <a:r>
              <a:rPr lang="en-US" altLang="ko-KR" sz="1200" b="1" dirty="0" smtClean="0">
                <a:solidFill>
                  <a:schemeClr val="bg1"/>
                </a:solidFill>
              </a:rPr>
              <a:t>2</a:t>
            </a:r>
            <a:r>
              <a:rPr lang="ko-KR" altLang="en-US" sz="1200" b="1" dirty="0" smtClean="0">
                <a:solidFill>
                  <a:schemeClr val="bg1"/>
                </a:solidFill>
              </a:rPr>
              <a:t>~</a:t>
            </a:r>
            <a:endParaRPr lang="ko-KR" altLang="en-US" sz="1200" b="1" dirty="0">
              <a:solidFill>
                <a:schemeClr val="bg1"/>
              </a:solidFill>
            </a:endParaRPr>
          </a:p>
          <a:p>
            <a:pPr algn="ctr" latinLnBrk="0"/>
            <a:r>
              <a:rPr lang="en-US" altLang="ko-KR" sz="1200" b="0" dirty="0" err="1">
                <a:solidFill>
                  <a:schemeClr val="bg1"/>
                </a:solidFill>
              </a:rPr>
              <a:t>Main Project Decision</a:t>
            </a:r>
          </a:p>
        </p:txBody>
      </p:sp>
      <p:pic>
        <p:nvPicPr>
          <p:cNvPr id="23" name="고객사 CI" descr="sck_ci.png"/>
          <p:cNvPicPr>
            <a:picLocks noChangeAspect="1"/>
          </p:cNvPicPr>
          <p:nvPr/>
        </p:nvPicPr>
        <p:blipFill>
          <a:blip r:embed="rId3"/>
          <a:stretch>
            <a:fillRect/>
          </a:stretch>
        </p:blipFill>
        <p:spPr>
          <a:xfrm>
            <a:off x="381600" y="6554862"/>
            <a:ext cx="684000" cy="144737"/>
          </a:xfrm>
          <a:prstGeom prst="rect">
            <a:avLst/>
          </a:prstGeom>
        </p:spPr>
      </p:pic>
      <p:sp>
        <p:nvSpPr>
          <p:cNvPr id="24" name="Rectangle 23"/>
          <p:cNvSpPr/>
          <p:nvPr/>
        </p:nvSpPr>
        <p:spPr>
          <a:xfrm>
            <a:off x="6631200" y="3091659"/>
            <a:ext cx="2786400" cy="270000"/>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latinLnBrk="0"/>
            <a:r>
              <a:rPr lang="en-US" altLang="ko-KR" sz="1300" b="1" dirty="0">
                <a:solidFill>
                  <a:schemeClr val="accent1"/>
                </a:solidFill>
              </a:rPr>
              <a:t>Notes on Use</a:t>
            </a:r>
          </a:p>
        </p:txBody>
      </p:sp>
      <p:sp>
        <p:nvSpPr>
          <p:cNvPr id="25" name="TextBox 유의"/>
          <p:cNvSpPr txBox="1"/>
          <p:nvPr/>
        </p:nvSpPr>
        <p:spPr>
          <a:xfrm>
            <a:off x="6631199" y="3415659"/>
            <a:ext cx="2808000" cy="1274837"/>
          </a:xfrm>
          <a:prstGeom prst="rect">
            <a:avLst/>
          </a:prstGeom>
          <a:noFill/>
        </p:spPr>
        <p:txBody>
          <a:bodyPr wrap="square" lIns="0" tIns="46800" rIns="0" bIns="46800" anchor="t">
            <a:spAutoFit/>
          </a:bodyPr>
          <a:lstStyle>
            <a:lvl1pPr marL="177800" indent="-177800" algn="l" defTabSz="914400" rtl="0" eaLnBrk="1" latinLnBrk="0" hangingPunct="1">
              <a:lnSpc>
                <a:spcPct val="110000"/>
              </a:lnSpc>
              <a:spcBef>
                <a:spcPct val="20000"/>
              </a:spcBef>
              <a:buSzPct val="130000"/>
              <a:buFont typeface="Wingdings" pitchFamily="2" charset="2"/>
              <a:buChar char="§"/>
              <a:defRPr sz="1600" b="1" kern="1200">
                <a:solidFill>
                  <a:schemeClr val="tx1"/>
                </a:solidFill>
                <a:latin typeface="+mn-lt"/>
                <a:ea typeface="+mn-ea"/>
                <a:cs typeface="+mn-cs"/>
              </a:defRPr>
            </a:lvl1pPr>
            <a:lvl2pPr marL="444500" indent="-177800" algn="l" defTabSz="914400" rtl="0" eaLnBrk="1" latinLnBrk="0" hangingPunct="1">
              <a:lnSpc>
                <a:spcPct val="110000"/>
              </a:lnSpc>
              <a:spcBef>
                <a:spcPct val="20000"/>
              </a:spcBef>
              <a:buFont typeface="Arial" pitchFamily="34" charset="0"/>
              <a:buChar char="•"/>
              <a:defRPr sz="1400" kern="1200">
                <a:solidFill>
                  <a:schemeClr val="tx1"/>
                </a:solidFill>
                <a:latin typeface="+mn-lt"/>
                <a:ea typeface="+mn-ea"/>
                <a:cs typeface="+mn-cs"/>
              </a:defRPr>
            </a:lvl2pPr>
            <a:lvl3pPr marL="812800" indent="-190500" algn="l" defTabSz="914400" rtl="0" eaLnBrk="1" latinLnBrk="0" hangingPunct="1">
              <a:lnSpc>
                <a:spcPct val="110000"/>
              </a:lnSpc>
              <a:spcBef>
                <a:spcPct val="20000"/>
              </a:spcBef>
              <a:buFont typeface="맑은 고딕" pitchFamily="50" charset="-127"/>
              <a:buChar char="-"/>
              <a:defRPr sz="1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lvl="1" latinLnBrk="0"/>
            <a:r>
              <a:rPr lang="en-US" altLang="ko-KR" sz="1200" dirty="0" smtClean="0"/>
              <a:t>New device: set GDS / wafer map before upload</a:t>
            </a:r>
            <a:endParaRPr lang="ko-KR" altLang="en-US" sz="1300" dirty="0"/>
          </a:p>
          <a:p>
            <a:pPr lvl="1" latinLnBrk="0"/>
            <a:r>
              <a:rPr lang="en-US" altLang="ko-KR" sz="1200" dirty="0" smtClean="0"/>
              <a:t>U8 and U9 origins differ; check per product</a:t>
            </a:r>
            <a:endParaRPr lang="en-US" altLang="ko-KR" sz="1300" dirty="0" smtClean="0"/>
          </a:p>
          <a:p>
            <a:pPr lvl="1" latinLnBrk="0"/>
            <a:r>
              <a:rPr lang="en-US" altLang="ko-KR" sz="1200" dirty="0" smtClean="0"/>
              <a:t>Oracle timeout error</a:t>
            </a:r>
            <a:endParaRPr lang="ko-KR" altLang="en-US" sz="1300" dirty="0"/>
          </a:p>
        </p:txBody>
      </p:sp>
    </p:spTree>
    <p:extLst>
      <p:ext uri="{BB962C8B-B14F-4D97-AF65-F5344CB8AC3E}">
        <p14:creationId xmlns:p14="http://schemas.microsoft.com/office/powerpoint/2010/main" val="6377465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6617474"/>
      </p:ext>
    </p:extLst>
  </p:cSld>
  <p:clrMapOvr>
    <a:masterClrMapping/>
  </p:clrMapOvr>
  <p:timing>
    <p:tnLst>
      <p:par>
        <p:cTn id="1" dur="indefinite" restart="never" nodeType="tmRoot"/>
      </p:par>
    </p:tnLst>
  </p:timing>
</p:sld>
</file>

<file path=ppt/theme/theme1.xml><?xml version="1.0" encoding="utf-8"?>
<a:theme xmlns:a="http://schemas.openxmlformats.org/drawingml/2006/main" name="문서템플릿">
  <a:themeElements>
    <a:clrScheme name="표준템플릿">
      <a:dk1>
        <a:sysClr val="windowText" lastClr="000000"/>
      </a:dk1>
      <a:lt1>
        <a:sysClr val="window" lastClr="FFFFFF"/>
      </a:lt1>
      <a:dk2>
        <a:srgbClr val="44546A"/>
      </a:dk2>
      <a:lt2>
        <a:srgbClr val="E7E6E6"/>
      </a:lt2>
      <a:accent1>
        <a:srgbClr val="005AB4"/>
      </a:accent1>
      <a:accent2>
        <a:srgbClr val="00A7ED"/>
      </a:accent2>
      <a:accent3>
        <a:srgbClr val="0071BB"/>
      </a:accent3>
      <a:accent4>
        <a:srgbClr val="222D5B"/>
      </a:accent4>
      <a:accent5>
        <a:srgbClr val="33CCCC"/>
      </a:accent5>
      <a:accent6>
        <a:srgbClr val="FF0066"/>
      </a:accent6>
      <a:hlink>
        <a:srgbClr val="954F72"/>
      </a:hlink>
      <a:folHlink>
        <a:srgbClr val="954F72"/>
      </a:folHlink>
    </a:clrScheme>
    <a:fontScheme name="사용자 지정 4">
      <a:majorFont>
        <a:latin typeface="맑은 고딕"/>
        <a:ea typeface="맑은 고딕"/>
        <a:cs typeface=""/>
      </a:majorFont>
      <a:minorFont>
        <a:latin typeface="맑은 고딕"/>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3F0D996D5B674C4386830A6AB0E50984" ma:contentTypeVersion="0" ma:contentTypeDescription="새 문서를 만듭니다." ma:contentTypeScope="" ma:versionID="a166825e3373d96581aa46038a4cd794">
  <xsd:schema xmlns:xsd="http://www.w3.org/2001/XMLSchema" xmlns:xs="http://www.w3.org/2001/XMLSchema" xmlns:p="http://schemas.microsoft.com/office/2006/metadata/properties" targetNamespace="http://schemas.microsoft.com/office/2006/metadata/properties" ma:root="true" ma:fieldsID="dd8f6c9257034a6ffde9c3b3e5e5b89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E156550-B094-4ABA-846C-47B3875BCFB4}">
  <ds:schemaRefs>
    <ds:schemaRef ds:uri="http://schemas.microsoft.com/sharepoint/v3/contenttype/forms"/>
  </ds:schemaRefs>
</ds:datastoreItem>
</file>

<file path=customXml/itemProps2.xml><?xml version="1.0" encoding="utf-8"?>
<ds:datastoreItem xmlns:ds="http://schemas.openxmlformats.org/officeDocument/2006/customXml" ds:itemID="{96225471-7C69-49CC-95EB-8C94F25B43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C92C52DB-E9E3-46CD-811C-803D077AD9CA}">
  <ds:schemaRefs>
    <ds:schemaRef ds:uri="http://schemas.microsoft.com/office/2006/documentManagement/types"/>
    <ds:schemaRef ds:uri="http://purl.org/dc/dcmitype/"/>
    <ds:schemaRef ds:uri="http://schemas.microsoft.com/office/2006/metadata/properties"/>
    <ds:schemaRef ds:uri="http://purl.org/dc/terms/"/>
    <ds:schemaRef ds:uri="http://schemas.openxmlformats.org/package/2006/metadata/core-properties"/>
    <ds:schemaRef ds:uri="http://purl.org/dc/elements/1.1/"/>
    <ds:schemaRef ds:uri="http://www.w3.org/XML/1998/namespac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blank</Template>
  <TotalTime>28964</TotalTime>
  <Words>2326</Words>
  <Application>Microsoft Office PowerPoint</Application>
  <PresentationFormat>A4 용지(210x297mm)</PresentationFormat>
  <Paragraphs>264</Paragraphs>
  <Slides>11</Slides>
  <Notes>11</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11</vt:i4>
      </vt:variant>
    </vt:vector>
  </HeadingPairs>
  <TitlesOfParts>
    <vt:vector size="16" baseType="lpstr">
      <vt:lpstr>맑은 고딕</vt:lpstr>
      <vt:lpstr>Arial</vt:lpstr>
      <vt:lpstr>Segoe UI</vt:lpstr>
      <vt:lpstr>Wingdings</vt:lpstr>
      <vt:lpstr>문서템플릿</vt:lpstr>
      <vt:lpstr>PowerPoint 프레젠테이션</vt:lpstr>
      <vt:lpstr>PowerPoint 프레젠테이션</vt:lpstr>
      <vt:lpstr>POC Background and Objectives</vt:lpstr>
      <vt:lpstr>System Configuration and Scope of Work</vt:lpstr>
      <vt:lpstr>Key Functions - Miracom Solution + New Development</vt:lpstr>
      <vt:lpstr>Key Functions - Auto Chain and File-based Setup</vt:lpstr>
      <vt:lpstr>Key Functions - File-based Manual Upload</vt:lpstr>
      <vt:lpstr>Key Functions - Die Detail Correlation Analysis</vt:lpstr>
      <vt:lpstr>POC Results and Implications</vt:lpstr>
      <vt:lpstr>Post-POC Operation Plan</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Defect / E-Test 자동 분석 시스템 구축 POC 완료보고</dc:title>
  <dc:creator>정병주</dc:creator>
  <cp:lastModifiedBy>BJ</cp:lastModifiedBy>
  <cp:revision>145</cp:revision>
  <cp:lastPrinted>2026-10-28T23:37:46Z</cp:lastPrinted>
  <dcterms:created xsi:type="dcterms:W3CDTF">2013-11-13T01:08:07Z</dcterms:created>
  <dcterms:modified xsi:type="dcterms:W3CDTF">2026-10-29T05:58:33Z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0x0101003F0D996D5B674C4386830A6AB0E50984</vt:lpwstr>
  </property>
  <property fmtid="{5C58129F-E5B8-477A-9B38-B3E54BFA04C8}" pid="2">
    <vt:lpwstr>A2265D46B23E86417CDAB57A7F05BAAEADCBBC752B73D54DA3E9536622969EE5</vt:lpwstr>
  </property>
</Properties>
</file>