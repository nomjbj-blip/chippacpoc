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9"/>
  </p:notesMasterIdLst>
  <p:sldIdLst>
    <p:sldId id="257" r:id="rId2"/>
    <p:sldId id="291" r:id="rId3"/>
    <p:sldId id="292" r:id="rId4"/>
    <p:sldId id="294" r:id="rId5"/>
    <p:sldId id="295" r:id="rId6"/>
    <p:sldId id="296" r:id="rId7"/>
    <p:sldId id="287" r:id="rId8"/>
  </p:sldIdLst>
  <p:sldSz cx="9906000" cy="6858000" type="A4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DEA"/>
    <a:srgbClr val="F74E19"/>
    <a:srgbClr val="3A98E6"/>
    <a:srgbClr val="009CE1"/>
    <a:srgbClr val="F2F2F2"/>
    <a:srgbClr val="1283B6"/>
    <a:srgbClr val="4AABC6"/>
    <a:srgbClr val="4BDAE1"/>
    <a:srgbClr val="376889"/>
    <a:srgbClr val="0D9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3" autoAdjust="0"/>
    <p:restoredTop sz="91841" autoAdjust="0"/>
  </p:normalViewPr>
  <p:slideViewPr>
    <p:cSldViewPr snapToGrid="0">
      <p:cViewPr varScale="1">
        <p:scale>
          <a:sx n="84" d="100"/>
          <a:sy n="84" d="100"/>
        </p:scale>
        <p:origin x="1464" y="76"/>
      </p:cViewPr>
      <p:guideLst/>
    </p:cSldViewPr>
  </p:slideViewPr>
  <p:outlineViewPr>
    <p:cViewPr>
      <p:scale>
        <a:sx n="33" d="100"/>
        <a:sy n="33" d="100"/>
      </p:scale>
      <p:origin x="0" y="-20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0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E5B6F-C10B-4B3A-83EF-10CE51EA9189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34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1613-9850-4640-BEA1-E291504B1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02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10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5" name="모서리가 둥근 직사각형 14"/>
          <p:cNvSpPr/>
          <p:nvPr userDrawn="1"/>
        </p:nvSpPr>
        <p:spPr>
          <a:xfrm flipH="1">
            <a:off x="1044250" y="951722"/>
            <a:ext cx="6428792" cy="4712335"/>
          </a:xfrm>
          <a:prstGeom prst="roundRect">
            <a:avLst>
              <a:gd name="adj" fmla="val 3485"/>
            </a:avLst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 userDrawn="1"/>
        </p:nvSpPr>
        <p:spPr>
          <a:xfrm>
            <a:off x="4617875" y="951722"/>
            <a:ext cx="2855167" cy="1951214"/>
          </a:xfrm>
          <a:prstGeom prst="roundRect">
            <a:avLst>
              <a:gd name="adj" fmla="val 0"/>
            </a:avLst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이등변 삼각형 4"/>
          <p:cNvSpPr/>
          <p:nvPr userDrawn="1"/>
        </p:nvSpPr>
        <p:spPr>
          <a:xfrm flipH="1">
            <a:off x="4798025" y="2024331"/>
            <a:ext cx="4982547" cy="3905832"/>
          </a:xfrm>
          <a:custGeom>
            <a:avLst/>
            <a:gdLst>
              <a:gd name="connsiteX0" fmla="*/ 0 w 4982547"/>
              <a:gd name="connsiteY0" fmla="*/ 4086807 h 4086807"/>
              <a:gd name="connsiteX1" fmla="*/ 1721271 w 4982547"/>
              <a:gd name="connsiteY1" fmla="*/ 0 h 4086807"/>
              <a:gd name="connsiteX2" fmla="*/ 4982547 w 4982547"/>
              <a:gd name="connsiteY2" fmla="*/ 4086807 h 4086807"/>
              <a:gd name="connsiteX3" fmla="*/ 0 w 4982547"/>
              <a:gd name="connsiteY3" fmla="*/ 4086807 h 4086807"/>
              <a:gd name="connsiteX0" fmla="*/ 0 w 4982547"/>
              <a:gd name="connsiteY0" fmla="*/ 3905832 h 3905832"/>
              <a:gd name="connsiteX1" fmla="*/ 1616496 w 4982547"/>
              <a:gd name="connsiteY1" fmla="*/ 0 h 3905832"/>
              <a:gd name="connsiteX2" fmla="*/ 4982547 w 4982547"/>
              <a:gd name="connsiteY2" fmla="*/ 3905832 h 3905832"/>
              <a:gd name="connsiteX3" fmla="*/ 0 w 4982547"/>
              <a:gd name="connsiteY3" fmla="*/ 3905832 h 390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82547" h="3905832">
                <a:moveTo>
                  <a:pt x="0" y="3905832"/>
                </a:moveTo>
                <a:lnTo>
                  <a:pt x="1616496" y="0"/>
                </a:lnTo>
                <a:lnTo>
                  <a:pt x="4982547" y="3905832"/>
                </a:lnTo>
                <a:lnTo>
                  <a:pt x="0" y="39058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1311569" y="2830036"/>
            <a:ext cx="5826349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975437" y="5951663"/>
            <a:ext cx="1398939" cy="50409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45033" y="3843453"/>
            <a:ext cx="1980000" cy="1631250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2374376" y="6188025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28821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877078" y="984160"/>
            <a:ext cx="4683967" cy="106729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 userDrawn="1"/>
        </p:nvSpPr>
        <p:spPr>
          <a:xfrm>
            <a:off x="877078" y="4333850"/>
            <a:ext cx="4683967" cy="106729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0" y="6064898"/>
            <a:ext cx="9906000" cy="7931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8508768" y="6206474"/>
            <a:ext cx="1268152" cy="456962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737119" y="6353727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98495" y="1946644"/>
            <a:ext cx="1980000" cy="1631250"/>
          </a:xfrm>
          <a:prstGeom prst="rect">
            <a:avLst/>
          </a:prstGeom>
        </p:spPr>
      </p:pic>
      <p:sp>
        <p:nvSpPr>
          <p:cNvPr id="25" name="Title 1"/>
          <p:cNvSpPr>
            <a:spLocks noGrp="1"/>
          </p:cNvSpPr>
          <p:nvPr>
            <p:ph type="ctrTitle"/>
          </p:nvPr>
        </p:nvSpPr>
        <p:spPr>
          <a:xfrm>
            <a:off x="877079" y="1366962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>
          <a:xfrm>
            <a:off x="877078" y="2727427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451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/>
          <p:cNvSpPr txBox="1">
            <a:spLocks noChangeArrowheads="1"/>
          </p:cNvSpPr>
          <p:nvPr userDrawn="1"/>
        </p:nvSpPr>
        <p:spPr bwMode="auto">
          <a:xfrm>
            <a:off x="452500" y="6424420"/>
            <a:ext cx="370198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marL="0" marR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8240824" y="6141523"/>
            <a:ext cx="1425691" cy="51372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758458" y="2594219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6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pic>
        <p:nvPicPr>
          <p:cNvPr id="7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76851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75" y="1380566"/>
            <a:ext cx="8693649" cy="40968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9087" y="2128657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9086" y="3489122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240028" y="6068987"/>
            <a:ext cx="1145555" cy="458923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4977596" y="624834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8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11394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6541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57363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7715" y="1355782"/>
            <a:ext cx="4998285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0870" y="3796092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714068" y="6069419"/>
            <a:ext cx="992149" cy="397467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31931" y="6236054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9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877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557388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87898" y="6207359"/>
            <a:ext cx="1028748" cy="412129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405596" y="6328657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609892" y="712109"/>
            <a:ext cx="4599992" cy="5271796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575" y="1358676"/>
            <a:ext cx="4998285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575" y="3348007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483929" y="583121"/>
            <a:ext cx="4851919" cy="5529773"/>
          </a:xfrm>
          <a:prstGeom prst="rect">
            <a:avLst/>
          </a:prstGeom>
          <a:noFill/>
          <a:ln>
            <a:solidFill>
              <a:srgbClr val="028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69017" y="5212996"/>
            <a:ext cx="4290803" cy="250830"/>
          </a:xfrm>
          <a:prstGeom prst="rect">
            <a:avLst/>
          </a:prstGeom>
        </p:spPr>
      </p:pic>
      <p:pic>
        <p:nvPicPr>
          <p:cNvPr id="11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0" y="-17909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3331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6184232"/>
            <a:ext cx="9906000" cy="689548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73352" y="6330111"/>
            <a:ext cx="992149" cy="397467"/>
          </a:xfrm>
          <a:prstGeom prst="rect">
            <a:avLst/>
          </a:prstGeom>
        </p:spPr>
      </p:pic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4124330" y="1397711"/>
            <a:ext cx="4868156" cy="2551112"/>
          </a:xfrm>
        </p:spPr>
        <p:txBody>
          <a:bodyPr>
            <a:normAutofit/>
          </a:bodyPr>
          <a:lstStyle>
            <a:lvl1pPr marL="361950" indent="-361950">
              <a:buFont typeface="+mj-lt"/>
              <a:buAutoNum type="romanUcPeriod"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1001676" y="1394537"/>
            <a:ext cx="1908212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l" defTabSz="914400" rtl="0" eaLnBrk="1" latinLnBrk="1" hangingPunct="1"/>
            <a:r>
              <a:rPr lang="en-US" altLang="ko-KR" sz="4000" b="1" kern="1200" dirty="0" smtClean="0">
                <a:solidFill>
                  <a:srgbClr val="028D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Agenda</a:t>
            </a:r>
            <a:endParaRPr lang="ko-KR" altLang="en-US" sz="4000" b="1" kern="1200" dirty="0" err="1" smtClean="0">
              <a:solidFill>
                <a:srgbClr val="028D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0766" y="641342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89557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013791"/>
            <a:ext cx="5933661" cy="696806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 userDrawn="1"/>
        </p:nvSpPr>
        <p:spPr>
          <a:xfrm>
            <a:off x="1302026" y="875383"/>
            <a:ext cx="7729329" cy="2680869"/>
          </a:xfrm>
          <a:custGeom>
            <a:avLst/>
            <a:gdLst>
              <a:gd name="connsiteX0" fmla="*/ 2768600 w 5723467"/>
              <a:gd name="connsiteY0" fmla="*/ 25400 h 4114800"/>
              <a:gd name="connsiteX1" fmla="*/ 0 w 5723467"/>
              <a:gd name="connsiteY1" fmla="*/ 4106333 h 4114800"/>
              <a:gd name="connsiteX2" fmla="*/ 5715000 w 5723467"/>
              <a:gd name="connsiteY2" fmla="*/ 4114800 h 4114800"/>
              <a:gd name="connsiteX3" fmla="*/ 5723467 w 5723467"/>
              <a:gd name="connsiteY3" fmla="*/ 0 h 4114800"/>
              <a:gd name="connsiteX4" fmla="*/ 2768600 w 5723467"/>
              <a:gd name="connsiteY4" fmla="*/ 25400 h 4114800"/>
              <a:gd name="connsiteX0" fmla="*/ 1074882 w 5723467"/>
              <a:gd name="connsiteY0" fmla="*/ 77354 h 4114800"/>
              <a:gd name="connsiteX1" fmla="*/ 0 w 5723467"/>
              <a:gd name="connsiteY1" fmla="*/ 4106333 h 4114800"/>
              <a:gd name="connsiteX2" fmla="*/ 5715000 w 5723467"/>
              <a:gd name="connsiteY2" fmla="*/ 4114800 h 4114800"/>
              <a:gd name="connsiteX3" fmla="*/ 5723467 w 5723467"/>
              <a:gd name="connsiteY3" fmla="*/ 0 h 4114800"/>
              <a:gd name="connsiteX4" fmla="*/ 1074882 w 5723467"/>
              <a:gd name="connsiteY4" fmla="*/ 77354 h 4114800"/>
              <a:gd name="connsiteX0" fmla="*/ 2010064 w 6658649"/>
              <a:gd name="connsiteY0" fmla="*/ 77354 h 4116724"/>
              <a:gd name="connsiteX1" fmla="*/ 0 w 6658649"/>
              <a:gd name="connsiteY1" fmla="*/ 4116724 h 4116724"/>
              <a:gd name="connsiteX2" fmla="*/ 6650182 w 6658649"/>
              <a:gd name="connsiteY2" fmla="*/ 4114800 h 4116724"/>
              <a:gd name="connsiteX3" fmla="*/ 6658649 w 6658649"/>
              <a:gd name="connsiteY3" fmla="*/ 0 h 4116724"/>
              <a:gd name="connsiteX4" fmla="*/ 2010064 w 6658649"/>
              <a:gd name="connsiteY4" fmla="*/ 77354 h 4116724"/>
              <a:gd name="connsiteX0" fmla="*/ 2010064 w 6658649"/>
              <a:gd name="connsiteY0" fmla="*/ 28118 h 4116724"/>
              <a:gd name="connsiteX1" fmla="*/ 0 w 6658649"/>
              <a:gd name="connsiteY1" fmla="*/ 4116724 h 4116724"/>
              <a:gd name="connsiteX2" fmla="*/ 6650182 w 6658649"/>
              <a:gd name="connsiteY2" fmla="*/ 4114800 h 4116724"/>
              <a:gd name="connsiteX3" fmla="*/ 6658649 w 6658649"/>
              <a:gd name="connsiteY3" fmla="*/ 0 h 4116724"/>
              <a:gd name="connsiteX4" fmla="*/ 2010064 w 6658649"/>
              <a:gd name="connsiteY4" fmla="*/ 28118 h 4116724"/>
              <a:gd name="connsiteX0" fmla="*/ 2010064 w 6658649"/>
              <a:gd name="connsiteY0" fmla="*/ 0 h 4088606"/>
              <a:gd name="connsiteX1" fmla="*/ 0 w 6658649"/>
              <a:gd name="connsiteY1" fmla="*/ 4088606 h 4088606"/>
              <a:gd name="connsiteX2" fmla="*/ 6650182 w 6658649"/>
              <a:gd name="connsiteY2" fmla="*/ 4086682 h 4088606"/>
              <a:gd name="connsiteX3" fmla="*/ 6658649 w 6658649"/>
              <a:gd name="connsiteY3" fmla="*/ 77390 h 4088606"/>
              <a:gd name="connsiteX4" fmla="*/ 2010064 w 6658649"/>
              <a:gd name="connsiteY4" fmla="*/ 0 h 4088606"/>
              <a:gd name="connsiteX0" fmla="*/ 2010064 w 6650479"/>
              <a:gd name="connsiteY0" fmla="*/ 7016 h 4095622"/>
              <a:gd name="connsiteX1" fmla="*/ 0 w 6650479"/>
              <a:gd name="connsiteY1" fmla="*/ 4095622 h 4095622"/>
              <a:gd name="connsiteX2" fmla="*/ 6650182 w 6650479"/>
              <a:gd name="connsiteY2" fmla="*/ 4093698 h 4095622"/>
              <a:gd name="connsiteX3" fmla="*/ 6637548 w 6650479"/>
              <a:gd name="connsiteY3" fmla="*/ 0 h 4095622"/>
              <a:gd name="connsiteX4" fmla="*/ 2010064 w 6650479"/>
              <a:gd name="connsiteY4" fmla="*/ 7016 h 4095622"/>
              <a:gd name="connsiteX0" fmla="*/ 2010064 w 6650640"/>
              <a:gd name="connsiteY0" fmla="*/ 7016 h 4095622"/>
              <a:gd name="connsiteX1" fmla="*/ 0 w 6650640"/>
              <a:gd name="connsiteY1" fmla="*/ 4095622 h 4095622"/>
              <a:gd name="connsiteX2" fmla="*/ 6650182 w 6650640"/>
              <a:gd name="connsiteY2" fmla="*/ 4093698 h 4095622"/>
              <a:gd name="connsiteX3" fmla="*/ 6644581 w 6650640"/>
              <a:gd name="connsiteY3" fmla="*/ 0 h 4095622"/>
              <a:gd name="connsiteX4" fmla="*/ 2010064 w 6650640"/>
              <a:gd name="connsiteY4" fmla="*/ 7016 h 4095622"/>
              <a:gd name="connsiteX0" fmla="*/ 2018531 w 6650640"/>
              <a:gd name="connsiteY0" fmla="*/ 0 h 4101306"/>
              <a:gd name="connsiteX1" fmla="*/ 0 w 6650640"/>
              <a:gd name="connsiteY1" fmla="*/ 4101306 h 4101306"/>
              <a:gd name="connsiteX2" fmla="*/ 6650182 w 6650640"/>
              <a:gd name="connsiteY2" fmla="*/ 4099382 h 4101306"/>
              <a:gd name="connsiteX3" fmla="*/ 6644581 w 6650640"/>
              <a:gd name="connsiteY3" fmla="*/ 5684 h 4101306"/>
              <a:gd name="connsiteX4" fmla="*/ 2018531 w 6650640"/>
              <a:gd name="connsiteY4" fmla="*/ 0 h 4101306"/>
              <a:gd name="connsiteX0" fmla="*/ 2018531 w 6650527"/>
              <a:gd name="connsiteY0" fmla="*/ 2782 h 4104088"/>
              <a:gd name="connsiteX1" fmla="*/ 0 w 6650527"/>
              <a:gd name="connsiteY1" fmla="*/ 4104088 h 4104088"/>
              <a:gd name="connsiteX2" fmla="*/ 6650182 w 6650527"/>
              <a:gd name="connsiteY2" fmla="*/ 4102164 h 4104088"/>
              <a:gd name="connsiteX3" fmla="*/ 6640348 w 6650527"/>
              <a:gd name="connsiteY3" fmla="*/ 0 h 4104088"/>
              <a:gd name="connsiteX4" fmla="*/ 2018531 w 6650527"/>
              <a:gd name="connsiteY4" fmla="*/ 2782 h 4104088"/>
              <a:gd name="connsiteX0" fmla="*/ 2018531 w 6650865"/>
              <a:gd name="connsiteY0" fmla="*/ 2782 h 4104088"/>
              <a:gd name="connsiteX1" fmla="*/ 0 w 6650865"/>
              <a:gd name="connsiteY1" fmla="*/ 4104088 h 4104088"/>
              <a:gd name="connsiteX2" fmla="*/ 6650182 w 6650865"/>
              <a:gd name="connsiteY2" fmla="*/ 4102164 h 4104088"/>
              <a:gd name="connsiteX3" fmla="*/ 6648815 w 6650865"/>
              <a:gd name="connsiteY3" fmla="*/ 0 h 4104088"/>
              <a:gd name="connsiteX4" fmla="*/ 2018531 w 6650865"/>
              <a:gd name="connsiteY4" fmla="*/ 2782 h 4104088"/>
              <a:gd name="connsiteX0" fmla="*/ 2018531 w 6650865"/>
              <a:gd name="connsiteY0" fmla="*/ 2782 h 4106397"/>
              <a:gd name="connsiteX1" fmla="*/ 0 w 6650865"/>
              <a:gd name="connsiteY1" fmla="*/ 4104088 h 4106397"/>
              <a:gd name="connsiteX2" fmla="*/ 6650182 w 6650865"/>
              <a:gd name="connsiteY2" fmla="*/ 4106397 h 4106397"/>
              <a:gd name="connsiteX3" fmla="*/ 6648815 w 6650865"/>
              <a:gd name="connsiteY3" fmla="*/ 0 h 4106397"/>
              <a:gd name="connsiteX4" fmla="*/ 2018531 w 6650865"/>
              <a:gd name="connsiteY4" fmla="*/ 2782 h 4106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0865" h="4106397">
                <a:moveTo>
                  <a:pt x="2018531" y="2782"/>
                </a:moveTo>
                <a:lnTo>
                  <a:pt x="0" y="4104088"/>
                </a:lnTo>
                <a:lnTo>
                  <a:pt x="6650182" y="4106397"/>
                </a:lnTo>
                <a:cubicBezTo>
                  <a:pt x="6653004" y="2734797"/>
                  <a:pt x="6645993" y="1371600"/>
                  <a:pt x="6648815" y="0"/>
                </a:cubicBezTo>
                <a:lnTo>
                  <a:pt x="2018531" y="27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73352" y="6330111"/>
            <a:ext cx="992149" cy="397467"/>
          </a:xfrm>
          <a:prstGeom prst="rect">
            <a:avLst/>
          </a:prstGeom>
        </p:spPr>
      </p:pic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3267601" y="2007160"/>
            <a:ext cx="5246462" cy="2934407"/>
          </a:xfrm>
        </p:spPr>
        <p:txBody>
          <a:bodyPr>
            <a:normAutofit/>
          </a:bodyPr>
          <a:lstStyle>
            <a:lvl1pPr marL="361950" indent="-361950">
              <a:buFont typeface="+mj-lt"/>
              <a:buAutoNum type="romanUcPeriod"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794652" y="1183007"/>
            <a:ext cx="2056502" cy="3186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l" defTabSz="914400" rtl="0" eaLnBrk="1" latinLnBrk="1" hangingPunct="1"/>
            <a:r>
              <a:rPr lang="en-US" altLang="ko-KR" sz="3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Agenda</a:t>
            </a:r>
            <a:endParaRPr lang="ko-KR" altLang="en-US" sz="3200" b="1" kern="1200" dirty="0" err="1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0766" y="641342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33380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326571"/>
            <a:ext cx="9906000" cy="776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974" y="443062"/>
            <a:ext cx="9241467" cy="597399"/>
          </a:xfrm>
        </p:spPr>
        <p:txBody>
          <a:bodyPr>
            <a:normAutofit/>
          </a:bodyPr>
          <a:lstStyle>
            <a:lvl1pPr>
              <a:defRPr sz="2000" b="1">
                <a:solidFill>
                  <a:srgbClr val="028DEA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" y="1237492"/>
            <a:ext cx="9182554" cy="84961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82175" y="6638575"/>
            <a:ext cx="2228850" cy="139844"/>
          </a:xfrm>
        </p:spPr>
        <p:txBody>
          <a:bodyPr/>
          <a:lstStyle>
            <a:lvl1pPr>
              <a:defRPr sz="1000">
                <a:solidFill>
                  <a:srgbClr val="009CE1"/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>
          <a:xfrm>
            <a:off x="7153947" y="76376"/>
            <a:ext cx="2646530" cy="268872"/>
          </a:xfrm>
        </p:spPr>
        <p:txBody>
          <a:bodyPr>
            <a:noAutofit/>
          </a:bodyPr>
          <a:lstStyle>
            <a:lvl1pPr marL="0" indent="0"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4"/>
          </p:nvPr>
        </p:nvSpPr>
        <p:spPr>
          <a:xfrm>
            <a:off x="205740" y="1988449"/>
            <a:ext cx="5087413" cy="1804988"/>
          </a:xfrm>
        </p:spPr>
        <p:txBody>
          <a:bodyPr/>
          <a:lstStyle>
            <a:lvl1pPr marL="185738" indent="-185738">
              <a:buFont typeface="Arial" panose="020B0604020202020204" pitchFamily="34" charset="0"/>
              <a:buChar char="•"/>
              <a:defRPr sz="1400"/>
            </a:lvl1pPr>
            <a:lvl2pPr marL="358775" indent="-173038">
              <a:buFont typeface="Calibri" panose="020F0502020204030204" pitchFamily="34" charset="0"/>
              <a:buChar char="–"/>
              <a:defRPr sz="1200"/>
            </a:lvl2pPr>
            <a:lvl3pPr marL="542925" indent="-184150">
              <a:buFont typeface="Wingdings" panose="05000000000000000000" pitchFamily="2" charset="2"/>
              <a:buChar char="§"/>
              <a:defRPr sz="12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47"/>
          <a:stretch/>
        </p:blipFill>
        <p:spPr>
          <a:xfrm>
            <a:off x="120907" y="6504981"/>
            <a:ext cx="793492" cy="313194"/>
          </a:xfrm>
          <a:prstGeom prst="rect">
            <a:avLst/>
          </a:prstGeom>
        </p:spPr>
      </p:pic>
      <p:sp>
        <p:nvSpPr>
          <p:cNvPr id="20" name="Text Box 9"/>
          <p:cNvSpPr txBox="1">
            <a:spLocks noChangeArrowheads="1"/>
          </p:cNvSpPr>
          <p:nvPr userDrawn="1"/>
        </p:nvSpPr>
        <p:spPr bwMode="auto">
          <a:xfrm>
            <a:off x="5653978" y="6605832"/>
            <a:ext cx="3600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algn="r" eaLnBrk="0" latinLnBrk="0" hangingPunct="0"/>
            <a:r>
              <a:rPr lang="en-US" altLang="ko-KR" sz="700" dirty="0" smtClean="0">
                <a:solidFill>
                  <a:prstClr val="black"/>
                </a:solidFill>
              </a:rPr>
              <a:t>Copyright </a:t>
            </a:r>
            <a:r>
              <a:rPr lang="en-US" altLang="ko-KR" sz="700" dirty="0">
                <a:solidFill>
                  <a:prstClr val="black"/>
                </a:solidFill>
              </a:rPr>
              <a:t>© </a:t>
            </a:r>
            <a:r>
              <a:rPr lang="en-US" altLang="ko-KR" sz="700" dirty="0" smtClean="0">
                <a:solidFill>
                  <a:prstClr val="black"/>
                </a:solidFill>
              </a:rPr>
              <a:t>2026 </a:t>
            </a:r>
            <a:r>
              <a:rPr lang="en-US" altLang="ko-KR" sz="700" b="1" dirty="0" smtClean="0">
                <a:solidFill>
                  <a:prstClr val="black"/>
                </a:solidFill>
              </a:rPr>
              <a:t>Miracom Inc Co., Ltd.</a:t>
            </a:r>
            <a:r>
              <a:rPr lang="en-US" altLang="ko-KR" sz="700" b="0" baseline="0" dirty="0" smtClean="0">
                <a:solidFill>
                  <a:prstClr val="black"/>
                </a:solidFill>
              </a:rPr>
              <a:t> </a:t>
            </a:r>
            <a:r>
              <a:rPr lang="en-US" altLang="ko-KR" sz="700" dirty="0" smtClean="0">
                <a:solidFill>
                  <a:prstClr val="black"/>
                </a:solidFill>
              </a:rPr>
              <a:t>All </a:t>
            </a:r>
            <a:r>
              <a:rPr lang="en-US" altLang="ko-KR" sz="700" dirty="0">
                <a:solidFill>
                  <a:prstClr val="black"/>
                </a:solidFill>
              </a:rPr>
              <a:t>rights </a:t>
            </a:r>
            <a:r>
              <a:rPr lang="en-US" altLang="ko-KR" sz="700" dirty="0" smtClean="0">
                <a:solidFill>
                  <a:prstClr val="black"/>
                </a:solidFill>
              </a:rPr>
              <a:t>reserved.   </a:t>
            </a:r>
            <a:r>
              <a:rPr lang="en-US" altLang="ko-KR" sz="700" dirty="0">
                <a:solidFill>
                  <a:prstClr val="black"/>
                </a:solidFill>
              </a:rPr>
              <a:t>|  </a:t>
            </a:r>
            <a:r>
              <a:rPr lang="en-US" altLang="ko-KR" sz="700" dirty="0" smtClean="0">
                <a:solidFill>
                  <a:prstClr val="black"/>
                </a:solidFill>
              </a:rPr>
              <a:t>Confidential 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sp>
        <p:nvSpPr>
          <p:cNvPr id="5" name="평행 사변형 4"/>
          <p:cNvSpPr/>
          <p:nvPr userDrawn="1"/>
        </p:nvSpPr>
        <p:spPr>
          <a:xfrm rot="283436">
            <a:off x="1026" y="156930"/>
            <a:ext cx="787112" cy="1013791"/>
          </a:xfrm>
          <a:prstGeom prst="parallelogram">
            <a:avLst>
              <a:gd name="adj" fmla="val 7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 userDrawn="1"/>
        </p:nvSpPr>
        <p:spPr>
          <a:xfrm>
            <a:off x="-19878" y="308113"/>
            <a:ext cx="576469" cy="785191"/>
          </a:xfrm>
          <a:custGeom>
            <a:avLst/>
            <a:gdLst>
              <a:gd name="connsiteX0" fmla="*/ 0 w 576469"/>
              <a:gd name="connsiteY0" fmla="*/ 0 h 785191"/>
              <a:gd name="connsiteX1" fmla="*/ 576469 w 576469"/>
              <a:gd name="connsiteY1" fmla="*/ 0 h 785191"/>
              <a:gd name="connsiteX2" fmla="*/ 19878 w 576469"/>
              <a:gd name="connsiteY2" fmla="*/ 785191 h 785191"/>
              <a:gd name="connsiteX3" fmla="*/ 0 w 576469"/>
              <a:gd name="connsiteY3" fmla="*/ 0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69" h="785191">
                <a:moveTo>
                  <a:pt x="0" y="0"/>
                </a:moveTo>
                <a:lnTo>
                  <a:pt x="576469" y="0"/>
                </a:lnTo>
                <a:lnTo>
                  <a:pt x="19878" y="785191"/>
                </a:lnTo>
                <a:lnTo>
                  <a:pt x="0" y="0"/>
                </a:lnTo>
                <a:close/>
              </a:path>
            </a:pathLst>
          </a:cu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25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1" y="132054"/>
            <a:ext cx="9241467" cy="316414"/>
          </a:xfrm>
        </p:spPr>
        <p:txBody>
          <a:bodyPr>
            <a:normAutofit/>
          </a:bodyPr>
          <a:lstStyle>
            <a:lvl1pPr>
              <a:defRPr sz="1600" b="1">
                <a:solidFill>
                  <a:srgbClr val="009CE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82175" y="6638575"/>
            <a:ext cx="2228850" cy="139844"/>
          </a:xfrm>
        </p:spPr>
        <p:txBody>
          <a:bodyPr/>
          <a:lstStyle>
            <a:lvl1pPr>
              <a:defRPr sz="1000">
                <a:solidFill>
                  <a:srgbClr val="009CE1"/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326571" y="76479"/>
            <a:ext cx="9302621" cy="0"/>
          </a:xfrm>
          <a:prstGeom prst="line">
            <a:avLst/>
          </a:prstGeom>
          <a:ln w="38100">
            <a:solidFill>
              <a:srgbClr val="028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334261" y="504042"/>
            <a:ext cx="9302621" cy="0"/>
          </a:xfrm>
          <a:prstGeom prst="line">
            <a:avLst/>
          </a:prstGeom>
          <a:ln w="6350">
            <a:solidFill>
              <a:srgbClr val="028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47"/>
          <a:stretch/>
        </p:blipFill>
        <p:spPr>
          <a:xfrm>
            <a:off x="120907" y="6504981"/>
            <a:ext cx="793492" cy="313194"/>
          </a:xfrm>
          <a:prstGeom prst="rect">
            <a:avLst/>
          </a:prstGeom>
        </p:spPr>
      </p:pic>
      <p:sp>
        <p:nvSpPr>
          <p:cNvPr id="20" name="Text Box 9"/>
          <p:cNvSpPr txBox="1">
            <a:spLocks noChangeArrowheads="1"/>
          </p:cNvSpPr>
          <p:nvPr userDrawn="1"/>
        </p:nvSpPr>
        <p:spPr bwMode="auto">
          <a:xfrm>
            <a:off x="5653978" y="6605832"/>
            <a:ext cx="3600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algn="r" eaLnBrk="0" latinLnBrk="0" hangingPunct="0"/>
            <a:r>
              <a:rPr lang="en-US" altLang="ko-KR" sz="700" dirty="0" smtClean="0">
                <a:solidFill>
                  <a:prstClr val="black"/>
                </a:solidFill>
              </a:rPr>
              <a:t>Copyright </a:t>
            </a:r>
            <a:r>
              <a:rPr lang="en-US" altLang="ko-KR" sz="700" dirty="0">
                <a:solidFill>
                  <a:prstClr val="black"/>
                </a:solidFill>
              </a:rPr>
              <a:t>© </a:t>
            </a:r>
            <a:r>
              <a:rPr lang="en-US" altLang="ko-KR" sz="700" dirty="0" smtClean="0">
                <a:solidFill>
                  <a:prstClr val="black"/>
                </a:solidFill>
              </a:rPr>
              <a:t>2026 </a:t>
            </a:r>
            <a:r>
              <a:rPr lang="en-US" altLang="ko-KR" sz="700" b="1" dirty="0" smtClean="0">
                <a:solidFill>
                  <a:prstClr val="black"/>
                </a:solidFill>
              </a:rPr>
              <a:t>Miracom Inc Co., Ltd.</a:t>
            </a:r>
            <a:r>
              <a:rPr lang="en-US" altLang="ko-KR" sz="700" b="0" baseline="0" dirty="0" smtClean="0">
                <a:solidFill>
                  <a:prstClr val="black"/>
                </a:solidFill>
              </a:rPr>
              <a:t> </a:t>
            </a:r>
            <a:r>
              <a:rPr lang="en-US" altLang="ko-KR" sz="700" dirty="0" smtClean="0">
                <a:solidFill>
                  <a:prstClr val="black"/>
                </a:solidFill>
              </a:rPr>
              <a:t>All </a:t>
            </a:r>
            <a:r>
              <a:rPr lang="en-US" altLang="ko-KR" sz="700" dirty="0">
                <a:solidFill>
                  <a:prstClr val="black"/>
                </a:solidFill>
              </a:rPr>
              <a:t>rights </a:t>
            </a:r>
            <a:r>
              <a:rPr lang="en-US" altLang="ko-KR" sz="700" dirty="0" smtClean="0">
                <a:solidFill>
                  <a:prstClr val="black"/>
                </a:solidFill>
              </a:rPr>
              <a:t>reserved.   </a:t>
            </a:r>
            <a:r>
              <a:rPr lang="en-US" altLang="ko-KR" sz="700" dirty="0">
                <a:solidFill>
                  <a:prstClr val="black"/>
                </a:solidFill>
              </a:rPr>
              <a:t>|  </a:t>
            </a:r>
            <a:r>
              <a:rPr lang="en-US" altLang="ko-KR" sz="700" dirty="0" smtClean="0">
                <a:solidFill>
                  <a:prstClr val="black"/>
                </a:solidFill>
              </a:rPr>
              <a:t>Confidential 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6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idx="1"/>
          </p:nvPr>
        </p:nvSpPr>
        <p:spPr bwMode="auto">
          <a:xfrm>
            <a:off x="272587" y="2057403"/>
            <a:ext cx="9360827" cy="13382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dirty="0" smtClean="0"/>
              <a:t>Text on first level here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7840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CB39C-1549-4F20-960B-CD7D0719942E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5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6" r:id="rId4"/>
    <p:sldLayoutId id="2147483672" r:id="rId5"/>
    <p:sldLayoutId id="2147483685" r:id="rId6"/>
    <p:sldLayoutId id="2147483677" r:id="rId7"/>
    <p:sldLayoutId id="2147483689" r:id="rId8"/>
    <p:sldLayoutId id="2147483662" r:id="rId9"/>
    <p:sldLayoutId id="2147483691" r:id="rId10"/>
    <p:sldLayoutId id="2147483690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ftp://10.86.253.162/SetupFile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1044226" y="1455453"/>
            <a:ext cx="5106568" cy="1300342"/>
          </a:xfrm>
        </p:spPr>
        <p:txBody>
          <a:bodyPr/>
          <a:lstStyle/>
          <a:p>
            <a:r>
              <a:rPr lang="en-US" altLang="ko-KR" sz="3600" dirty="0" smtClean="0"/>
              <a:t>SCK E-Test POC</a:t>
            </a:r>
            <a:endParaRPr lang="ko-KR" altLang="en-US" sz="3600" dirty="0"/>
          </a:p>
          <a:p>
            <a:r>
              <a:rPr lang="en-US" altLang="ko-KR" sz="3600" dirty="0" err="1" smtClean="0"/>
              <a:t>IT 유지보수 가이드</a:t>
            </a:r>
            <a:endParaRPr lang="ko-KR" altLang="en-US" sz="3600" dirty="0"/>
          </a:p>
        </p:txBody>
      </p:sp>
      <p:sp>
        <p:nvSpPr>
          <p:cNvPr id="6" name="부제목 1"/>
          <p:cNvSpPr txBox="1">
            <a:spLocks/>
          </p:cNvSpPr>
          <p:nvPr/>
        </p:nvSpPr>
        <p:spPr>
          <a:xfrm>
            <a:off x="1044226" y="4569843"/>
            <a:ext cx="3723902" cy="34695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dirty="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2026.10</a:t>
            </a: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27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서버 구성</a:t>
            </a:r>
            <a:endParaRPr lang="ko-KR" altLang="en-US" b="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4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265814"/>
              </p:ext>
            </p:extLst>
          </p:nvPr>
        </p:nvGraphicFramePr>
        <p:xfrm>
          <a:off x="327600" y="698956"/>
          <a:ext cx="9241200" cy="224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위치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서버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10.86.253.162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POC 서버. 서비스, Query 파일, FTP가 모두 이 서버에 있음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서비스 프로그램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C:\POCService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서비스 실행 파일(EXE), DLL, 설정 파일(*.exe.config)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DB Query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C:\POCQuery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서비스가 DB 조회, 저장에 쓰는 Query 파일(XML)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클라이언트 설치 파일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C:\FTP\SetupFile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사용자가 FTP로 받아 PC에 설치하는 Setup 파일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</a:t>
                      </a:r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이미지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C:\FTP\DMS_IMAGE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KLARF 업로드 때 저장되는 Defect 이미지. 화면이 FTP로 읽음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FTP 접속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ftp://10.86.253.162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C:\FTP 폴더를 공개. 21 포트, 계정 POC / POC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서비스 포트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7510, 7513, 7515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클라이언트 PC가 서버에 접속하는 </a:t>
                      </a:r>
                      <a:r>
                        <a:rPr lang="ko-KR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포트</a:t>
                      </a:r>
                      <a:endParaRPr lang="ko-KR" sz="110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확인해야 하는 서비스</a:t>
            </a:r>
            <a:endParaRPr lang="ko-KR" altLang="en-US" b="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aphicFrame>
        <p:nvGraphicFramePr>
          <p:cNvPr id="4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449180"/>
              </p:ext>
            </p:extLst>
          </p:nvPr>
        </p:nvGraphicFramePr>
        <p:xfrm>
          <a:off x="327600" y="673200"/>
          <a:ext cx="9241199" cy="112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서비스 이름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실행 파일 (C:\POCService)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포트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사용 화면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DACruxCore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DACrux.Framework.Service.exe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7510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로그인, 사용자, 메뉴, 공통 설정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DACruxSEMDMS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DACrux.SEMDMS.Service.exe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7515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POC 화면(GDS, KLARF, E-Test, Correlation), DMS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DACruxTEST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DACrux.TEST.Service.exe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7513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10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Map Setup, Wafer Map View, TEST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6"/>
          <p:cNvSpPr/>
          <p:nvPr/>
        </p:nvSpPr>
        <p:spPr>
          <a:xfrm>
            <a:off x="327600" y="20124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확인 기준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327600" y="2473199"/>
            <a:ext cx="9241200" cy="1108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상태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3개 모두 실행 중(Running)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시작 유형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자동. 서버를 다시 켜면 서비스도 자동으로 시작함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멈췄을 때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DACruxCore가 멈추면 로그인 불가. 나머지는 해당 화면에서 조회, 저장 오류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함께 확인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FTP 사이트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(21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포트) 실행 여부, Oracle DB 접속</a:t>
            </a:r>
          </a:p>
        </p:txBody>
      </p:sp>
      <p:pic>
        <p:nvPicPr>
          <p:cNvPr id="7" name="Picture 6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00" y="3761999"/>
            <a:ext cx="4678008" cy="1404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Client 업데이트</a:t>
            </a:r>
            <a:endParaRPr lang="ko-KR" altLang="en-US" b="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Rectangle 6"/>
          <p:cNvSpPr/>
          <p:nvPr/>
        </p:nvSpPr>
        <p:spPr>
          <a:xfrm>
            <a:off x="327600" y="673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IT 작업 (서버)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327600" y="1134000"/>
            <a:ext cx="9241200" cy="885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①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새 설치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파일을 </a:t>
            </a:r>
            <a:r>
              <a:rPr lang="ko-KR" altLang="en-US" sz="1300" b="0" dirty="0" smtClean="0">
                <a:solidFill>
                  <a:schemeClr val="tx1"/>
                </a:solidFill>
                <a:latin typeface="+mn-ea"/>
              </a:rPr>
              <a:t>전달</a:t>
            </a:r>
            <a:r>
              <a:rPr lang="en-US" altLang="ko-KR" sz="1300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300" b="0" dirty="0" smtClean="0">
                <a:solidFill>
                  <a:schemeClr val="tx1"/>
                </a:solidFill>
                <a:latin typeface="+mn-ea"/>
              </a:rPr>
              <a:t>받으면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C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:\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FTP\SetupFile</a:t>
            </a:r>
            <a:r>
              <a:rPr lang="ko-KR" altLang="en-US" sz="1300" b="0" dirty="0" smtClean="0">
                <a:solidFill>
                  <a:schemeClr val="tx1"/>
                </a:solidFill>
                <a:latin typeface="+mn-ea"/>
              </a:rPr>
              <a:t>에 넣어 주세요</a:t>
            </a:r>
            <a:r>
              <a:rPr lang="en-US" altLang="ko-KR" sz="1300" b="0" dirty="0" smtClean="0">
                <a:solidFill>
                  <a:schemeClr val="tx1"/>
                </a:solidFill>
                <a:latin typeface="+mn-ea"/>
              </a:rPr>
              <a:t>.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300" dirty="0">
              <a:solidFill>
                <a:schemeClr val="tx1"/>
              </a:solidFill>
              <a:latin typeface="+mn-ea"/>
            </a:endParaRPr>
          </a:p>
          <a:p>
            <a:pPr latinLnBrk="0"/>
            <a:r>
              <a:rPr lang="ko-KR" sz="1300" b="1" dirty="0" smtClean="0">
                <a:solidFill>
                  <a:schemeClr val="tx1"/>
                </a:solidFill>
                <a:latin typeface="+mn-ea"/>
              </a:rPr>
              <a:t>②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이전 버전 </a:t>
            </a:r>
            <a:r>
              <a:rPr lang="ko-KR" altLang="en-US" sz="1300" b="0" dirty="0" smtClean="0">
                <a:solidFill>
                  <a:schemeClr val="tx1"/>
                </a:solidFill>
                <a:latin typeface="+mn-ea"/>
              </a:rPr>
              <a:t>파일은 삭제 해도 됩니다</a:t>
            </a:r>
            <a:r>
              <a:rPr lang="en-US" altLang="ko-KR" sz="1300" b="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pPr latinLnBrk="0"/>
            <a:r>
              <a:rPr lang="ko-KR" altLang="ko-KR" sz="1300" b="1" dirty="0" smtClean="0">
                <a:solidFill>
                  <a:schemeClr val="tx1"/>
                </a:solidFill>
                <a:latin typeface="+mn-ea"/>
              </a:rPr>
              <a:t>③</a:t>
            </a:r>
            <a:r>
              <a:rPr lang="en-US" altLang="ko-KR" sz="13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엔지니어가 해당 경로를 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FTP 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접속해서 재설치 합니다</a:t>
            </a: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sz="13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327600" y="21456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사용자 작업 (PC)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327600" y="2606400"/>
            <a:ext cx="9241200" cy="1108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①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실행 중인 프로그램 종료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②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sz="1300" b="0" dirty="0">
                <a:solidFill>
                  <a:schemeClr val="tx1"/>
                </a:solidFill>
                <a:latin typeface="+mn-ea"/>
                <a:hlinkClick r:id="rId2"/>
              </a:rPr>
              <a:t>ftp://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  <a:hlinkClick r:id="rId2"/>
              </a:rPr>
              <a:t>10.86.253.162/SetupFile</a:t>
            </a:r>
            <a:r>
              <a:rPr lang="en-US" altLang="ko-KR" sz="13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에서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설치 파일을 PC Local 폴더로 복사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③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설치 파일 실행 </a:t>
            </a:r>
            <a:r>
              <a:rPr lang="en-US" altLang="ko-KR" sz="1300" b="0" dirty="0" smtClean="0">
                <a:solidFill>
                  <a:schemeClr val="tx1"/>
                </a:solidFill>
                <a:latin typeface="+mn-ea"/>
              </a:rPr>
              <a:t>-&gt;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서버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주소 10.86.253.162 확인 </a:t>
            </a:r>
            <a:r>
              <a:rPr lang="en-US" altLang="ko-KR" sz="1300" b="0" dirty="0" smtClean="0">
                <a:solidFill>
                  <a:schemeClr val="tx1"/>
                </a:solidFill>
                <a:latin typeface="+mn-ea"/>
              </a:rPr>
              <a:t>-&gt;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설치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④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이전 버전은 Setup이 지우고 새로 설치함. 서버 주소, 사용자 ID는 그대로 남음</a:t>
            </a:r>
          </a:p>
        </p:txBody>
      </p:sp>
      <p:pic>
        <p:nvPicPr>
          <p:cNvPr id="10" name="Picture 9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1" y="3837195"/>
            <a:ext cx="5335947" cy="21579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Service 업데이트 (Server Stop Install Start 배치)</a:t>
            </a:r>
            <a:endParaRPr lang="ko-KR" altLang="en-US" b="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Rectangle 6"/>
          <p:cNvSpPr/>
          <p:nvPr/>
        </p:nvSpPr>
        <p:spPr>
          <a:xfrm>
            <a:off x="327600" y="673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준비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327600" y="1134000"/>
            <a:ext cx="9241200" cy="885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ko-KR" sz="1300" b="1" dirty="0" smtClean="0">
                <a:solidFill>
                  <a:schemeClr val="tx1"/>
                </a:solidFill>
                <a:latin typeface="+mn-ea"/>
              </a:rPr>
              <a:t>백업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: C:\POCService, C:\POCQuery 폴더를 통째로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복사</a:t>
            </a:r>
            <a:r>
              <a:rPr lang="en-US" altLang="ko-KR" sz="1300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300" b="0" dirty="0" smtClean="0">
                <a:solidFill>
                  <a:schemeClr val="tx1"/>
                </a:solidFill>
                <a:latin typeface="+mn-ea"/>
              </a:rPr>
              <a:t>후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C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:\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Backup\yyyyMMdd</a:t>
            </a:r>
            <a:r>
              <a:rPr lang="en-US" altLang="ko-KR" sz="13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로 백업</a:t>
            </a:r>
            <a:endParaRPr lang="ko-KR" sz="13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327600" y="21456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배치 실행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327600" y="2606400"/>
            <a:ext cx="9241200" cy="1108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실행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Server Stop Install Start.bat → 마우스 오른쪽 → 관리자 권한으로 실행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①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서비스 3개 중지 → 서비스 등록 해제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②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FILE COPY Please!!! 에서 멈추면 </a:t>
            </a:r>
            <a:r>
              <a:rPr lang="ko-KR" altLang="en-US" sz="1300" b="0" dirty="0" smtClean="0">
                <a:solidFill>
                  <a:schemeClr val="tx1"/>
                </a:solidFill>
                <a:latin typeface="+mn-ea"/>
              </a:rPr>
              <a:t>전달 받은 </a:t>
            </a:r>
            <a:r>
              <a:rPr lang="en-US" altLang="ko-KR" sz="1300" b="0" dirty="0" smtClean="0">
                <a:solidFill>
                  <a:schemeClr val="tx1"/>
                </a:solidFill>
                <a:latin typeface="+mn-ea"/>
              </a:rPr>
              <a:t>File</a:t>
            </a:r>
            <a:r>
              <a:rPr lang="ko-KR" altLang="en-US" sz="1300" b="0" dirty="0" smtClean="0">
                <a:solidFill>
                  <a:schemeClr val="tx1"/>
                </a:solidFill>
                <a:latin typeface="+mn-ea"/>
              </a:rPr>
              <a:t>을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C:\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POCService</a:t>
            </a:r>
            <a:r>
              <a:rPr lang="en-US" altLang="ko-KR" sz="1300" b="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ko-KR" sz="1300" dirty="0">
                <a:solidFill>
                  <a:schemeClr val="tx1"/>
                </a:solidFill>
                <a:latin typeface="+mn-ea"/>
              </a:rPr>
              <a:t>C:\POCQuery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에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덮어쓰기</a:t>
            </a:r>
            <a:endParaRPr lang="ko-KR" sz="1300" b="0" dirty="0">
              <a:solidFill>
                <a:schemeClr val="tx1"/>
              </a:solidFill>
              <a:latin typeface="+mn-ea"/>
            </a:endParaRP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③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아무 키나 누름 → 서비스 등록 → 서비스 3개 시작 → 창이 닫힘</a:t>
            </a:r>
          </a:p>
        </p:txBody>
      </p:sp>
      <p:sp>
        <p:nvSpPr>
          <p:cNvPr id="8" name="Rectangle 6"/>
          <p:cNvSpPr/>
          <p:nvPr/>
        </p:nvSpPr>
        <p:spPr>
          <a:xfrm>
            <a:off x="327600" y="3841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주의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327600" y="4302000"/>
            <a:ext cx="9241200" cy="662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설정 파일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C:\POCService\*.exe.config 는 덮어쓰지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않음</a:t>
            </a:r>
            <a:endParaRPr lang="en-US" altLang="ko-KR" sz="1300" b="0" dirty="0" smtClean="0">
              <a:solidFill>
                <a:schemeClr val="tx1"/>
              </a:solidFill>
              <a:latin typeface="+mn-ea"/>
            </a:endParaRPr>
          </a:p>
          <a:p>
            <a:pPr latinLnBrk="0"/>
            <a:r>
              <a:rPr lang="ko-KR" sz="1300" b="1" dirty="0" err="1" smtClean="0">
                <a:solidFill>
                  <a:schemeClr val="tx1"/>
                </a:solidFill>
                <a:latin typeface="+mn-ea"/>
              </a:rPr>
              <a:t>Query</a:t>
            </a:r>
            <a:r>
              <a:rPr lang="ko-KR" sz="1300" b="1" dirty="0" err="1">
                <a:solidFill>
                  <a:schemeClr val="tx1"/>
                </a:solidFill>
                <a:latin typeface="+mn-ea"/>
              </a:rPr>
              <a:t>만</a:t>
            </a:r>
            <a:r>
              <a:rPr lang="ko-KR" sz="1300" b="1" dirty="0">
                <a:solidFill>
                  <a:schemeClr val="tx1"/>
                </a:solidFill>
                <a:latin typeface="+mn-ea"/>
              </a:rPr>
              <a:t> 변경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C:\POCQuery 에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복사</a:t>
            </a:r>
            <a:r>
              <a:rPr lang="ko-KR" altLang="en-US" sz="1300" b="0" dirty="0" smtClean="0">
                <a:solidFill>
                  <a:schemeClr val="tx1"/>
                </a:solidFill>
                <a:latin typeface="+mn-ea"/>
              </a:rPr>
              <a:t>하면 완료</a:t>
            </a:r>
            <a:endParaRPr lang="ko-KR" sz="13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Rectangle 6"/>
          <p:cNvSpPr/>
          <p:nvPr/>
        </p:nvSpPr>
        <p:spPr>
          <a:xfrm>
            <a:off x="327600" y="50904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확인 / 되돌리기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Rectangle 7"/>
          <p:cNvSpPr/>
          <p:nvPr/>
        </p:nvSpPr>
        <p:spPr>
          <a:xfrm>
            <a:off x="327600" y="5551199"/>
            <a:ext cx="9241200" cy="662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확인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서비스 3개 실행 중(Running), 클라이언트 로그인 후 화면 조회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되돌리기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같은 배치를 실행하고 ② 단계에서 백업한 파일을 다시 복사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참고 : Server Stop Install Start.bat 내용</a:t>
            </a:r>
            <a:endParaRPr lang="ko-KR" altLang="en-US" b="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Rectangle 6"/>
          <p:cNvSpPr/>
          <p:nvPr/>
        </p:nvSpPr>
        <p:spPr>
          <a:xfrm>
            <a:off x="327600" y="673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배치 내용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327600" y="1134000"/>
            <a:ext cx="9241200" cy="29231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echo </a:t>
            </a:r>
            <a:r>
              <a:rPr lang="en-US" altLang="ko-KR" sz="1050" dirty="0" smtClean="0">
                <a:solidFill>
                  <a:schemeClr val="tx1"/>
                </a:solidFill>
                <a:latin typeface="Consolas"/>
                <a:ea typeface="맑은 고딕"/>
              </a:rPr>
              <a:t>off</a:t>
            </a:r>
            <a:endParaRPr lang="en-US" altLang="ko-KR" sz="1050" dirty="0">
              <a:solidFill>
                <a:schemeClr val="tx1"/>
              </a:solidFill>
              <a:latin typeface="Consolas"/>
              <a:ea typeface="맑은 고딕"/>
            </a:endParaRP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net stop </a:t>
            </a:r>
            <a:r>
              <a:rPr lang="en-US" altLang="ko-KR" sz="1050" dirty="0" err="1">
                <a:solidFill>
                  <a:schemeClr val="tx1"/>
                </a:solidFill>
                <a:latin typeface="Consolas"/>
                <a:ea typeface="맑은 고딕"/>
              </a:rPr>
              <a:t>DACruxCore</a:t>
            </a:r>
            <a:endParaRPr lang="en-US" altLang="ko-KR" sz="1050" dirty="0">
              <a:solidFill>
                <a:schemeClr val="tx1"/>
              </a:solidFill>
              <a:latin typeface="Consolas"/>
              <a:ea typeface="맑은 고딕"/>
            </a:endParaRP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net stop </a:t>
            </a:r>
            <a:r>
              <a:rPr lang="en-US" altLang="ko-KR" sz="1050" dirty="0" err="1">
                <a:solidFill>
                  <a:schemeClr val="tx1"/>
                </a:solidFill>
                <a:latin typeface="Consolas"/>
                <a:ea typeface="맑은 고딕"/>
              </a:rPr>
              <a:t>DACruxSEMDMS</a:t>
            </a:r>
            <a:endParaRPr lang="en-US" altLang="ko-KR" sz="1050" dirty="0">
              <a:solidFill>
                <a:schemeClr val="tx1"/>
              </a:solidFill>
              <a:latin typeface="Consolas"/>
              <a:ea typeface="맑은 고딕"/>
            </a:endParaRP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net stop </a:t>
            </a:r>
            <a:r>
              <a:rPr lang="en-US" altLang="ko-KR" sz="1050" dirty="0" err="1" smtClean="0">
                <a:solidFill>
                  <a:schemeClr val="tx1"/>
                </a:solidFill>
                <a:latin typeface="Consolas"/>
                <a:ea typeface="맑은 고딕"/>
              </a:rPr>
              <a:t>DACruxTEST</a:t>
            </a:r>
            <a:endParaRPr lang="en-US" altLang="ko-KR" sz="1050" dirty="0">
              <a:solidFill>
                <a:schemeClr val="tx1"/>
              </a:solidFill>
              <a:latin typeface="Consolas"/>
              <a:ea typeface="맑은 고딕"/>
            </a:endParaRP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echo --------------------------------------------</a:t>
            </a: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echo -                                          -</a:t>
            </a: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echo -          FILE COPY Please!!!             -</a:t>
            </a: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echo -                                          -</a:t>
            </a: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echo --------------------------------------------</a:t>
            </a:r>
          </a:p>
          <a:p>
            <a:pPr latinLnBrk="0"/>
            <a:r>
              <a:rPr lang="en-US" altLang="ko-KR" sz="1050" dirty="0" smtClean="0">
                <a:solidFill>
                  <a:schemeClr val="tx1"/>
                </a:solidFill>
                <a:latin typeface="Consolas"/>
                <a:ea typeface="맑은 고딕"/>
              </a:rPr>
              <a:t>pause</a:t>
            </a:r>
            <a:endParaRPr lang="en-US" altLang="ko-KR" sz="1050" dirty="0">
              <a:solidFill>
                <a:schemeClr val="tx1"/>
              </a:solidFill>
              <a:latin typeface="Consolas"/>
              <a:ea typeface="맑은 고딕"/>
            </a:endParaRP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echo </a:t>
            </a:r>
            <a:r>
              <a:rPr lang="en-US" altLang="ko-KR" sz="1050" dirty="0" smtClean="0">
                <a:solidFill>
                  <a:schemeClr val="tx1"/>
                </a:solidFill>
                <a:latin typeface="Consolas"/>
                <a:ea typeface="맑은 고딕"/>
              </a:rPr>
              <a:t>off</a:t>
            </a:r>
            <a:endParaRPr lang="en-US" altLang="ko-KR" sz="1050" dirty="0">
              <a:solidFill>
                <a:schemeClr val="tx1"/>
              </a:solidFill>
              <a:latin typeface="Consolas"/>
              <a:ea typeface="맑은 고딕"/>
            </a:endParaRP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net start </a:t>
            </a:r>
            <a:r>
              <a:rPr lang="en-US" altLang="ko-KR" sz="1050" dirty="0" err="1">
                <a:solidFill>
                  <a:schemeClr val="tx1"/>
                </a:solidFill>
                <a:latin typeface="Consolas"/>
                <a:ea typeface="맑은 고딕"/>
              </a:rPr>
              <a:t>DACruxCore</a:t>
            </a:r>
            <a:endParaRPr lang="en-US" altLang="ko-KR" sz="1050" dirty="0">
              <a:solidFill>
                <a:schemeClr val="tx1"/>
              </a:solidFill>
              <a:latin typeface="Consolas"/>
              <a:ea typeface="맑은 고딕"/>
            </a:endParaRP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net start </a:t>
            </a:r>
            <a:r>
              <a:rPr lang="en-US" altLang="ko-KR" sz="1050" dirty="0" err="1">
                <a:solidFill>
                  <a:schemeClr val="tx1"/>
                </a:solidFill>
                <a:latin typeface="Consolas"/>
                <a:ea typeface="맑은 고딕"/>
              </a:rPr>
              <a:t>DACruxSEMDMS</a:t>
            </a:r>
            <a:endParaRPr lang="en-US" altLang="ko-KR" sz="1050" dirty="0">
              <a:solidFill>
                <a:schemeClr val="tx1"/>
              </a:solidFill>
              <a:latin typeface="Consolas"/>
              <a:ea typeface="맑은 고딕"/>
            </a:endParaRP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net start </a:t>
            </a:r>
            <a:r>
              <a:rPr lang="en-US" altLang="ko-KR" sz="1050" dirty="0" err="1">
                <a:solidFill>
                  <a:schemeClr val="tx1"/>
                </a:solidFill>
                <a:latin typeface="Consolas"/>
                <a:ea typeface="맑은 고딕"/>
              </a:rPr>
              <a:t>DACruxTEST</a:t>
            </a:r>
            <a:endParaRPr lang="en-US" altLang="ko-KR" sz="1050" dirty="0">
              <a:solidFill>
                <a:schemeClr val="tx1"/>
              </a:solidFill>
              <a:latin typeface="Consolas"/>
              <a:ea typeface="맑은 고딕"/>
            </a:endParaRPr>
          </a:p>
          <a:p>
            <a:pPr latinLnBrk="0"/>
            <a:endParaRPr lang="en-US" altLang="ko-KR" sz="1050" dirty="0">
              <a:solidFill>
                <a:schemeClr val="tx1"/>
              </a:solidFill>
              <a:latin typeface="Consolas"/>
              <a:ea typeface="맑은 고딕"/>
            </a:endParaRPr>
          </a:p>
          <a:p>
            <a:pPr latinLnBrk="0"/>
            <a:r>
              <a:rPr lang="en-US" altLang="ko-KR" sz="1050" dirty="0">
                <a:solidFill>
                  <a:schemeClr val="tx1"/>
                </a:solidFill>
                <a:latin typeface="Consolas"/>
                <a:ea typeface="맑은 고딕"/>
              </a:rPr>
              <a:t>exit</a:t>
            </a:r>
            <a:endParaRPr lang="ko-KR" sz="1050" b="0" dirty="0">
              <a:solidFill>
                <a:schemeClr val="tx1"/>
              </a:solidFill>
              <a:latin typeface="Consolas"/>
              <a:ea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1460612" y="2852936"/>
            <a:ext cx="1610306" cy="580254"/>
          </a:xfrm>
          <a:prstGeom prst="rect">
            <a:avLst/>
          </a:prstGeom>
        </p:spPr>
      </p:pic>
      <p:sp>
        <p:nvSpPr>
          <p:cNvPr id="8" name="텍스트 개체 틀 22"/>
          <p:cNvSpPr txBox="1">
            <a:spLocks/>
          </p:cNvSpPr>
          <p:nvPr/>
        </p:nvSpPr>
        <p:spPr>
          <a:xfrm>
            <a:off x="6126443" y="3423915"/>
            <a:ext cx="2350003" cy="969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138113" indent="-138113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§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1pPr>
            <a:lvl2pPr marL="4667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685800" indent="-161925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9366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4667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02060"/>
              </a:buClr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lang="en-US" altLang="ko-KR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sz="7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Copyright ⓒ</a:t>
            </a:r>
            <a:r>
              <a:rPr sz="7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2026 </a:t>
            </a:r>
            <a:r>
              <a:rPr sz="700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Miracom</a:t>
            </a:r>
            <a:r>
              <a:rPr sz="7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Inc. Co., Ltd. All rights reserved</a:t>
            </a:r>
            <a:endParaRPr sz="7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3154865" y="2955863"/>
            <a:ext cx="0" cy="468052"/>
          </a:xfrm>
          <a:prstGeom prst="line">
            <a:avLst/>
          </a:prstGeom>
          <a:ln w="3175" cap="flat">
            <a:solidFill>
              <a:schemeClr val="tx1">
                <a:lumMod val="40000"/>
                <a:lumOff val="6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509" y="3009387"/>
            <a:ext cx="5291328" cy="4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6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8946</TotalTime>
  <Words>526</Words>
  <Application>Microsoft Office PowerPoint</Application>
  <PresentationFormat>A4 용지(210x297mm)</PresentationFormat>
  <Paragraphs>98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맑은 고딕</vt:lpstr>
      <vt:lpstr>Arial</vt:lpstr>
      <vt:lpstr>Calibri</vt:lpstr>
      <vt:lpstr>Calibri Light</vt:lpstr>
      <vt:lpstr>Consolas</vt:lpstr>
      <vt:lpstr>Wingdings</vt:lpstr>
      <vt:lpstr>Office 테마</vt:lpstr>
      <vt:lpstr>SCK E-Test POC IT 유지보수 가이드</vt:lpstr>
      <vt:lpstr>서버 구성</vt:lpstr>
      <vt:lpstr>확인해야 하는 서비스</vt:lpstr>
      <vt:lpstr>Client 업데이트</vt:lpstr>
      <vt:lpstr>Service 업데이트 (Server Stop Install Start 배치)</vt:lpstr>
      <vt:lpstr>참고 : Server Stop Install Start.bat 내용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SCK E-Test POC 사용자 메뉴얼 (2차 시안)</dc:title>
  <dc:subject/>
  <dc:creator/>
  <cp:keywords/>
  <dc:description/>
  <cp:lastModifiedBy>BJ</cp:lastModifiedBy>
  <cp:revision>56</cp:revision>
  <dcterms:created xsi:type="dcterms:W3CDTF">2014-01-27T23:50:26Z</dcterms:created>
  <dcterms:modified xsi:type="dcterms:W3CDTF">2026-10-27T08:17:14Z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